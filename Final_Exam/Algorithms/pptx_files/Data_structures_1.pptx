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4795" r:id="rId4"/>
    <p:sldId id="4797" r:id="rId5"/>
    <p:sldId id="4798" r:id="rId6"/>
    <p:sldId id="4796" r:id="rId7"/>
    <p:sldId id="4799" r:id="rId8"/>
    <p:sldId id="4800" r:id="rId9"/>
    <p:sldId id="4931" r:id="rId10"/>
    <p:sldId id="4930" r:id="rId11"/>
    <p:sldId id="4932" r:id="rId12"/>
    <p:sldId id="4933" r:id="rId13"/>
    <p:sldId id="4934" r:id="rId14"/>
    <p:sldId id="4935" r:id="rId15"/>
    <p:sldId id="4936" r:id="rId16"/>
    <p:sldId id="47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62181-5514-4B84-977E-E81A4DC0BAA3}" v="137" dt="2025-03-14T04:31:56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5666" autoAdjust="0"/>
  </p:normalViewPr>
  <p:slideViewPr>
    <p:cSldViewPr snapToGrid="0">
      <p:cViewPr varScale="1">
        <p:scale>
          <a:sx n="80" d="100"/>
          <a:sy n="80" d="100"/>
        </p:scale>
        <p:origin x="131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5CE62181-5514-4B84-977E-E81A4DC0BAA3}"/>
    <pc:docChg chg="undo custSel addSld delSld modSld sldOrd">
      <pc:chgData name="Prazyan, Levon" userId="ed024b0e-4a1a-418a-8ca0-755e149680c9" providerId="ADAL" clId="{5CE62181-5514-4B84-977E-E81A4DC0BAA3}" dt="2025-03-14T04:31:56.416" v="647"/>
      <pc:docMkLst>
        <pc:docMk/>
      </pc:docMkLst>
      <pc:sldChg chg="modSp add del mod">
        <pc:chgData name="Prazyan, Levon" userId="ed024b0e-4a1a-418a-8ca0-755e149680c9" providerId="ADAL" clId="{5CE62181-5514-4B84-977E-E81A4DC0BAA3}" dt="2025-02-27T10:15:02.946" v="5" actId="47"/>
        <pc:sldMkLst>
          <pc:docMk/>
          <pc:sldMk cId="417041952" sldId="257"/>
        </pc:sldMkLst>
        <pc:spChg chg="mod">
          <ac:chgData name="Prazyan, Levon" userId="ed024b0e-4a1a-418a-8ca0-755e149680c9" providerId="ADAL" clId="{5CE62181-5514-4B84-977E-E81A4DC0BAA3}" dt="2025-02-27T10:12:15.496" v="3"/>
          <ac:spMkLst>
            <pc:docMk/>
            <pc:sldMk cId="417041952" sldId="257"/>
            <ac:spMk id="3" creationId="{4BC1998C-E6BD-C71A-C3E7-04FF6D66E39F}"/>
          </ac:spMkLst>
        </pc:spChg>
      </pc:sldChg>
      <pc:sldChg chg="addSp delSp modSp new mod">
        <pc:chgData name="Prazyan, Levon" userId="ed024b0e-4a1a-418a-8ca0-755e149680c9" providerId="ADAL" clId="{5CE62181-5514-4B84-977E-E81A4DC0BAA3}" dt="2025-02-27T10:29:17.150" v="45" actId="20577"/>
        <pc:sldMkLst>
          <pc:docMk/>
          <pc:sldMk cId="807965347" sldId="4795"/>
        </pc:sldMkLst>
        <pc:spChg chg="mod">
          <ac:chgData name="Prazyan, Levon" userId="ed024b0e-4a1a-418a-8ca0-755e149680c9" providerId="ADAL" clId="{5CE62181-5514-4B84-977E-E81A4DC0BAA3}" dt="2025-02-27T10:29:17.150" v="45" actId="20577"/>
          <ac:spMkLst>
            <pc:docMk/>
            <pc:sldMk cId="807965347" sldId="4795"/>
            <ac:spMk id="2" creationId="{3A227D43-825F-203D-F597-0EAF11E9CDB3}"/>
          </ac:spMkLst>
        </pc:spChg>
        <pc:picChg chg="add mod modCrop">
          <ac:chgData name="Prazyan, Levon" userId="ed024b0e-4a1a-418a-8ca0-755e149680c9" providerId="ADAL" clId="{5CE62181-5514-4B84-977E-E81A4DC0BAA3}" dt="2025-02-27T10:26:18.924" v="15" actId="732"/>
          <ac:picMkLst>
            <pc:docMk/>
            <pc:sldMk cId="807965347" sldId="4795"/>
            <ac:picMk id="4" creationId="{EBEBCA84-3643-4B5A-9C46-DEFF8D531314}"/>
          </ac:picMkLst>
        </pc:picChg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973462942" sldId="4795"/>
        </pc:sldMkLst>
      </pc:sldChg>
      <pc:sldChg chg="addSp delSp modSp new mod">
        <pc:chgData name="Prazyan, Levon" userId="ed024b0e-4a1a-418a-8ca0-755e149680c9" providerId="ADAL" clId="{5CE62181-5514-4B84-977E-E81A4DC0BAA3}" dt="2025-02-27T10:32:16.986" v="71" actId="1076"/>
        <pc:sldMkLst>
          <pc:docMk/>
          <pc:sldMk cId="1537783183" sldId="4796"/>
        </pc:sldMkLst>
        <pc:spChg chg="mod">
          <ac:chgData name="Prazyan, Levon" userId="ed024b0e-4a1a-418a-8ca0-755e149680c9" providerId="ADAL" clId="{5CE62181-5514-4B84-977E-E81A4DC0BAA3}" dt="2025-02-27T10:31:56.402" v="66" actId="20577"/>
          <ac:spMkLst>
            <pc:docMk/>
            <pc:sldMk cId="1537783183" sldId="4796"/>
            <ac:spMk id="2" creationId="{02A421D6-E465-306B-ABDB-9E76B15AFFE0}"/>
          </ac:spMkLst>
        </pc:spChg>
        <pc:picChg chg="add mod">
          <ac:chgData name="Prazyan, Levon" userId="ed024b0e-4a1a-418a-8ca0-755e149680c9" providerId="ADAL" clId="{5CE62181-5514-4B84-977E-E81A4DC0BAA3}" dt="2025-02-27T10:32:16.986" v="71" actId="1076"/>
          <ac:picMkLst>
            <pc:docMk/>
            <pc:sldMk cId="1537783183" sldId="4796"/>
            <ac:picMk id="1026" creationId="{5FBC73E6-F77D-5B7F-D86D-8EEAD42C89F3}"/>
          </ac:picMkLst>
        </pc:picChg>
      </pc:sldChg>
      <pc:sldChg chg="addSp delSp modSp new mod modClrScheme chgLayout">
        <pc:chgData name="Prazyan, Levon" userId="ed024b0e-4a1a-418a-8ca0-755e149680c9" providerId="ADAL" clId="{5CE62181-5514-4B84-977E-E81A4DC0BAA3}" dt="2025-02-27T22:03:35.515" v="116" actId="22"/>
        <pc:sldMkLst>
          <pc:docMk/>
          <pc:sldMk cId="742578829" sldId="4797"/>
        </pc:sldMkLst>
        <pc:spChg chg="add mod ord">
          <ac:chgData name="Prazyan, Levon" userId="ed024b0e-4a1a-418a-8ca0-755e149680c9" providerId="ADAL" clId="{5CE62181-5514-4B84-977E-E81A4DC0BAA3}" dt="2025-02-27T10:50:31.374" v="112" actId="20577"/>
          <ac:spMkLst>
            <pc:docMk/>
            <pc:sldMk cId="742578829" sldId="4797"/>
            <ac:spMk id="4" creationId="{2BC159F0-C0CA-21F4-F700-E11DF61508F9}"/>
          </ac:spMkLst>
        </pc:spChg>
        <pc:picChg chg="add mod">
          <ac:chgData name="Prazyan, Levon" userId="ed024b0e-4a1a-418a-8ca0-755e149680c9" providerId="ADAL" clId="{5CE62181-5514-4B84-977E-E81A4DC0BAA3}" dt="2025-02-27T10:47:55.693" v="76"/>
          <ac:picMkLst>
            <pc:docMk/>
            <pc:sldMk cId="742578829" sldId="4797"/>
            <ac:picMk id="9" creationId="{EDFA4756-F0E7-6671-94C5-453C99A2FE5D}"/>
          </ac:picMkLst>
        </pc:picChg>
        <pc:picChg chg="add mod ord">
          <ac:chgData name="Prazyan, Levon" userId="ed024b0e-4a1a-418a-8ca0-755e149680c9" providerId="ADAL" clId="{5CE62181-5514-4B84-977E-E81A4DC0BAA3}" dt="2025-02-27T22:03:35.515" v="116" actId="22"/>
          <ac:picMkLst>
            <pc:docMk/>
            <pc:sldMk cId="742578829" sldId="4797"/>
            <ac:picMk id="11" creationId="{3A66AA61-BF03-BFFF-E6E8-5382B094E9EE}"/>
          </ac:picMkLst>
        </pc:picChg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446675077" sldId="4797"/>
        </pc:sldMkLst>
      </pc:sldChg>
      <pc:sldChg chg="addSp delSp modSp new mod modClrScheme chgLayout">
        <pc:chgData name="Prazyan, Levon" userId="ed024b0e-4a1a-418a-8ca0-755e149680c9" providerId="ADAL" clId="{5CE62181-5514-4B84-977E-E81A4DC0BAA3}" dt="2025-02-27T22:08:00.252" v="133" actId="1076"/>
        <pc:sldMkLst>
          <pc:docMk/>
          <pc:sldMk cId="955564908" sldId="4798"/>
        </pc:sldMkLst>
        <pc:spChg chg="mod ord">
          <ac:chgData name="Prazyan, Levon" userId="ed024b0e-4a1a-418a-8ca0-755e149680c9" providerId="ADAL" clId="{5CE62181-5514-4B84-977E-E81A4DC0BAA3}" dt="2025-02-27T22:06:39.368" v="122" actId="700"/>
          <ac:spMkLst>
            <pc:docMk/>
            <pc:sldMk cId="955564908" sldId="4798"/>
            <ac:spMk id="2" creationId="{BBA74180-56B3-6577-8AB4-71955C95E09F}"/>
          </ac:spMkLst>
        </pc:spChg>
        <pc:picChg chg="add mod ord">
          <ac:chgData name="Prazyan, Levon" userId="ed024b0e-4a1a-418a-8ca0-755e149680c9" providerId="ADAL" clId="{5CE62181-5514-4B84-977E-E81A4DC0BAA3}" dt="2025-02-27T22:08:00.252" v="133" actId="1076"/>
          <ac:picMkLst>
            <pc:docMk/>
            <pc:sldMk cId="955564908" sldId="4798"/>
            <ac:picMk id="13" creationId="{204AE247-8BC1-71B8-B900-4FB4015678A0}"/>
          </ac:picMkLst>
        </pc:picChg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748049577" sldId="4798"/>
        </pc:sldMkLst>
      </pc:sldChg>
      <pc:sldChg chg="addSp delSp modSp new mod modClrScheme chgLayout">
        <pc:chgData name="Prazyan, Levon" userId="ed024b0e-4a1a-418a-8ca0-755e149680c9" providerId="ADAL" clId="{5CE62181-5514-4B84-977E-E81A4DC0BAA3}" dt="2025-03-04T19:34:58.821" v="148" actId="1076"/>
        <pc:sldMkLst>
          <pc:docMk/>
          <pc:sldMk cId="3081986746" sldId="4799"/>
        </pc:sldMkLst>
        <pc:spChg chg="mod ord">
          <ac:chgData name="Prazyan, Levon" userId="ed024b0e-4a1a-418a-8ca0-755e149680c9" providerId="ADAL" clId="{5CE62181-5514-4B84-977E-E81A4DC0BAA3}" dt="2025-03-04T19:33:40.283" v="142" actId="700"/>
          <ac:spMkLst>
            <pc:docMk/>
            <pc:sldMk cId="3081986746" sldId="4799"/>
            <ac:spMk id="2" creationId="{507FF424-215F-A06A-86F3-EA72907D5D66}"/>
          </ac:spMkLst>
        </pc:spChg>
        <pc:picChg chg="add mod ord">
          <ac:chgData name="Prazyan, Levon" userId="ed024b0e-4a1a-418a-8ca0-755e149680c9" providerId="ADAL" clId="{5CE62181-5514-4B84-977E-E81A4DC0BAA3}" dt="2025-03-04T19:34:01.341" v="145" actId="22"/>
          <ac:picMkLst>
            <pc:docMk/>
            <pc:sldMk cId="3081986746" sldId="4799"/>
            <ac:picMk id="15" creationId="{7A156C45-7B47-DDA3-C3BD-13025AD6CBC1}"/>
          </ac:picMkLst>
        </pc:picChg>
        <pc:picChg chg="add mod">
          <ac:chgData name="Prazyan, Levon" userId="ed024b0e-4a1a-418a-8ca0-755e149680c9" providerId="ADAL" clId="{5CE62181-5514-4B84-977E-E81A4DC0BAA3}" dt="2025-03-04T19:34:58.821" v="148" actId="1076"/>
          <ac:picMkLst>
            <pc:docMk/>
            <pc:sldMk cId="3081986746" sldId="4799"/>
            <ac:picMk id="1026" creationId="{03DD0507-3D91-337A-2341-6E331BF6648D}"/>
          </ac:picMkLst>
        </pc:picChg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532713017" sldId="4799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550125620" sldId="4800"/>
        </pc:sldMkLst>
      </pc:sldChg>
      <pc:sldChg chg="addSp delSp modSp add mod ord">
        <pc:chgData name="Prazyan, Levon" userId="ed024b0e-4a1a-418a-8ca0-755e149680c9" providerId="ADAL" clId="{5CE62181-5514-4B84-977E-E81A4DC0BAA3}" dt="2025-03-04T19:38:59.561" v="169" actId="14100"/>
        <pc:sldMkLst>
          <pc:docMk/>
          <pc:sldMk cId="4100768055" sldId="4800"/>
        </pc:sldMkLst>
        <pc:spChg chg="mod">
          <ac:chgData name="Prazyan, Levon" userId="ed024b0e-4a1a-418a-8ca0-755e149680c9" providerId="ADAL" clId="{5CE62181-5514-4B84-977E-E81A4DC0BAA3}" dt="2025-03-04T19:37:17.786" v="157" actId="20577"/>
          <ac:spMkLst>
            <pc:docMk/>
            <pc:sldMk cId="4100768055" sldId="4800"/>
            <ac:spMk id="2" creationId="{1AD7BCDC-70AC-1A8B-7AF8-DE421E423C1B}"/>
          </ac:spMkLst>
        </pc:spChg>
        <pc:picChg chg="add mod ord">
          <ac:chgData name="Prazyan, Levon" userId="ed024b0e-4a1a-418a-8ca0-755e149680c9" providerId="ADAL" clId="{5CE62181-5514-4B84-977E-E81A4DC0BAA3}" dt="2025-03-04T19:38:59.561" v="169" actId="14100"/>
          <ac:picMkLst>
            <pc:docMk/>
            <pc:sldMk cId="4100768055" sldId="4800"/>
            <ac:picMk id="10" creationId="{DD83EA0B-74F1-0F37-471A-E3836CD3DA0E}"/>
          </ac:picMkLst>
        </pc:picChg>
      </pc:sldChg>
      <pc:sldChg chg="addSp delSp modSp new del mod modClrScheme chgLayout">
        <pc:chgData name="Prazyan, Levon" userId="ed024b0e-4a1a-418a-8ca0-755e149680c9" providerId="ADAL" clId="{5CE62181-5514-4B84-977E-E81A4DC0BAA3}" dt="2025-03-04T19:41:46.164" v="178" actId="47"/>
        <pc:sldMkLst>
          <pc:docMk/>
          <pc:sldMk cId="3616808393" sldId="4801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145688094" sldId="4802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055134402" sldId="4803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391332826" sldId="4804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673105919" sldId="4805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667298014" sldId="4806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558071704" sldId="4807"/>
        </pc:sldMkLst>
      </pc:sldChg>
      <pc:sldChg chg="add">
        <pc:chgData name="Prazyan, Levon" userId="ed024b0e-4a1a-418a-8ca0-755e149680c9" providerId="ADAL" clId="{5CE62181-5514-4B84-977E-E81A4DC0BAA3}" dt="2025-03-04T19:41:41.904" v="177"/>
        <pc:sldMkLst>
          <pc:docMk/>
          <pc:sldMk cId="4289434646" sldId="4930"/>
        </pc:sldMkLst>
      </pc:sldChg>
      <pc:sldChg chg="addSp modSp new mod">
        <pc:chgData name="Prazyan, Levon" userId="ed024b0e-4a1a-418a-8ca0-755e149680c9" providerId="ADAL" clId="{5CE62181-5514-4B84-977E-E81A4DC0BAA3}" dt="2025-03-04T20:09:37.589" v="247" actId="113"/>
        <pc:sldMkLst>
          <pc:docMk/>
          <pc:sldMk cId="3304749675" sldId="4931"/>
        </pc:sldMkLst>
        <pc:spChg chg="mod">
          <ac:chgData name="Prazyan, Levon" userId="ed024b0e-4a1a-418a-8ca0-755e149680c9" providerId="ADAL" clId="{5CE62181-5514-4B84-977E-E81A4DC0BAA3}" dt="2025-03-04T19:42:02.225" v="184" actId="20577"/>
          <ac:spMkLst>
            <pc:docMk/>
            <pc:sldMk cId="3304749675" sldId="4931"/>
            <ac:spMk id="2" creationId="{CA0C076F-10D0-2635-7D8E-958AB9A41811}"/>
          </ac:spMkLst>
        </pc:spChg>
        <pc:spChg chg="mod">
          <ac:chgData name="Prazyan, Levon" userId="ed024b0e-4a1a-418a-8ca0-755e149680c9" providerId="ADAL" clId="{5CE62181-5514-4B84-977E-E81A4DC0BAA3}" dt="2025-03-04T20:09:37.589" v="247" actId="113"/>
          <ac:spMkLst>
            <pc:docMk/>
            <pc:sldMk cId="3304749675" sldId="4931"/>
            <ac:spMk id="3" creationId="{338357C4-1AC2-CA9B-8FA2-09781471AF79}"/>
          </ac:spMkLst>
        </pc:spChg>
      </pc:sldChg>
      <pc:sldChg chg="addSp delSp modSp new mod modClrScheme chgLayout">
        <pc:chgData name="Prazyan, Levon" userId="ed024b0e-4a1a-418a-8ca0-755e149680c9" providerId="ADAL" clId="{5CE62181-5514-4B84-977E-E81A4DC0BAA3}" dt="2025-03-14T04:25:53.602" v="634" actId="113"/>
        <pc:sldMkLst>
          <pc:docMk/>
          <pc:sldMk cId="971225567" sldId="4932"/>
        </pc:sldMkLst>
        <pc:spChg chg="mod ord">
          <ac:chgData name="Prazyan, Levon" userId="ed024b0e-4a1a-418a-8ca0-755e149680c9" providerId="ADAL" clId="{5CE62181-5514-4B84-977E-E81A4DC0BAA3}" dt="2025-03-13T15:11:58.622" v="256" actId="700"/>
          <ac:spMkLst>
            <pc:docMk/>
            <pc:sldMk cId="971225567" sldId="4932"/>
            <ac:spMk id="2" creationId="{772DE846-7FBE-EB07-D237-50651764DED6}"/>
          </ac:spMkLst>
        </pc:spChg>
        <pc:spChg chg="del">
          <ac:chgData name="Prazyan, Levon" userId="ed024b0e-4a1a-418a-8ca0-755e149680c9" providerId="ADAL" clId="{5CE62181-5514-4B84-977E-E81A4DC0BAA3}" dt="2025-03-13T15:11:58.622" v="256" actId="700"/>
          <ac:spMkLst>
            <pc:docMk/>
            <pc:sldMk cId="971225567" sldId="4932"/>
            <ac:spMk id="4" creationId="{8E7928DE-D142-2096-A4BB-DC72B682B9FB}"/>
          </ac:spMkLst>
        </pc:spChg>
        <pc:spChg chg="add mod">
          <ac:chgData name="Prazyan, Levon" userId="ed024b0e-4a1a-418a-8ca0-755e149680c9" providerId="ADAL" clId="{5CE62181-5514-4B84-977E-E81A4DC0BAA3}" dt="2025-03-14T04:25:53.602" v="634" actId="113"/>
          <ac:spMkLst>
            <pc:docMk/>
            <pc:sldMk cId="971225567" sldId="4932"/>
            <ac:spMk id="6" creationId="{DEB9E105-279B-5BC9-FFB4-1BDEADA0A810}"/>
          </ac:spMkLst>
        </pc:spChg>
        <pc:picChg chg="add del mod ord">
          <ac:chgData name="Prazyan, Levon" userId="ed024b0e-4a1a-418a-8ca0-755e149680c9" providerId="ADAL" clId="{5CE62181-5514-4B84-977E-E81A4DC0BAA3}" dt="2025-03-13T15:12:00.925" v="257" actId="478"/>
          <ac:picMkLst>
            <pc:docMk/>
            <pc:sldMk cId="971225567" sldId="4932"/>
            <ac:picMk id="5" creationId="{E96166CE-2E8C-D99B-9119-17A3BC4C03C1}"/>
          </ac:picMkLst>
        </pc:picChg>
      </pc:sldChg>
      <pc:sldChg chg="delSp modSp add mod modClrScheme chgLayout">
        <pc:chgData name="Prazyan, Levon" userId="ed024b0e-4a1a-418a-8ca0-755e149680c9" providerId="ADAL" clId="{5CE62181-5514-4B84-977E-E81A4DC0BAA3}" dt="2025-03-13T15:18:33.518" v="355" actId="700"/>
        <pc:sldMkLst>
          <pc:docMk/>
          <pc:sldMk cId="1487636092" sldId="4933"/>
        </pc:sldMkLst>
        <pc:spChg chg="mod ord">
          <ac:chgData name="Prazyan, Levon" userId="ed024b0e-4a1a-418a-8ca0-755e149680c9" providerId="ADAL" clId="{5CE62181-5514-4B84-977E-E81A4DC0BAA3}" dt="2025-03-13T15:18:33.518" v="355" actId="700"/>
          <ac:spMkLst>
            <pc:docMk/>
            <pc:sldMk cId="1487636092" sldId="4933"/>
            <ac:spMk id="2" creationId="{8F057543-43A6-C168-F30C-DEAD85EAF877}"/>
          </ac:spMkLst>
        </pc:spChg>
        <pc:spChg chg="del">
          <ac:chgData name="Prazyan, Levon" userId="ed024b0e-4a1a-418a-8ca0-755e149680c9" providerId="ADAL" clId="{5CE62181-5514-4B84-977E-E81A4DC0BAA3}" dt="2025-03-13T15:18:33.518" v="355" actId="700"/>
          <ac:spMkLst>
            <pc:docMk/>
            <pc:sldMk cId="1487636092" sldId="4933"/>
            <ac:spMk id="4" creationId="{7F52B9DF-A326-094D-8B21-BFCD6FF25DC3}"/>
          </ac:spMkLst>
        </pc:spChg>
        <pc:picChg chg="mod ord">
          <ac:chgData name="Prazyan, Levon" userId="ed024b0e-4a1a-418a-8ca0-755e149680c9" providerId="ADAL" clId="{5CE62181-5514-4B84-977E-E81A4DC0BAA3}" dt="2025-03-13T15:18:33.518" v="355" actId="700"/>
          <ac:picMkLst>
            <pc:docMk/>
            <pc:sldMk cId="1487636092" sldId="4933"/>
            <ac:picMk id="5" creationId="{A091ECD7-BCA7-FD23-6678-9755F2232844}"/>
          </ac:picMkLst>
        </pc:picChg>
      </pc:sldChg>
      <pc:sldChg chg="addSp modSp new mod modAnim">
        <pc:chgData name="Prazyan, Levon" userId="ed024b0e-4a1a-418a-8ca0-755e149680c9" providerId="ADAL" clId="{5CE62181-5514-4B84-977E-E81A4DC0BAA3}" dt="2025-03-13T16:34:15.115" v="579"/>
        <pc:sldMkLst>
          <pc:docMk/>
          <pc:sldMk cId="644805371" sldId="4934"/>
        </pc:sldMkLst>
        <pc:spChg chg="mod">
          <ac:chgData name="Prazyan, Levon" userId="ed024b0e-4a1a-418a-8ca0-755e149680c9" providerId="ADAL" clId="{5CE62181-5514-4B84-977E-E81A4DC0BAA3}" dt="2025-03-13T15:18:54.044" v="373" actId="20577"/>
          <ac:spMkLst>
            <pc:docMk/>
            <pc:sldMk cId="644805371" sldId="4934"/>
            <ac:spMk id="2" creationId="{B41E35B7-7576-3BE6-5E16-EB92FE3A82D4}"/>
          </ac:spMkLst>
        </pc:spChg>
        <pc:spChg chg="mod">
          <ac:chgData name="Prazyan, Levon" userId="ed024b0e-4a1a-418a-8ca0-755e149680c9" providerId="ADAL" clId="{5CE62181-5514-4B84-977E-E81A4DC0BAA3}" dt="2025-03-13T16:34:12.851" v="578" actId="114"/>
          <ac:spMkLst>
            <pc:docMk/>
            <pc:sldMk cId="644805371" sldId="4934"/>
            <ac:spMk id="3" creationId="{E851071C-3A92-9705-7526-46ACAC3CDA0E}"/>
          </ac:spMkLst>
        </pc:sp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4" creationId="{BD46A90A-75F7-6B48-8E37-959CDCFECC91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5" creationId="{AB5A67B1-CD82-3329-A709-D6A06DAB6630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6" creationId="{ADD2FB55-2A62-6C3F-0C5E-546B0E64238D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7" creationId="{0121D15E-E78B-DE50-52FF-F0BB3BFBFB1C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8" creationId="{37355689-FEDC-2DCE-EDDB-F4A43ED2C09B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9" creationId="{A5B36F1C-E1DF-87A5-03AF-C169BAB56FFC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10" creationId="{6BEDCC43-93E3-503E-A6AE-7C3E146CCC2C}"/>
          </ac:graphicFrameMkLst>
        </pc:graphicFrameChg>
        <pc:graphicFrameChg chg="add mod">
          <ac:chgData name="Prazyan, Levon" userId="ed024b0e-4a1a-418a-8ca0-755e149680c9" providerId="ADAL" clId="{5CE62181-5514-4B84-977E-E81A4DC0BAA3}" dt="2025-03-13T15:47:15.315" v="378"/>
          <ac:graphicFrameMkLst>
            <pc:docMk/>
            <pc:sldMk cId="644805371" sldId="4934"/>
            <ac:graphicFrameMk id="11" creationId="{92C5EBAB-5DAD-92F8-8A09-BE7E1489D552}"/>
          </ac:graphicFrameMkLst>
        </pc:graphicFrameChg>
      </pc:sldChg>
      <pc:sldChg chg="addSp delSp modSp new add del mod setBg modClrScheme delDesignElem chgLayout">
        <pc:chgData name="Prazyan, Levon" userId="ed024b0e-4a1a-418a-8ca0-755e149680c9" providerId="ADAL" clId="{5CE62181-5514-4B84-977E-E81A4DC0BAA3}" dt="2025-03-13T16:49:33.099" v="625" actId="700"/>
        <pc:sldMkLst>
          <pc:docMk/>
          <pc:sldMk cId="3416857204" sldId="4935"/>
        </pc:sldMkLst>
        <pc:spChg chg="mod ord">
          <ac:chgData name="Prazyan, Levon" userId="ed024b0e-4a1a-418a-8ca0-755e149680c9" providerId="ADAL" clId="{5CE62181-5514-4B84-977E-E81A4DC0BAA3}" dt="2025-03-13T16:49:33.099" v="625" actId="700"/>
          <ac:spMkLst>
            <pc:docMk/>
            <pc:sldMk cId="3416857204" sldId="4935"/>
            <ac:spMk id="2" creationId="{FDD8EB8F-51D1-C60E-A07C-74BF34465E4E}"/>
          </ac:spMkLst>
        </pc:spChg>
        <pc:spChg chg="del">
          <ac:chgData name="Prazyan, Levon" userId="ed024b0e-4a1a-418a-8ca0-755e149680c9" providerId="ADAL" clId="{5CE62181-5514-4B84-977E-E81A4DC0BAA3}" dt="2025-03-13T16:33:09.875" v="517"/>
          <ac:spMkLst>
            <pc:docMk/>
            <pc:sldMk cId="3416857204" sldId="4935"/>
            <ac:spMk id="3" creationId="{251D55C4-D9B6-2AF9-3DE1-9E77D8DF2838}"/>
          </ac:spMkLst>
        </pc:spChg>
        <pc:spChg chg="add del mod ord">
          <ac:chgData name="Prazyan, Levon" userId="ed024b0e-4a1a-418a-8ca0-755e149680c9" providerId="ADAL" clId="{5CE62181-5514-4B84-977E-E81A4DC0BAA3}" dt="2025-03-13T16:47:40.633" v="622" actId="22"/>
          <ac:spMkLst>
            <pc:docMk/>
            <pc:sldMk cId="3416857204" sldId="4935"/>
            <ac:spMk id="4" creationId="{4C34A224-A74C-43B3-860D-1933B1ED72BC}"/>
          </ac:spMkLst>
        </pc:spChg>
        <pc:spChg chg="add del mod ord">
          <ac:chgData name="Prazyan, Levon" userId="ed024b0e-4a1a-418a-8ca0-755e149680c9" providerId="ADAL" clId="{5CE62181-5514-4B84-977E-E81A4DC0BAA3}" dt="2025-03-13T16:49:33.099" v="625" actId="700"/>
          <ac:spMkLst>
            <pc:docMk/>
            <pc:sldMk cId="3416857204" sldId="4935"/>
            <ac:spMk id="7" creationId="{3F7B66EE-8348-6095-7C23-10A005C6E07A}"/>
          </ac:spMkLst>
        </pc:spChg>
        <pc:spChg chg="add del">
          <ac:chgData name="Prazyan, Levon" userId="ed024b0e-4a1a-418a-8ca0-755e149680c9" providerId="ADAL" clId="{5CE62181-5514-4B84-977E-E81A4DC0BAA3}" dt="2025-03-13T16:43:07.831" v="608" actId="26606"/>
          <ac:spMkLst>
            <pc:docMk/>
            <pc:sldMk cId="3416857204" sldId="4935"/>
            <ac:spMk id="2054" creationId="{D753D52E-EA9A-43E6-494C-68AB1A5E94AE}"/>
          </ac:spMkLst>
        </pc:spChg>
        <pc:spChg chg="add del">
          <ac:chgData name="Prazyan, Levon" userId="ed024b0e-4a1a-418a-8ca0-755e149680c9" providerId="ADAL" clId="{5CE62181-5514-4B84-977E-E81A4DC0BAA3}" dt="2025-03-13T16:49:33.099" v="625" actId="700"/>
          <ac:spMkLst>
            <pc:docMk/>
            <pc:sldMk cId="3416857204" sldId="4935"/>
            <ac:spMk id="2055" creationId="{E51BA4DF-2BD4-4EC2-B1DB-B27C8AC71864}"/>
          </ac:spMkLst>
        </pc:spChg>
        <pc:spChg chg="add del">
          <ac:chgData name="Prazyan, Levon" userId="ed024b0e-4a1a-418a-8ca0-755e149680c9" providerId="ADAL" clId="{5CE62181-5514-4B84-977E-E81A4DC0BAA3}" dt="2025-03-13T16:43:07.831" v="608" actId="26606"/>
          <ac:spMkLst>
            <pc:docMk/>
            <pc:sldMk cId="3416857204" sldId="4935"/>
            <ac:spMk id="2057" creationId="{B6FACB3C-9069-4791-BC5C-0DB7CD19B853}"/>
          </ac:spMkLst>
        </pc:spChg>
        <pc:spChg chg="add del">
          <ac:chgData name="Prazyan, Levon" userId="ed024b0e-4a1a-418a-8ca0-755e149680c9" providerId="ADAL" clId="{5CE62181-5514-4B84-977E-E81A4DC0BAA3}" dt="2025-03-13T16:43:07.831" v="608" actId="26606"/>
          <ac:spMkLst>
            <pc:docMk/>
            <pc:sldMk cId="3416857204" sldId="4935"/>
            <ac:spMk id="2059" creationId="{71F2038E-D777-4B76-81DD-DD13EE91B9DD}"/>
          </ac:spMkLst>
        </pc:spChg>
        <pc:spChg chg="add del">
          <ac:chgData name="Prazyan, Levon" userId="ed024b0e-4a1a-418a-8ca0-755e149680c9" providerId="ADAL" clId="{5CE62181-5514-4B84-977E-E81A4DC0BAA3}" dt="2025-03-13T16:43:41.826" v="613" actId="26606"/>
          <ac:spMkLst>
            <pc:docMk/>
            <pc:sldMk cId="3416857204" sldId="4935"/>
            <ac:spMk id="2060" creationId="{B66D7F65-E9B6-4775-8355-D095CC73C1C8}"/>
          </ac:spMkLst>
        </pc:spChg>
        <pc:spChg chg="add del">
          <ac:chgData name="Prazyan, Levon" userId="ed024b0e-4a1a-418a-8ca0-755e149680c9" providerId="ADAL" clId="{5CE62181-5514-4B84-977E-E81A4DC0BAA3}" dt="2025-03-13T16:43:41.826" v="613" actId="26606"/>
          <ac:spMkLst>
            <pc:docMk/>
            <pc:sldMk cId="3416857204" sldId="4935"/>
            <ac:spMk id="2062" creationId="{61707E60-CEC9-4661-AA82-69242EB4BDC3}"/>
          </ac:spMkLst>
        </pc:spChg>
        <pc:spChg chg="add del">
          <ac:chgData name="Prazyan, Levon" userId="ed024b0e-4a1a-418a-8ca0-755e149680c9" providerId="ADAL" clId="{5CE62181-5514-4B84-977E-E81A4DC0BAA3}" dt="2025-03-13T16:43:41.826" v="613" actId="26606"/>
          <ac:spMkLst>
            <pc:docMk/>
            <pc:sldMk cId="3416857204" sldId="4935"/>
            <ac:spMk id="2064" creationId="{8F035CD8-AE30-4146-96F2-036B0CE5E4F3}"/>
          </ac:spMkLst>
        </pc:spChg>
        <pc:spChg chg="add del">
          <ac:chgData name="Prazyan, Levon" userId="ed024b0e-4a1a-418a-8ca0-755e149680c9" providerId="ADAL" clId="{5CE62181-5514-4B84-977E-E81A4DC0BAA3}" dt="2025-03-13T16:43:45.802" v="615" actId="26606"/>
          <ac:spMkLst>
            <pc:docMk/>
            <pc:sldMk cId="3416857204" sldId="4935"/>
            <ac:spMk id="2066" creationId="{E51BA4DF-2BD4-4EC2-B1DB-B27C8AC71864}"/>
          </ac:spMkLst>
        </pc:spChg>
        <pc:spChg chg="add del">
          <ac:chgData name="Prazyan, Levon" userId="ed024b0e-4a1a-418a-8ca0-755e149680c9" providerId="ADAL" clId="{5CE62181-5514-4B84-977E-E81A4DC0BAA3}" dt="2025-03-13T16:43:54.106" v="617" actId="26606"/>
          <ac:spMkLst>
            <pc:docMk/>
            <pc:sldMk cId="3416857204" sldId="4935"/>
            <ac:spMk id="2068" creationId="{D009D6D5-DAC2-4A8B-A17A-E206B9012D09}"/>
          </ac:spMkLst>
        </pc:spChg>
        <pc:spChg chg="add del">
          <ac:chgData name="Prazyan, Levon" userId="ed024b0e-4a1a-418a-8ca0-755e149680c9" providerId="ADAL" clId="{5CE62181-5514-4B84-977E-E81A4DC0BAA3}" dt="2025-03-13T16:44:05.013" v="621" actId="26606"/>
          <ac:spMkLst>
            <pc:docMk/>
            <pc:sldMk cId="3416857204" sldId="4935"/>
            <ac:spMk id="2071" creationId="{DF8BC164-E230-753F-2C7E-B4EE7BA77CF1}"/>
          </ac:spMkLst>
        </pc:spChg>
        <pc:grpChg chg="add del">
          <ac:chgData name="Prazyan, Levon" userId="ed024b0e-4a1a-418a-8ca0-755e149680c9" providerId="ADAL" clId="{5CE62181-5514-4B84-977E-E81A4DC0BAA3}" dt="2025-03-13T16:43:07.831" v="608" actId="26606"/>
          <ac:grpSpMkLst>
            <pc:docMk/>
            <pc:sldMk cId="3416857204" sldId="4935"/>
            <ac:grpSpMk id="2061" creationId="{DD354807-230F-4402-B1B9-F733A8F1F190}"/>
          </ac:grpSpMkLst>
        </pc:grpChg>
        <pc:picChg chg="add mod ord">
          <ac:chgData name="Prazyan, Levon" userId="ed024b0e-4a1a-418a-8ca0-755e149680c9" providerId="ADAL" clId="{5CE62181-5514-4B84-977E-E81A4DC0BAA3}" dt="2025-03-13T16:49:33.099" v="625" actId="700"/>
          <ac:picMkLst>
            <pc:docMk/>
            <pc:sldMk cId="3416857204" sldId="4935"/>
            <ac:picMk id="6" creationId="{A8B880FC-6AE4-B410-4818-61184F42CAB6}"/>
          </ac:picMkLst>
        </pc:picChg>
        <pc:picChg chg="add del mod ord">
          <ac:chgData name="Prazyan, Levon" userId="ed024b0e-4a1a-418a-8ca0-755e149680c9" providerId="ADAL" clId="{5CE62181-5514-4B84-977E-E81A4DC0BAA3}" dt="2025-03-13T16:49:29.209" v="624" actId="478"/>
          <ac:picMkLst>
            <pc:docMk/>
            <pc:sldMk cId="3416857204" sldId="4935"/>
            <ac:picMk id="2050" creationId="{B967FBA8-9FB2-D3AF-2EAF-3721D4488D4C}"/>
          </ac:picMkLst>
        </pc:picChg>
        <pc:cxnChg chg="add del">
          <ac:chgData name="Prazyan, Levon" userId="ed024b0e-4a1a-418a-8ca0-755e149680c9" providerId="ADAL" clId="{5CE62181-5514-4B84-977E-E81A4DC0BAA3}" dt="2025-03-13T16:44:05.013" v="621" actId="26606"/>
          <ac:cxnSpMkLst>
            <pc:docMk/>
            <pc:sldMk cId="3416857204" sldId="4935"/>
            <ac:cxnSpMk id="2070" creationId="{FC23E3B9-5ABF-58B3-E2B0-E9A5DAA90037}"/>
          </ac:cxnSpMkLst>
        </pc:cxnChg>
      </pc:sldChg>
      <pc:sldChg chg="addSp delSp modSp add mod modClrScheme modAnim delDesignElem chgLayout">
        <pc:chgData name="Prazyan, Levon" userId="ed024b0e-4a1a-418a-8ca0-755e149680c9" providerId="ADAL" clId="{5CE62181-5514-4B84-977E-E81A4DC0BAA3}" dt="2025-03-14T04:31:56.416" v="647"/>
        <pc:sldMkLst>
          <pc:docMk/>
          <pc:sldMk cId="1448384076" sldId="4936"/>
        </pc:sldMkLst>
        <pc:spChg chg="mod ord">
          <ac:chgData name="Prazyan, Levon" userId="ed024b0e-4a1a-418a-8ca0-755e149680c9" providerId="ADAL" clId="{5CE62181-5514-4B84-977E-E81A4DC0BAA3}" dt="2025-03-14T04:31:24.742" v="638" actId="242"/>
          <ac:spMkLst>
            <pc:docMk/>
            <pc:sldMk cId="1448384076" sldId="4936"/>
            <ac:spMk id="2" creationId="{1F344030-8DAC-5DBC-CCF7-B7C7B95A058D}"/>
          </ac:spMkLst>
        </pc:spChg>
        <pc:spChg chg="add del mod">
          <ac:chgData name="Prazyan, Levon" userId="ed024b0e-4a1a-418a-8ca0-755e149680c9" providerId="ADAL" clId="{5CE62181-5514-4B84-977E-E81A4DC0BAA3}" dt="2025-03-13T16:50:07.858" v="627" actId="700"/>
          <ac:spMkLst>
            <pc:docMk/>
            <pc:sldMk cId="1448384076" sldId="4936"/>
            <ac:spMk id="4" creationId="{C10FE34B-0B7E-081A-3CB0-A1EC7045A5DF}"/>
          </ac:spMkLst>
        </pc:spChg>
        <pc:spChg chg="add del mod ord">
          <ac:chgData name="Prazyan, Levon" userId="ed024b0e-4a1a-418a-8ca0-755e149680c9" providerId="ADAL" clId="{5CE62181-5514-4B84-977E-E81A4DC0BAA3}" dt="2025-03-14T04:31:07.514" v="636"/>
          <ac:spMkLst>
            <pc:docMk/>
            <pc:sldMk cId="1448384076" sldId="4936"/>
            <ac:spMk id="5" creationId="{9BAD3CF8-9E12-C746-5827-C9E5B8A559E0}"/>
          </ac:spMkLst>
        </pc:spChg>
        <pc:spChg chg="del">
          <ac:chgData name="Prazyan, Levon" userId="ed024b0e-4a1a-418a-8ca0-755e149680c9" providerId="ADAL" clId="{5CE62181-5514-4B84-977E-E81A4DC0BAA3}" dt="2025-03-13T16:50:07.858" v="627" actId="700"/>
          <ac:spMkLst>
            <pc:docMk/>
            <pc:sldMk cId="1448384076" sldId="4936"/>
            <ac:spMk id="2055" creationId="{659CB745-26C7-7FA4-9EC6-790FBFBCBCFB}"/>
          </ac:spMkLst>
        </pc:spChg>
        <pc:picChg chg="del">
          <ac:chgData name="Prazyan, Levon" userId="ed024b0e-4a1a-418a-8ca0-755e149680c9" providerId="ADAL" clId="{5CE62181-5514-4B84-977E-E81A4DC0BAA3}" dt="2025-03-13T16:50:04.925" v="626" actId="478"/>
          <ac:picMkLst>
            <pc:docMk/>
            <pc:sldMk cId="1448384076" sldId="4936"/>
            <ac:picMk id="6" creationId="{6940B781-F446-9EBC-2762-CF203546B541}"/>
          </ac:picMkLst>
        </pc:picChg>
        <pc:picChg chg="mod ord">
          <ac:chgData name="Prazyan, Levon" userId="ed024b0e-4a1a-418a-8ca0-755e149680c9" providerId="ADAL" clId="{5CE62181-5514-4B84-977E-E81A4DC0BAA3}" dt="2025-03-14T04:31:37.372" v="643" actId="1076"/>
          <ac:picMkLst>
            <pc:docMk/>
            <pc:sldMk cId="1448384076" sldId="4936"/>
            <ac:picMk id="2050" creationId="{FF1C3720-7D93-E9BA-CA57-D3A5C62A44BB}"/>
          </ac:picMkLst>
        </pc:picChg>
        <pc:picChg chg="add mod">
          <ac:chgData name="Prazyan, Levon" userId="ed024b0e-4a1a-418a-8ca0-755e149680c9" providerId="ADAL" clId="{5CE62181-5514-4B84-977E-E81A4DC0BAA3}" dt="2025-03-14T04:31:42.081" v="645" actId="1076"/>
          <ac:picMkLst>
            <pc:docMk/>
            <pc:sldMk cId="1448384076" sldId="4936"/>
            <ac:picMk id="3074" creationId="{639F4D3F-D752-94C1-2079-2D87FAE0BBA3}"/>
          </ac:picMkLst>
        </pc:picChg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901138598" sldId="4948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773235153" sldId="4949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555693447" sldId="4950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912631314" sldId="4951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641044240" sldId="4952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246169011" sldId="4953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332307132" sldId="4954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934335095" sldId="4955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14543782" sldId="4956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134609102" sldId="4957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862852401" sldId="4958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4191637311" sldId="4959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4240517729" sldId="4960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4066117744" sldId="4962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747706484" sldId="4963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1456664564" sldId="4966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957351842" sldId="4967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3740027759" sldId="4968"/>
        </pc:sldMkLst>
      </pc:sldChg>
      <pc:sldChg chg="add del">
        <pc:chgData name="Prazyan, Levon" userId="ed024b0e-4a1a-418a-8ca0-755e149680c9" providerId="ADAL" clId="{5CE62181-5514-4B84-977E-E81A4DC0BAA3}" dt="2025-02-27T10:15:14.111" v="6" actId="47"/>
        <pc:sldMkLst>
          <pc:docMk/>
          <pc:sldMk cId="2637528904" sldId="49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A2DD-6D48-0FB5-A193-8925059C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B5D24-EFD7-32CB-B617-4E7EE740F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2DD45-110C-07DA-1559-6EBA3C180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1529-0F40-1DBB-318F-C29877D22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38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70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Sorting and Searching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Hash Tables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Dynamic Programming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Greedy Algorithms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 Algorithms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7D43-825F-203D-F597-0EAF11E9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Single-Linked List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EBCA84-3643-4B5A-9C46-DEFF8D531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07" t="3710" r="3472" b="4231"/>
          <a:stretch/>
        </p:blipFill>
        <p:spPr>
          <a:xfrm>
            <a:off x="1046747" y="2574758"/>
            <a:ext cx="9950116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6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C159F0-C0CA-21F4-F700-E11DF615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Singe-Linked List. Node class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A66AA61-BF03-BFFF-E6E8-5382B094E9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30230"/>
            <a:ext cx="5181600" cy="3942127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FA4756-F0E7-6671-94C5-453C99A2FE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3062598"/>
            <a:ext cx="5181600" cy="18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7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4180-56B3-6577-8AB4-71955C95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Singe-Linked List class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04AE247-8BC1-71B8-B900-4FB401567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220658" cy="5131236"/>
          </a:xfrm>
        </p:spPr>
      </p:pic>
    </p:spTree>
    <p:extLst>
      <p:ext uri="{BB962C8B-B14F-4D97-AF65-F5344CB8AC3E}">
        <p14:creationId xmlns:p14="http://schemas.microsoft.com/office/powerpoint/2010/main" val="95556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21D6-E465-306B-ABDB-9E76B15A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Double-Linked List</a:t>
            </a:r>
          </a:p>
        </p:txBody>
      </p:sp>
      <p:pic>
        <p:nvPicPr>
          <p:cNvPr id="1026" name="Picture 2" descr="Implementation of Doubly Linked List | Board Infinity">
            <a:extLst>
              <a:ext uri="{FF2B5EF4-FFF2-40B4-BE49-F238E27FC236}">
                <a16:creationId xmlns:a16="http://schemas.microsoft.com/office/drawing/2014/main" id="{5FBC73E6-F77D-5B7F-D86D-8EEAD42C89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6" b="28866"/>
          <a:stretch/>
        </p:blipFill>
        <p:spPr bwMode="auto">
          <a:xfrm>
            <a:off x="1076478" y="2039352"/>
            <a:ext cx="10039043" cy="27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78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F424-215F-A06A-86F3-EA72907D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Double-Linked List Node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A156C45-7B47-DDA3-C3BD-13025AD6CB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1336" y="1825625"/>
            <a:ext cx="4523327" cy="4351338"/>
          </a:xfrm>
        </p:spPr>
      </p:pic>
      <p:pic>
        <p:nvPicPr>
          <p:cNvPr id="1026" name="Picture 2" descr="Data Structure : Doubly Linked List - Codeforwin">
            <a:extLst>
              <a:ext uri="{FF2B5EF4-FFF2-40B4-BE49-F238E27FC236}">
                <a16:creationId xmlns:a16="http://schemas.microsoft.com/office/drawing/2014/main" id="{03DD0507-3D91-337A-2341-6E331BF664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07" y="2430380"/>
            <a:ext cx="6118729" cy="23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98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B34D-C985-AD8A-C98C-5A5AC9BD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BCDC-70AC-1A8B-7AF8-DE421E42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Double-Linked List class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D83EA0B-74F1-0F37-471A-E3836CD3D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9701014" cy="5044821"/>
          </a:xfrm>
        </p:spPr>
      </p:pic>
    </p:spTree>
    <p:extLst>
      <p:ext uri="{BB962C8B-B14F-4D97-AF65-F5344CB8AC3E}">
        <p14:creationId xmlns:p14="http://schemas.microsoft.com/office/powerpoint/2010/main" val="410076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076F-10D0-2635-7D8E-958AB9A4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357C4-1AC2-CA9B-8FA2-09781471A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is a linear data structure that follows the </a:t>
            </a:r>
            <a:r>
              <a:rPr lang="en-US" b="1" dirty="0"/>
              <a:t>Last In, First Out (LIFO)</a:t>
            </a:r>
            <a:r>
              <a:rPr lang="en-US" dirty="0"/>
              <a:t> principle.</a:t>
            </a:r>
          </a:p>
          <a:p>
            <a:pPr marL="0" indent="0">
              <a:buNone/>
            </a:pPr>
            <a:r>
              <a:rPr lang="en-US" dirty="0"/>
              <a:t>Stack operations:</a:t>
            </a:r>
          </a:p>
          <a:p>
            <a:r>
              <a:rPr lang="en-US" b="1" dirty="0"/>
              <a:t>push</a:t>
            </a:r>
            <a:r>
              <a:rPr lang="en-US" dirty="0"/>
              <a:t>: Add an element to the top of the stack.</a:t>
            </a:r>
          </a:p>
          <a:p>
            <a:r>
              <a:rPr lang="en-US" b="1" dirty="0"/>
              <a:t>pop</a:t>
            </a:r>
            <a:r>
              <a:rPr lang="en-US" dirty="0"/>
              <a:t>: Remove the element from the top of the stack.</a:t>
            </a:r>
          </a:p>
          <a:p>
            <a:r>
              <a:rPr lang="en-US" dirty="0"/>
              <a:t>top: View the top element without removing it.</a:t>
            </a:r>
          </a:p>
          <a:p>
            <a:r>
              <a:rPr lang="en-US" dirty="0"/>
              <a:t>empty: Check if the stack is empty.</a:t>
            </a:r>
          </a:p>
          <a:p>
            <a:r>
              <a:rPr lang="en-US" dirty="0"/>
              <a:t>size: Get the number of elements in the stack.</a:t>
            </a:r>
          </a:p>
        </p:txBody>
      </p:sp>
    </p:spTree>
    <p:extLst>
      <p:ext uri="{BB962C8B-B14F-4D97-AF65-F5344CB8AC3E}">
        <p14:creationId xmlns:p14="http://schemas.microsoft.com/office/powerpoint/2010/main" val="330474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2DD1-66A3-5618-6441-9B0BF16C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pic>
        <p:nvPicPr>
          <p:cNvPr id="1026" name="Picture 2" descr="Stack Definition &amp; Meaning in DSA - GeeksforGeeks">
            <a:extLst>
              <a:ext uri="{FF2B5EF4-FFF2-40B4-BE49-F238E27FC236}">
                <a16:creationId xmlns:a16="http://schemas.microsoft.com/office/drawing/2014/main" id="{57B4DF24-1AB6-EE37-0DF6-E484E6DE2B3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5" b="15913"/>
          <a:stretch/>
        </p:blipFill>
        <p:spPr bwMode="auto">
          <a:xfrm>
            <a:off x="1163739" y="1531760"/>
            <a:ext cx="4509304" cy="445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ck Definition &amp; Meaning in DSA - GeeksforGeeks">
            <a:extLst>
              <a:ext uri="{FF2B5EF4-FFF2-40B4-BE49-F238E27FC236}">
                <a16:creationId xmlns:a16="http://schemas.microsoft.com/office/drawing/2014/main" id="{47F01588-C07B-2291-1D9E-D6B0264D45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5" b="15913"/>
          <a:stretch/>
        </p:blipFill>
        <p:spPr bwMode="auto">
          <a:xfrm>
            <a:off x="5673043" y="1531763"/>
            <a:ext cx="4509303" cy="4456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43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E846-7FBE-EB07-D237-50651764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9E105-279B-5BC9-FFB4-1BDEADA0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queue</a:t>
            </a:r>
            <a:r>
              <a:rPr lang="en-US" dirty="0"/>
              <a:t> is a linear data structure that follows the FIFO (First In, First Out) principle.</a:t>
            </a:r>
          </a:p>
          <a:p>
            <a:pPr marL="0" indent="0">
              <a:buNone/>
            </a:pPr>
            <a:r>
              <a:rPr lang="en-US" dirty="0"/>
              <a:t>Queue operations:</a:t>
            </a:r>
          </a:p>
          <a:p>
            <a:r>
              <a:rPr lang="en-US" b="1" dirty="0"/>
              <a:t>push</a:t>
            </a:r>
            <a:r>
              <a:rPr lang="en-US" dirty="0"/>
              <a:t>: Add an element to the back of the queue.</a:t>
            </a:r>
          </a:p>
          <a:p>
            <a:r>
              <a:rPr lang="en-US" b="1" dirty="0"/>
              <a:t>pop</a:t>
            </a:r>
            <a:r>
              <a:rPr lang="en-US" dirty="0"/>
              <a:t>: Remove the element from the front of the queue.</a:t>
            </a:r>
          </a:p>
          <a:p>
            <a:r>
              <a:rPr lang="en-US" b="1" dirty="0"/>
              <a:t>front</a:t>
            </a:r>
            <a:r>
              <a:rPr lang="en-US" dirty="0"/>
              <a:t>: get the front element without removing it.</a:t>
            </a:r>
          </a:p>
          <a:p>
            <a:r>
              <a:rPr lang="en-US" b="1" dirty="0"/>
              <a:t>empty</a:t>
            </a:r>
            <a:r>
              <a:rPr lang="en-US" dirty="0"/>
              <a:t>: Check if the queue is empty.</a:t>
            </a:r>
          </a:p>
          <a:p>
            <a:r>
              <a:rPr lang="en-US" b="1" dirty="0"/>
              <a:t>size</a:t>
            </a:r>
            <a:r>
              <a:rPr lang="en-US" dirty="0"/>
              <a:t>: Get the number of elements in the queue.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22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6BD5-4ACD-3656-6A78-4D24CBB6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7543-43A6-C168-F30C-DEAD85EA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1ECD7-BCA7-FD23-6678-9755F2232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36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35B7-7576-3BE6-5E16-EB92FE3A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1071C-3A92-9705-7526-46ACAC3C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deque (double-ended queue)</a:t>
            </a:r>
            <a:r>
              <a:rPr lang="en-US" dirty="0"/>
              <a:t> is a linear data structure that allows insertion and deletion from both ends</a:t>
            </a:r>
          </a:p>
          <a:p>
            <a:r>
              <a:rPr lang="en-US" b="1" dirty="0" err="1"/>
              <a:t>push_front</a:t>
            </a:r>
            <a:r>
              <a:rPr lang="en-US" dirty="0"/>
              <a:t>: Insert an element at the front.</a:t>
            </a:r>
          </a:p>
          <a:p>
            <a:r>
              <a:rPr lang="en-US" b="1" dirty="0" err="1"/>
              <a:t>push_back</a:t>
            </a:r>
            <a:r>
              <a:rPr lang="en-US" dirty="0"/>
              <a:t>: Insert an element at the back.</a:t>
            </a:r>
          </a:p>
          <a:p>
            <a:r>
              <a:rPr lang="en-US" b="1" dirty="0" err="1"/>
              <a:t>pop_front</a:t>
            </a:r>
            <a:r>
              <a:rPr lang="en-US" dirty="0"/>
              <a:t>: Remove an element from the front.</a:t>
            </a:r>
          </a:p>
          <a:p>
            <a:r>
              <a:rPr lang="en-US" b="1" dirty="0" err="1"/>
              <a:t>pop_back</a:t>
            </a:r>
            <a:r>
              <a:rPr lang="en-US" dirty="0"/>
              <a:t>: Remove an element from the rear.</a:t>
            </a:r>
          </a:p>
          <a:p>
            <a:r>
              <a:rPr lang="en-US" b="1" dirty="0"/>
              <a:t>front</a:t>
            </a:r>
            <a:r>
              <a:rPr lang="en-US" dirty="0"/>
              <a:t>: Get the front element without removing it.</a:t>
            </a:r>
          </a:p>
          <a:p>
            <a:r>
              <a:rPr lang="en-US" b="1" dirty="0"/>
              <a:t>back</a:t>
            </a:r>
            <a:r>
              <a:rPr lang="en-US" dirty="0"/>
              <a:t>: Get the rear element without removing it.</a:t>
            </a:r>
          </a:p>
          <a:p>
            <a:r>
              <a:rPr lang="en-US" b="1" dirty="0"/>
              <a:t>empty</a:t>
            </a:r>
            <a:r>
              <a:rPr lang="en-US" dirty="0"/>
              <a:t>: Check if the deque is empty.</a:t>
            </a:r>
          </a:p>
          <a:p>
            <a:r>
              <a:rPr lang="en-US" b="1" dirty="0"/>
              <a:t>size</a:t>
            </a:r>
            <a:r>
              <a:rPr lang="en-US" dirty="0"/>
              <a:t>: Get the number of elements in the deque.</a:t>
            </a:r>
          </a:p>
          <a:p>
            <a:r>
              <a:rPr lang="en-US" b="1" i="1" dirty="0"/>
              <a:t>operator[]</a:t>
            </a:r>
            <a:r>
              <a:rPr lang="en-US" i="1" dirty="0"/>
              <a:t>: Get the element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64480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EB8F-51D1-C60E-A07C-74BF3446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Deque</a:t>
            </a:r>
            <a:endParaRPr lang="en-US" sz="4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B880FC-6AE4-B410-4818-61184F42C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56840"/>
            <a:ext cx="10515600" cy="2288907"/>
          </a:xfrm>
        </p:spPr>
      </p:pic>
    </p:spTree>
    <p:extLst>
      <p:ext uri="{BB962C8B-B14F-4D97-AF65-F5344CB8AC3E}">
        <p14:creationId xmlns:p14="http://schemas.microsoft.com/office/powerpoint/2010/main" val="341685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6FA2E-B677-2BE8-6DA7-F2D35ED8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4030-8DAC-5DBC-CCF7-B7C7B95A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Deque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1C3720-7D93-E9BA-CA57-D3A5C62A44B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74221" y="1547896"/>
            <a:ext cx="2990535" cy="494497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39F4D3F-D752-94C1-2079-2D87FAE0BBA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735" y="1286074"/>
            <a:ext cx="8113143" cy="520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38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31624</TotalTime>
  <Words>326</Words>
  <Application>Microsoft Office PowerPoint</Application>
  <PresentationFormat>Widescreen</PresentationFormat>
  <Paragraphs>56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Introduction to Algorithms</vt:lpstr>
      <vt:lpstr>Course Overview</vt:lpstr>
      <vt:lpstr>Single-Linked List</vt:lpstr>
      <vt:lpstr>Singe-Linked List. Node class</vt:lpstr>
      <vt:lpstr>Singe-Linked List class</vt:lpstr>
      <vt:lpstr>Double-Linked List</vt:lpstr>
      <vt:lpstr>Double-Linked List Node</vt:lpstr>
      <vt:lpstr>Double-Linked List class</vt:lpstr>
      <vt:lpstr>Stack</vt:lpstr>
      <vt:lpstr>Stack</vt:lpstr>
      <vt:lpstr>Queue</vt:lpstr>
      <vt:lpstr>Queue</vt:lpstr>
      <vt:lpstr>Deque</vt:lpstr>
      <vt:lpstr>Deque</vt:lpstr>
      <vt:lpstr>Deque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6</cp:revision>
  <dcterms:created xsi:type="dcterms:W3CDTF">2024-06-18T05:26:31Z</dcterms:created>
  <dcterms:modified xsi:type="dcterms:W3CDTF">2025-03-14T04:31:57Z</dcterms:modified>
</cp:coreProperties>
</file>
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4795" r:id="rId4"/>
    <p:sldId id="4796" r:id="rId5"/>
    <p:sldId id="4797" r:id="rId6"/>
    <p:sldId id="4798" r:id="rId7"/>
    <p:sldId id="4799" r:id="rId8"/>
    <p:sldId id="4800" r:id="rId9"/>
    <p:sldId id="4802" r:id="rId10"/>
    <p:sldId id="4801" r:id="rId11"/>
    <p:sldId id="4803" r:id="rId12"/>
    <p:sldId id="4804" r:id="rId13"/>
    <p:sldId id="4805" r:id="rId14"/>
    <p:sldId id="4806" r:id="rId15"/>
    <p:sldId id="4807" r:id="rId16"/>
    <p:sldId id="4808" r:id="rId17"/>
    <p:sldId id="4809" r:id="rId18"/>
    <p:sldId id="4810" r:id="rId19"/>
    <p:sldId id="4811" r:id="rId20"/>
    <p:sldId id="479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5C815-7D3A-4047-92DB-D2FA186C4EE7}" v="1147" dt="2025-03-27T22:29:29.4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61" autoAdjust="0"/>
    <p:restoredTop sz="75666" autoAdjust="0"/>
  </p:normalViewPr>
  <p:slideViewPr>
    <p:cSldViewPr snapToGrid="0">
      <p:cViewPr varScale="1">
        <p:scale>
          <a:sx n="80" d="100"/>
          <a:sy n="80" d="100"/>
        </p:scale>
        <p:origin x="1314" y="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zyan, Levon" userId="ed024b0e-4a1a-418a-8ca0-755e149680c9" providerId="ADAL" clId="{5CE62181-5514-4B84-977E-E81A4DC0BAA3}"/>
    <pc:docChg chg="undo custSel addSld delSld modSld sldOrd">
      <pc:chgData name="Prazyan, Levon" userId="ed024b0e-4a1a-418a-8ca0-755e149680c9" providerId="ADAL" clId="{5CE62181-5514-4B84-977E-E81A4DC0BAA3}" dt="2025-03-14T04:31:56.416" v="647"/>
      <pc:docMkLst>
        <pc:docMk/>
      </pc:docMkLst>
      <pc:sldChg chg="modSp add del mod">
        <pc:chgData name="Prazyan, Levon" userId="ed024b0e-4a1a-418a-8ca0-755e149680c9" providerId="ADAL" clId="{5CE62181-5514-4B84-977E-E81A4DC0BAA3}" dt="2025-02-27T10:15:02.946" v="5" actId="47"/>
        <pc:sldMkLst>
          <pc:docMk/>
          <pc:sldMk cId="417041952" sldId="257"/>
        </pc:sldMkLst>
        <pc:spChg chg="mod">
          <ac:chgData name="Prazyan, Levon" userId="ed024b0e-4a1a-418a-8ca0-755e149680c9" providerId="ADAL" clId="{5CE62181-5514-4B84-977E-E81A4DC0BAA3}" dt="2025-02-27T10:12:15.496" v="3"/>
          <ac:spMkLst>
            <pc:docMk/>
            <pc:sldMk cId="417041952" sldId="257"/>
            <ac:spMk id="3" creationId="{4BC1998C-E6BD-C71A-C3E7-04FF6D66E39F}"/>
          </ac:spMkLst>
        </pc:spChg>
      </pc:sldChg>
      <pc:sldChg chg="addSp delSp modSp new mod">
        <pc:chgData name="Prazyan, Levon" userId="ed024b0e-4a1a-418a-8ca0-755e149680c9" providerId="ADAL" clId="{5CE62181-5514-4B84-977E-E81A4DC0BAA3}" dt="2025-02-27T10:29:17.150" v="45" actId="20577"/>
        <pc:sldMkLst>
          <pc:docMk/>
          <pc:sldMk cId="807965347" sldId="4795"/>
        </pc:sldMkLst>
        <pc:spChg chg="mod">
          <ac:chgData name="Prazyan, Levon" userId="ed024b0e-4a1a-418a-8ca0-755e149680c9" providerId="ADAL" clId="{5CE62181-5514-4B84-977E-E81A4DC0BAA3}" dt="2025-02-27T10:29:17.150" v="45" actId="20577"/>
          <ac:spMkLst>
            <pc:docMk/>
            <pc:sldMk cId="807965347" sldId="4795"/>
            <ac:spMk id="2" creationId="{3A227D43-825F-203D-F597-0EAF11E9CDB3}"/>
          </ac:spMkLst>
        </pc:spChg>
      </pc:sldChg>
      <pc:sldChg chg="add del">
        <pc:chgData name="Prazyan, Levon" userId="ed024b0e-4a1a-418a-8ca0-755e149680c9" providerId="ADAL" clId="{5CE62181-5514-4B84-977E-E81A4DC0BAA3}" dt="2025-02-27T10:15:14.111" v="6" actId="47"/>
        <pc:sldMkLst>
          <pc:docMk/>
          <pc:sldMk cId="1973462942" sldId="4795"/>
        </pc:sldMkLst>
      </pc:sldChg>
      <pc:sldChg chg="addSp delSp modSp new mod">
        <pc:chgData name="Prazyan, Levon" userId="ed024b0e-4a1a-418a-8ca0-755e149680c9" providerId="ADAL" clId="{5CE62181-5514-4B84-977E-E81A4DC0BAA3}" dt="2025-02-27T10:32:16.986" v="71" actId="1076"/>
        <pc:sldMkLst>
          <pc:docMk/>
          <pc:sldMk cId="1537783183" sldId="4796"/>
        </pc:sldMkLst>
      </pc:sldChg>
      <pc:sldChg chg="addSp delSp modSp new mod modClrScheme chgLayout">
        <pc:chgData name="Prazyan, Levon" userId="ed024b0e-4a1a-418a-8ca0-755e149680c9" providerId="ADAL" clId="{5CE62181-5514-4B84-977E-E81A4DC0BAA3}" dt="2025-02-27T22:03:35.515" v="116" actId="22"/>
        <pc:sldMkLst>
          <pc:docMk/>
          <pc:sldMk cId="742578829" sldId="4797"/>
        </pc:sldMkLst>
      </pc:sldChg>
      <pc:sldChg chg="add del">
        <pc:chgData name="Prazyan, Levon" userId="ed024b0e-4a1a-418a-8ca0-755e149680c9" providerId="ADAL" clId="{5CE62181-5514-4B84-977E-E81A4DC0BAA3}" dt="2025-02-27T10:15:14.111" v="6" actId="47"/>
        <pc:sldMkLst>
          <pc:docMk/>
          <pc:sldMk cId="2446675077" sldId="4797"/>
        </pc:sldMkLst>
      </pc:sldChg>
      <pc:sldChg chg="addSp delSp modSp new mod modClrScheme chgLayout">
        <pc:chgData name="Prazyan, Levon" userId="ed024b0e-4a1a-418a-8ca0-755e149680c9" providerId="ADAL" clId="{5CE62181-5514-4B84-977E-E81A4DC0BAA3}" dt="2025-02-27T22:08:00.252" v="133" actId="1076"/>
        <pc:sldMkLst>
          <pc:docMk/>
          <pc:sldMk cId="955564908" sldId="4798"/>
        </pc:sldMkLst>
      </pc:sldChg>
      <pc:sldChg chg="add del">
        <pc:chgData name="Prazyan, Levon" userId="ed024b0e-4a1a-418a-8ca0-755e149680c9" providerId="ADAL" clId="{5CE62181-5514-4B84-977E-E81A4DC0BAA3}" dt="2025-02-27T10:15:14.111" v="6" actId="47"/>
        <pc:sldMkLst>
          <pc:docMk/>
          <pc:sldMk cId="3748049577" sldId="4798"/>
        </pc:sldMkLst>
      </pc:sldChg>
      <pc:sldChg chg="addSp delSp modSp new mod modClrScheme chgLayout">
        <pc:chgData name="Prazyan, Levon" userId="ed024b0e-4a1a-418a-8ca0-755e149680c9" providerId="ADAL" clId="{5CE62181-5514-4B84-977E-E81A4DC0BAA3}" dt="2025-03-04T19:34:58.821" v="148" actId="1076"/>
        <pc:sldMkLst>
          <pc:docMk/>
          <pc:sldMk cId="3081986746" sldId="4799"/>
        </pc:sldMkLst>
      </pc:sldChg>
      <pc:sldChg chg="add del">
        <pc:chgData name="Prazyan, Levon" userId="ed024b0e-4a1a-418a-8ca0-755e149680c9" providerId="ADAL" clId="{5CE62181-5514-4B84-977E-E81A4DC0BAA3}" dt="2025-02-27T10:15:14.111" v="6" actId="47"/>
        <pc:sldMkLst>
          <pc:docMk/>
          <pc:sldMk cId="3532713017" sldId="4799"/>
        </pc:sldMkLst>
      </pc:sldChg>
      <pc:sldChg chg="add del">
        <pc:chgData name="Prazyan, Levon" userId="ed024b0e-4a1a-418a-8ca0-755e149680c9" providerId="ADAL" clId="{5CE62181-5514-4B84-977E-E81A4DC0BAA3}" dt="2025-02-27T10:15:14.111" v="6" actId="47"/>
        <pc:sldMkLst>
          <pc:docMk/>
          <pc:sldMk cId="3550125620" sldId="4800"/>
        </pc:sldMkLst>
      </pc:sldChg>
      <pc:sldChg chg="addSp delSp modSp add mod ord">
        <pc:chgData name="Prazyan, Levon" userId="ed024b0e-4a1a-418a-8ca0-755e149680c9" providerId="ADAL" clId="{5CE62181-5514-4B84-977E-E81A4DC0BAA3}" dt="2025-03-04T19:38:59.561" v="169" actId="14100"/>
        <pc:sldMkLst>
          <pc:docMk/>
          <pc:sldMk cId="4100768055" sldId="4800"/>
        </pc:sldMkLst>
      </pc:sldChg>
      <pc:sldChg chg="addSp delSp modSp new del mod modClrScheme chgLayout">
        <pc:chgData name="Prazyan, Levon" userId="ed024b0e-4a1a-418a-8ca0-755e149680c9" providerId="ADAL" clId="{5CE62181-5514-4B84-977E-E81A4DC0BAA3}" dt="2025-03-04T19:41:46.164" v="178" actId="47"/>
        <pc:sldMkLst>
          <pc:docMk/>
          <pc:sldMk cId="3616808393" sldId="4801"/>
        </pc:sldMkLst>
      </pc:sldChg>
      <pc:sldChg chg="add del">
        <pc:chgData name="Prazyan, Levon" userId="ed024b0e-4a1a-418a-8ca0-755e149680c9" providerId="ADAL" clId="{5CE62181-5514-4B84-977E-E81A4DC0BAA3}" dt="2025-02-27T10:15:14.111" v="6" actId="47"/>
        <pc:sldMkLst>
          <pc:docMk/>
          <pc:sldMk cId="3145688094" sldId="4802"/>
        </pc:sldMkLst>
      </pc:sldChg>
      <pc:sldChg chg="add del">
        <pc:chgData name="Prazyan, Levon" userId="ed024b0e-4a1a-418a-8ca0-755e149680c9" providerId="ADAL" clId="{5CE62181-5514-4B84-977E-E81A4DC0BAA3}" dt="2025-02-27T10:15:14.111" v="6" actId="47"/>
        <pc:sldMkLst>
          <pc:docMk/>
          <pc:sldMk cId="1055134402" sldId="4803"/>
        </pc:sldMkLst>
      </pc:sldChg>
      <pc:sldChg chg="add del">
        <pc:chgData name="Prazyan, Levon" userId="ed024b0e-4a1a-418a-8ca0-755e149680c9" providerId="ADAL" clId="{5CE62181-5514-4B84-977E-E81A4DC0BAA3}" dt="2025-02-27T10:15:14.111" v="6" actId="47"/>
        <pc:sldMkLst>
          <pc:docMk/>
          <pc:sldMk cId="2391332826" sldId="4804"/>
        </pc:sldMkLst>
      </pc:sldChg>
      <pc:sldChg chg="add del">
        <pc:chgData name="Prazyan, Levon" userId="ed024b0e-4a1a-418a-8ca0-755e149680c9" providerId="ADAL" clId="{5CE62181-5514-4B84-977E-E81A4DC0BAA3}" dt="2025-02-27T10:15:14.111" v="6" actId="47"/>
        <pc:sldMkLst>
          <pc:docMk/>
          <pc:sldMk cId="3673105919" sldId="4805"/>
        </pc:sldMkLst>
      </pc:sldChg>
      <pc:sldChg chg="add del">
        <pc:chgData name="Prazyan, Levon" userId="ed024b0e-4a1a-418a-8ca0-755e149680c9" providerId="ADAL" clId="{5CE62181-5514-4B84-977E-E81A4DC0BAA3}" dt="2025-02-27T10:15:14.111" v="6" actId="47"/>
        <pc:sldMkLst>
          <pc:docMk/>
          <pc:sldMk cId="1667298014" sldId="4806"/>
        </pc:sldMkLst>
      </pc:sldChg>
      <pc:sldChg chg="add del">
        <pc:chgData name="Prazyan, Levon" userId="ed024b0e-4a1a-418a-8ca0-755e149680c9" providerId="ADAL" clId="{5CE62181-5514-4B84-977E-E81A4DC0BAA3}" dt="2025-02-27T10:15:14.111" v="6" actId="47"/>
        <pc:sldMkLst>
          <pc:docMk/>
          <pc:sldMk cId="3558071704" sldId="4807"/>
        </pc:sldMkLst>
      </pc:sldChg>
      <pc:sldChg chg="add">
        <pc:chgData name="Prazyan, Levon" userId="ed024b0e-4a1a-418a-8ca0-755e149680c9" providerId="ADAL" clId="{5CE62181-5514-4B84-977E-E81A4DC0BAA3}" dt="2025-03-04T19:41:41.904" v="177"/>
        <pc:sldMkLst>
          <pc:docMk/>
          <pc:sldMk cId="4289434646" sldId="4930"/>
        </pc:sldMkLst>
      </pc:sldChg>
      <pc:sldChg chg="addSp modSp new mod">
        <pc:chgData name="Prazyan, Levon" userId="ed024b0e-4a1a-418a-8ca0-755e149680c9" providerId="ADAL" clId="{5CE62181-5514-4B84-977E-E81A4DC0BAA3}" dt="2025-03-04T20:09:37.589" v="247" actId="113"/>
        <pc:sldMkLst>
          <pc:docMk/>
          <pc:sldMk cId="3304749675" sldId="4931"/>
        </pc:sldMkLst>
      </pc:sldChg>
      <pc:sldChg chg="addSp delSp modSp new mod modClrScheme chgLayout">
        <pc:chgData name="Prazyan, Levon" userId="ed024b0e-4a1a-418a-8ca0-755e149680c9" providerId="ADAL" clId="{5CE62181-5514-4B84-977E-E81A4DC0BAA3}" dt="2025-03-14T04:25:53.602" v="634" actId="113"/>
        <pc:sldMkLst>
          <pc:docMk/>
          <pc:sldMk cId="971225567" sldId="4932"/>
        </pc:sldMkLst>
      </pc:sldChg>
      <pc:sldChg chg="delSp modSp add mod modClrScheme chgLayout">
        <pc:chgData name="Prazyan, Levon" userId="ed024b0e-4a1a-418a-8ca0-755e149680c9" providerId="ADAL" clId="{5CE62181-5514-4B84-977E-E81A4DC0BAA3}" dt="2025-03-13T15:18:33.518" v="355" actId="700"/>
        <pc:sldMkLst>
          <pc:docMk/>
          <pc:sldMk cId="1487636092" sldId="4933"/>
        </pc:sldMkLst>
      </pc:sldChg>
      <pc:sldChg chg="addSp modSp new mod modAnim">
        <pc:chgData name="Prazyan, Levon" userId="ed024b0e-4a1a-418a-8ca0-755e149680c9" providerId="ADAL" clId="{5CE62181-5514-4B84-977E-E81A4DC0BAA3}" dt="2025-03-13T16:34:15.115" v="579"/>
        <pc:sldMkLst>
          <pc:docMk/>
          <pc:sldMk cId="644805371" sldId="4934"/>
        </pc:sldMkLst>
      </pc:sldChg>
      <pc:sldChg chg="addSp delSp modSp new add del mod setBg modClrScheme delDesignElem chgLayout">
        <pc:chgData name="Prazyan, Levon" userId="ed024b0e-4a1a-418a-8ca0-755e149680c9" providerId="ADAL" clId="{5CE62181-5514-4B84-977E-E81A4DC0BAA3}" dt="2025-03-13T16:49:33.099" v="625" actId="700"/>
        <pc:sldMkLst>
          <pc:docMk/>
          <pc:sldMk cId="3416857204" sldId="4935"/>
        </pc:sldMkLst>
      </pc:sldChg>
      <pc:sldChg chg="addSp delSp modSp add mod modClrScheme modAnim delDesignElem chgLayout">
        <pc:chgData name="Prazyan, Levon" userId="ed024b0e-4a1a-418a-8ca0-755e149680c9" providerId="ADAL" clId="{5CE62181-5514-4B84-977E-E81A4DC0BAA3}" dt="2025-03-14T04:31:56.416" v="647"/>
        <pc:sldMkLst>
          <pc:docMk/>
          <pc:sldMk cId="1448384076" sldId="4936"/>
        </pc:sldMkLst>
      </pc:sldChg>
      <pc:sldChg chg="add del">
        <pc:chgData name="Prazyan, Levon" userId="ed024b0e-4a1a-418a-8ca0-755e149680c9" providerId="ADAL" clId="{5CE62181-5514-4B84-977E-E81A4DC0BAA3}" dt="2025-02-27T10:15:14.111" v="6" actId="47"/>
        <pc:sldMkLst>
          <pc:docMk/>
          <pc:sldMk cId="1901138598" sldId="4948"/>
        </pc:sldMkLst>
      </pc:sldChg>
      <pc:sldChg chg="add del">
        <pc:chgData name="Prazyan, Levon" userId="ed024b0e-4a1a-418a-8ca0-755e149680c9" providerId="ADAL" clId="{5CE62181-5514-4B84-977E-E81A4DC0BAA3}" dt="2025-02-27T10:15:14.111" v="6" actId="47"/>
        <pc:sldMkLst>
          <pc:docMk/>
          <pc:sldMk cId="773235153" sldId="4949"/>
        </pc:sldMkLst>
      </pc:sldChg>
      <pc:sldChg chg="add del">
        <pc:chgData name="Prazyan, Levon" userId="ed024b0e-4a1a-418a-8ca0-755e149680c9" providerId="ADAL" clId="{5CE62181-5514-4B84-977E-E81A4DC0BAA3}" dt="2025-02-27T10:15:14.111" v="6" actId="47"/>
        <pc:sldMkLst>
          <pc:docMk/>
          <pc:sldMk cId="3555693447" sldId="4950"/>
        </pc:sldMkLst>
      </pc:sldChg>
      <pc:sldChg chg="add del">
        <pc:chgData name="Prazyan, Levon" userId="ed024b0e-4a1a-418a-8ca0-755e149680c9" providerId="ADAL" clId="{5CE62181-5514-4B84-977E-E81A4DC0BAA3}" dt="2025-02-27T10:15:14.111" v="6" actId="47"/>
        <pc:sldMkLst>
          <pc:docMk/>
          <pc:sldMk cId="1912631314" sldId="4951"/>
        </pc:sldMkLst>
      </pc:sldChg>
      <pc:sldChg chg="add del">
        <pc:chgData name="Prazyan, Levon" userId="ed024b0e-4a1a-418a-8ca0-755e149680c9" providerId="ADAL" clId="{5CE62181-5514-4B84-977E-E81A4DC0BAA3}" dt="2025-02-27T10:15:14.111" v="6" actId="47"/>
        <pc:sldMkLst>
          <pc:docMk/>
          <pc:sldMk cId="2641044240" sldId="4952"/>
        </pc:sldMkLst>
      </pc:sldChg>
      <pc:sldChg chg="add del">
        <pc:chgData name="Prazyan, Levon" userId="ed024b0e-4a1a-418a-8ca0-755e149680c9" providerId="ADAL" clId="{5CE62181-5514-4B84-977E-E81A4DC0BAA3}" dt="2025-02-27T10:15:14.111" v="6" actId="47"/>
        <pc:sldMkLst>
          <pc:docMk/>
          <pc:sldMk cId="2246169011" sldId="4953"/>
        </pc:sldMkLst>
      </pc:sldChg>
      <pc:sldChg chg="add del">
        <pc:chgData name="Prazyan, Levon" userId="ed024b0e-4a1a-418a-8ca0-755e149680c9" providerId="ADAL" clId="{5CE62181-5514-4B84-977E-E81A4DC0BAA3}" dt="2025-02-27T10:15:14.111" v="6" actId="47"/>
        <pc:sldMkLst>
          <pc:docMk/>
          <pc:sldMk cId="2332307132" sldId="4954"/>
        </pc:sldMkLst>
      </pc:sldChg>
      <pc:sldChg chg="add del">
        <pc:chgData name="Prazyan, Levon" userId="ed024b0e-4a1a-418a-8ca0-755e149680c9" providerId="ADAL" clId="{5CE62181-5514-4B84-977E-E81A4DC0BAA3}" dt="2025-02-27T10:15:14.111" v="6" actId="47"/>
        <pc:sldMkLst>
          <pc:docMk/>
          <pc:sldMk cId="2934335095" sldId="4955"/>
        </pc:sldMkLst>
      </pc:sldChg>
      <pc:sldChg chg="add del">
        <pc:chgData name="Prazyan, Levon" userId="ed024b0e-4a1a-418a-8ca0-755e149680c9" providerId="ADAL" clId="{5CE62181-5514-4B84-977E-E81A4DC0BAA3}" dt="2025-02-27T10:15:14.111" v="6" actId="47"/>
        <pc:sldMkLst>
          <pc:docMk/>
          <pc:sldMk cId="214543782" sldId="4956"/>
        </pc:sldMkLst>
      </pc:sldChg>
      <pc:sldChg chg="add del">
        <pc:chgData name="Prazyan, Levon" userId="ed024b0e-4a1a-418a-8ca0-755e149680c9" providerId="ADAL" clId="{5CE62181-5514-4B84-977E-E81A4DC0BAA3}" dt="2025-02-27T10:15:14.111" v="6" actId="47"/>
        <pc:sldMkLst>
          <pc:docMk/>
          <pc:sldMk cId="1134609102" sldId="4957"/>
        </pc:sldMkLst>
      </pc:sldChg>
      <pc:sldChg chg="add del">
        <pc:chgData name="Prazyan, Levon" userId="ed024b0e-4a1a-418a-8ca0-755e149680c9" providerId="ADAL" clId="{5CE62181-5514-4B84-977E-E81A4DC0BAA3}" dt="2025-02-27T10:15:14.111" v="6" actId="47"/>
        <pc:sldMkLst>
          <pc:docMk/>
          <pc:sldMk cId="3862852401" sldId="4958"/>
        </pc:sldMkLst>
      </pc:sldChg>
      <pc:sldChg chg="add del">
        <pc:chgData name="Prazyan, Levon" userId="ed024b0e-4a1a-418a-8ca0-755e149680c9" providerId="ADAL" clId="{5CE62181-5514-4B84-977E-E81A4DC0BAA3}" dt="2025-02-27T10:15:14.111" v="6" actId="47"/>
        <pc:sldMkLst>
          <pc:docMk/>
          <pc:sldMk cId="4191637311" sldId="4959"/>
        </pc:sldMkLst>
      </pc:sldChg>
      <pc:sldChg chg="add del">
        <pc:chgData name="Prazyan, Levon" userId="ed024b0e-4a1a-418a-8ca0-755e149680c9" providerId="ADAL" clId="{5CE62181-5514-4B84-977E-E81A4DC0BAA3}" dt="2025-02-27T10:15:14.111" v="6" actId="47"/>
        <pc:sldMkLst>
          <pc:docMk/>
          <pc:sldMk cId="4240517729" sldId="4960"/>
        </pc:sldMkLst>
      </pc:sldChg>
      <pc:sldChg chg="add del">
        <pc:chgData name="Prazyan, Levon" userId="ed024b0e-4a1a-418a-8ca0-755e149680c9" providerId="ADAL" clId="{5CE62181-5514-4B84-977E-E81A4DC0BAA3}" dt="2025-02-27T10:15:14.111" v="6" actId="47"/>
        <pc:sldMkLst>
          <pc:docMk/>
          <pc:sldMk cId="4066117744" sldId="4962"/>
        </pc:sldMkLst>
      </pc:sldChg>
      <pc:sldChg chg="add del">
        <pc:chgData name="Prazyan, Levon" userId="ed024b0e-4a1a-418a-8ca0-755e149680c9" providerId="ADAL" clId="{5CE62181-5514-4B84-977E-E81A4DC0BAA3}" dt="2025-02-27T10:15:14.111" v="6" actId="47"/>
        <pc:sldMkLst>
          <pc:docMk/>
          <pc:sldMk cId="1747706484" sldId="4963"/>
        </pc:sldMkLst>
      </pc:sldChg>
      <pc:sldChg chg="add del">
        <pc:chgData name="Prazyan, Levon" userId="ed024b0e-4a1a-418a-8ca0-755e149680c9" providerId="ADAL" clId="{5CE62181-5514-4B84-977E-E81A4DC0BAA3}" dt="2025-02-27T10:15:14.111" v="6" actId="47"/>
        <pc:sldMkLst>
          <pc:docMk/>
          <pc:sldMk cId="1456664564" sldId="4966"/>
        </pc:sldMkLst>
      </pc:sldChg>
      <pc:sldChg chg="add del">
        <pc:chgData name="Prazyan, Levon" userId="ed024b0e-4a1a-418a-8ca0-755e149680c9" providerId="ADAL" clId="{5CE62181-5514-4B84-977E-E81A4DC0BAA3}" dt="2025-02-27T10:15:14.111" v="6" actId="47"/>
        <pc:sldMkLst>
          <pc:docMk/>
          <pc:sldMk cId="2957351842" sldId="4967"/>
        </pc:sldMkLst>
      </pc:sldChg>
      <pc:sldChg chg="add del">
        <pc:chgData name="Prazyan, Levon" userId="ed024b0e-4a1a-418a-8ca0-755e149680c9" providerId="ADAL" clId="{5CE62181-5514-4B84-977E-E81A4DC0BAA3}" dt="2025-02-27T10:15:14.111" v="6" actId="47"/>
        <pc:sldMkLst>
          <pc:docMk/>
          <pc:sldMk cId="3740027759" sldId="4968"/>
        </pc:sldMkLst>
      </pc:sldChg>
      <pc:sldChg chg="add del">
        <pc:chgData name="Prazyan, Levon" userId="ed024b0e-4a1a-418a-8ca0-755e149680c9" providerId="ADAL" clId="{5CE62181-5514-4B84-977E-E81A4DC0BAA3}" dt="2025-02-27T10:15:14.111" v="6" actId="47"/>
        <pc:sldMkLst>
          <pc:docMk/>
          <pc:sldMk cId="2637528904" sldId="4969"/>
        </pc:sldMkLst>
      </pc:sldChg>
    </pc:docChg>
  </pc:docChgLst>
  <pc:docChgLst>
    <pc:chgData name="Prazyan, Levon" userId="ed024b0e-4a1a-418a-8ca0-755e149680c9" providerId="ADAL" clId="{37B5C815-7D3A-4047-92DB-D2FA186C4EE7}"/>
    <pc:docChg chg="undo custSel addSld delSld modSld">
      <pc:chgData name="Prazyan, Levon" userId="ed024b0e-4a1a-418a-8ca0-755e149680c9" providerId="ADAL" clId="{37B5C815-7D3A-4047-92DB-D2FA186C4EE7}" dt="2025-03-27T22:29:47.362" v="2466" actId="113"/>
      <pc:docMkLst>
        <pc:docMk/>
      </pc:docMkLst>
      <pc:sldChg chg="modSp mod">
        <pc:chgData name="Prazyan, Levon" userId="ed024b0e-4a1a-418a-8ca0-755e149680c9" providerId="ADAL" clId="{37B5C815-7D3A-4047-92DB-D2FA186C4EE7}" dt="2025-03-27T18:29:46.461" v="3"/>
        <pc:sldMkLst>
          <pc:docMk/>
          <pc:sldMk cId="417041952" sldId="257"/>
        </pc:sldMkLst>
        <pc:spChg chg="mod">
          <ac:chgData name="Prazyan, Levon" userId="ed024b0e-4a1a-418a-8ca0-755e149680c9" providerId="ADAL" clId="{37B5C815-7D3A-4047-92DB-D2FA186C4EE7}" dt="2025-03-27T18:29:46.461" v="3"/>
          <ac:spMkLst>
            <pc:docMk/>
            <pc:sldMk cId="417041952" sldId="257"/>
            <ac:spMk id="3" creationId="{4BC1998C-E6BD-C71A-C3E7-04FF6D66E39F}"/>
          </ac:spMkLst>
        </pc:spChg>
      </pc:sldChg>
      <pc:sldChg chg="addSp delSp modSp mod modNotesTx">
        <pc:chgData name="Prazyan, Levon" userId="ed024b0e-4a1a-418a-8ca0-755e149680c9" providerId="ADAL" clId="{37B5C815-7D3A-4047-92DB-D2FA186C4EE7}" dt="2025-03-27T19:34:42.165" v="64"/>
        <pc:sldMkLst>
          <pc:docMk/>
          <pc:sldMk cId="807965347" sldId="4795"/>
        </pc:sldMkLst>
        <pc:spChg chg="mod">
          <ac:chgData name="Prazyan, Levon" userId="ed024b0e-4a1a-418a-8ca0-755e149680c9" providerId="ADAL" clId="{37B5C815-7D3A-4047-92DB-D2FA186C4EE7}" dt="2025-03-27T18:42:16.682" v="14" actId="20577"/>
          <ac:spMkLst>
            <pc:docMk/>
            <pc:sldMk cId="807965347" sldId="4795"/>
            <ac:spMk id="2" creationId="{3A227D43-825F-203D-F597-0EAF11E9CDB3}"/>
          </ac:spMkLst>
        </pc:spChg>
        <pc:spChg chg="add mod">
          <ac:chgData name="Prazyan, Levon" userId="ed024b0e-4a1a-418a-8ca0-755e149680c9" providerId="ADAL" clId="{37B5C815-7D3A-4047-92DB-D2FA186C4EE7}" dt="2025-03-27T18:55:24.492" v="43" actId="123"/>
          <ac:spMkLst>
            <pc:docMk/>
            <pc:sldMk cId="807965347" sldId="4795"/>
            <ac:spMk id="5" creationId="{86937E25-802E-B7CE-15E0-9C7B115BC5E0}"/>
          </ac:spMkLst>
        </pc:spChg>
        <pc:picChg chg="del">
          <ac:chgData name="Prazyan, Levon" userId="ed024b0e-4a1a-418a-8ca0-755e149680c9" providerId="ADAL" clId="{37B5C815-7D3A-4047-92DB-D2FA186C4EE7}" dt="2025-03-27T18:45:53.692" v="15" actId="478"/>
          <ac:picMkLst>
            <pc:docMk/>
            <pc:sldMk cId="807965347" sldId="4795"/>
            <ac:picMk id="4" creationId="{EBEBCA84-3643-4B5A-9C46-DEFF8D531314}"/>
          </ac:picMkLst>
        </pc:picChg>
      </pc:sldChg>
      <pc:sldChg chg="del">
        <pc:chgData name="Prazyan, Levon" userId="ed024b0e-4a1a-418a-8ca0-755e149680c9" providerId="ADAL" clId="{37B5C815-7D3A-4047-92DB-D2FA186C4EE7}" dt="2025-03-27T19:31:31.020" v="44" actId="47"/>
        <pc:sldMkLst>
          <pc:docMk/>
          <pc:sldMk cId="1537783183" sldId="4796"/>
        </pc:sldMkLst>
      </pc:sldChg>
      <pc:sldChg chg="modSp new mod modNotesTx">
        <pc:chgData name="Prazyan, Levon" userId="ed024b0e-4a1a-418a-8ca0-755e149680c9" providerId="ADAL" clId="{37B5C815-7D3A-4047-92DB-D2FA186C4EE7}" dt="2025-03-27T19:47:15.150" v="216" actId="2711"/>
        <pc:sldMkLst>
          <pc:docMk/>
          <pc:sldMk cId="2650523025" sldId="4796"/>
        </pc:sldMkLst>
        <pc:spChg chg="mod">
          <ac:chgData name="Prazyan, Levon" userId="ed024b0e-4a1a-418a-8ca0-755e149680c9" providerId="ADAL" clId="{37B5C815-7D3A-4047-92DB-D2FA186C4EE7}" dt="2025-03-27T19:39:34.185" v="170" actId="20577"/>
          <ac:spMkLst>
            <pc:docMk/>
            <pc:sldMk cId="2650523025" sldId="4796"/>
            <ac:spMk id="2" creationId="{ECD65407-A466-CA02-C7BB-F056115C93FB}"/>
          </ac:spMkLst>
        </pc:spChg>
        <pc:spChg chg="mod">
          <ac:chgData name="Prazyan, Levon" userId="ed024b0e-4a1a-418a-8ca0-755e149680c9" providerId="ADAL" clId="{37B5C815-7D3A-4047-92DB-D2FA186C4EE7}" dt="2025-03-27T19:47:15.150" v="216" actId="2711"/>
          <ac:spMkLst>
            <pc:docMk/>
            <pc:sldMk cId="2650523025" sldId="4796"/>
            <ac:spMk id="3" creationId="{1011AC11-B320-4121-6532-7A796B2F083C}"/>
          </ac:spMkLst>
        </pc:spChg>
      </pc:sldChg>
      <pc:sldChg chg="addSp delSp modSp add mod">
        <pc:chgData name="Prazyan, Levon" userId="ed024b0e-4a1a-418a-8ca0-755e149680c9" providerId="ADAL" clId="{37B5C815-7D3A-4047-92DB-D2FA186C4EE7}" dt="2025-03-27T19:40:28.698" v="172" actId="22"/>
        <pc:sldMkLst>
          <pc:docMk/>
          <pc:sldMk cId="687943692" sldId="4797"/>
        </pc:sldMkLst>
        <pc:spChg chg="del">
          <ac:chgData name="Prazyan, Levon" userId="ed024b0e-4a1a-418a-8ca0-755e149680c9" providerId="ADAL" clId="{37B5C815-7D3A-4047-92DB-D2FA186C4EE7}" dt="2025-03-27T19:40:03.384" v="171" actId="478"/>
          <ac:spMkLst>
            <pc:docMk/>
            <pc:sldMk cId="687943692" sldId="4797"/>
            <ac:spMk id="3" creationId="{FCA24084-5364-169F-F97A-EAC5C73BFB3F}"/>
          </ac:spMkLst>
        </pc:spChg>
        <pc:spChg chg="add del mod">
          <ac:chgData name="Prazyan, Levon" userId="ed024b0e-4a1a-418a-8ca0-755e149680c9" providerId="ADAL" clId="{37B5C815-7D3A-4047-92DB-D2FA186C4EE7}" dt="2025-03-27T19:40:28.698" v="172" actId="22"/>
          <ac:spMkLst>
            <pc:docMk/>
            <pc:sldMk cId="687943692" sldId="4797"/>
            <ac:spMk id="5" creationId="{C2F929A7-41B3-3C66-3209-7318CC5091EC}"/>
          </ac:spMkLst>
        </pc:spChg>
        <pc:picChg chg="add mod ord">
          <ac:chgData name="Prazyan, Levon" userId="ed024b0e-4a1a-418a-8ca0-755e149680c9" providerId="ADAL" clId="{37B5C815-7D3A-4047-92DB-D2FA186C4EE7}" dt="2025-03-27T19:40:28.698" v="172" actId="22"/>
          <ac:picMkLst>
            <pc:docMk/>
            <pc:sldMk cId="687943692" sldId="4797"/>
            <ac:picMk id="7" creationId="{20ED44B7-6D46-FCE1-E1CB-2E10D2FC7EF1}"/>
          </ac:picMkLst>
        </pc:picChg>
      </pc:sldChg>
      <pc:sldChg chg="del">
        <pc:chgData name="Prazyan, Levon" userId="ed024b0e-4a1a-418a-8ca0-755e149680c9" providerId="ADAL" clId="{37B5C815-7D3A-4047-92DB-D2FA186C4EE7}" dt="2025-03-27T19:31:31.020" v="44" actId="47"/>
        <pc:sldMkLst>
          <pc:docMk/>
          <pc:sldMk cId="742578829" sldId="4797"/>
        </pc:sldMkLst>
      </pc:sldChg>
      <pc:sldChg chg="addSp delSp modSp add mod modNotesTx">
        <pc:chgData name="Prazyan, Levon" userId="ed024b0e-4a1a-418a-8ca0-755e149680c9" providerId="ADAL" clId="{37B5C815-7D3A-4047-92DB-D2FA186C4EE7}" dt="2025-03-27T20:17:55.635" v="877" actId="20577"/>
        <pc:sldMkLst>
          <pc:docMk/>
          <pc:sldMk cId="291947863" sldId="4798"/>
        </pc:sldMkLst>
        <pc:spChg chg="mod">
          <ac:chgData name="Prazyan, Levon" userId="ed024b0e-4a1a-418a-8ca0-755e149680c9" providerId="ADAL" clId="{37B5C815-7D3A-4047-92DB-D2FA186C4EE7}" dt="2025-03-27T20:17:46.620" v="859" actId="20577"/>
          <ac:spMkLst>
            <pc:docMk/>
            <pc:sldMk cId="291947863" sldId="4798"/>
            <ac:spMk id="2" creationId="{D5DA17DE-64DE-4940-BFA0-5493A02F807E}"/>
          </ac:spMkLst>
        </pc:spChg>
        <pc:spChg chg="add del mod">
          <ac:chgData name="Prazyan, Levon" userId="ed024b0e-4a1a-418a-8ca0-755e149680c9" providerId="ADAL" clId="{37B5C815-7D3A-4047-92DB-D2FA186C4EE7}" dt="2025-03-27T19:41:42.345" v="176" actId="22"/>
          <ac:spMkLst>
            <pc:docMk/>
            <pc:sldMk cId="291947863" sldId="4798"/>
            <ac:spMk id="4" creationId="{A3FFFBFA-6469-8391-5142-14D7D51036BE}"/>
          </ac:spMkLst>
        </pc:spChg>
        <pc:picChg chg="add mod ord">
          <ac:chgData name="Prazyan, Levon" userId="ed024b0e-4a1a-418a-8ca0-755e149680c9" providerId="ADAL" clId="{37B5C815-7D3A-4047-92DB-D2FA186C4EE7}" dt="2025-03-27T19:41:52.407" v="179" actId="1076"/>
          <ac:picMkLst>
            <pc:docMk/>
            <pc:sldMk cId="291947863" sldId="4798"/>
            <ac:picMk id="6" creationId="{F16C0B50-DC01-4966-EB8F-578213784F8D}"/>
          </ac:picMkLst>
        </pc:picChg>
        <pc:picChg chg="del">
          <ac:chgData name="Prazyan, Levon" userId="ed024b0e-4a1a-418a-8ca0-755e149680c9" providerId="ADAL" clId="{37B5C815-7D3A-4047-92DB-D2FA186C4EE7}" dt="2025-03-27T19:41:40.677" v="175" actId="478"/>
          <ac:picMkLst>
            <pc:docMk/>
            <pc:sldMk cId="291947863" sldId="4798"/>
            <ac:picMk id="7" creationId="{B2B9966C-EC75-0841-5667-0B344ADFA0AF}"/>
          </ac:picMkLst>
        </pc:picChg>
      </pc:sldChg>
      <pc:sldChg chg="del">
        <pc:chgData name="Prazyan, Levon" userId="ed024b0e-4a1a-418a-8ca0-755e149680c9" providerId="ADAL" clId="{37B5C815-7D3A-4047-92DB-D2FA186C4EE7}" dt="2025-03-27T19:31:31.020" v="44" actId="47"/>
        <pc:sldMkLst>
          <pc:docMk/>
          <pc:sldMk cId="955564908" sldId="4798"/>
        </pc:sldMkLst>
      </pc:sldChg>
      <pc:sldChg chg="modSp new mod modNotesTx">
        <pc:chgData name="Prazyan, Levon" userId="ed024b0e-4a1a-418a-8ca0-755e149680c9" providerId="ADAL" clId="{37B5C815-7D3A-4047-92DB-D2FA186C4EE7}" dt="2025-03-27T19:52:30.897" v="320" actId="20577"/>
        <pc:sldMkLst>
          <pc:docMk/>
          <pc:sldMk cId="1694819718" sldId="4799"/>
        </pc:sldMkLst>
        <pc:spChg chg="mod">
          <ac:chgData name="Prazyan, Levon" userId="ed024b0e-4a1a-418a-8ca0-755e149680c9" providerId="ADAL" clId="{37B5C815-7D3A-4047-92DB-D2FA186C4EE7}" dt="2025-03-27T19:52:30.897" v="320" actId="20577"/>
          <ac:spMkLst>
            <pc:docMk/>
            <pc:sldMk cId="1694819718" sldId="4799"/>
            <ac:spMk id="2" creationId="{CB195C9B-3F7B-53F8-85EC-FEECEE10634B}"/>
          </ac:spMkLst>
        </pc:spChg>
        <pc:spChg chg="mod">
          <ac:chgData name="Prazyan, Levon" userId="ed024b0e-4a1a-418a-8ca0-755e149680c9" providerId="ADAL" clId="{37B5C815-7D3A-4047-92DB-D2FA186C4EE7}" dt="2025-03-27T19:51:46.994" v="316"/>
          <ac:spMkLst>
            <pc:docMk/>
            <pc:sldMk cId="1694819718" sldId="4799"/>
            <ac:spMk id="3" creationId="{81766FEB-D9FB-4A2C-AACD-BB7B21844036}"/>
          </ac:spMkLst>
        </pc:spChg>
      </pc:sldChg>
      <pc:sldChg chg="del">
        <pc:chgData name="Prazyan, Levon" userId="ed024b0e-4a1a-418a-8ca0-755e149680c9" providerId="ADAL" clId="{37B5C815-7D3A-4047-92DB-D2FA186C4EE7}" dt="2025-03-27T19:31:31.020" v="44" actId="47"/>
        <pc:sldMkLst>
          <pc:docMk/>
          <pc:sldMk cId="3081986746" sldId="4799"/>
        </pc:sldMkLst>
      </pc:sldChg>
      <pc:sldChg chg="addSp delSp modSp add mod modNotesTx">
        <pc:chgData name="Prazyan, Levon" userId="ed024b0e-4a1a-418a-8ca0-755e149680c9" providerId="ADAL" clId="{37B5C815-7D3A-4047-92DB-D2FA186C4EE7}" dt="2025-03-27T19:58:30.472" v="330" actId="1076"/>
        <pc:sldMkLst>
          <pc:docMk/>
          <pc:sldMk cId="1454426842" sldId="4800"/>
        </pc:sldMkLst>
        <pc:spChg chg="mod">
          <ac:chgData name="Prazyan, Levon" userId="ed024b0e-4a1a-418a-8ca0-755e149680c9" providerId="ADAL" clId="{37B5C815-7D3A-4047-92DB-D2FA186C4EE7}" dt="2025-03-27T19:52:37.287" v="322" actId="20577"/>
          <ac:spMkLst>
            <pc:docMk/>
            <pc:sldMk cId="1454426842" sldId="4800"/>
            <ac:spMk id="2" creationId="{09D66E3A-89FA-FEA4-A10D-0B05FC29AF62}"/>
          </ac:spMkLst>
        </pc:spChg>
        <pc:spChg chg="del mod">
          <ac:chgData name="Prazyan, Levon" userId="ed024b0e-4a1a-418a-8ca0-755e149680c9" providerId="ADAL" clId="{37B5C815-7D3A-4047-92DB-D2FA186C4EE7}" dt="2025-03-27T19:58:14.141" v="325" actId="22"/>
          <ac:spMkLst>
            <pc:docMk/>
            <pc:sldMk cId="1454426842" sldId="4800"/>
            <ac:spMk id="3" creationId="{BE9DE745-0E99-D79A-8D1E-09036753D97C}"/>
          </ac:spMkLst>
        </pc:spChg>
        <pc:picChg chg="add mod ord">
          <ac:chgData name="Prazyan, Levon" userId="ed024b0e-4a1a-418a-8ca0-755e149680c9" providerId="ADAL" clId="{37B5C815-7D3A-4047-92DB-D2FA186C4EE7}" dt="2025-03-27T19:58:30.472" v="330" actId="1076"/>
          <ac:picMkLst>
            <pc:docMk/>
            <pc:sldMk cId="1454426842" sldId="4800"/>
            <ac:picMk id="5" creationId="{C3FCB167-EBF8-E7E4-D740-F1167C026AAF}"/>
          </ac:picMkLst>
        </pc:picChg>
      </pc:sldChg>
      <pc:sldChg chg="del">
        <pc:chgData name="Prazyan, Levon" userId="ed024b0e-4a1a-418a-8ca0-755e149680c9" providerId="ADAL" clId="{37B5C815-7D3A-4047-92DB-D2FA186C4EE7}" dt="2025-03-27T19:31:31.020" v="44" actId="47"/>
        <pc:sldMkLst>
          <pc:docMk/>
          <pc:sldMk cId="4100768055" sldId="4800"/>
        </pc:sldMkLst>
      </pc:sldChg>
      <pc:sldChg chg="addSp delSp modSp add mod modClrScheme chgLayout">
        <pc:chgData name="Prazyan, Levon" userId="ed024b0e-4a1a-418a-8ca0-755e149680c9" providerId="ADAL" clId="{37B5C815-7D3A-4047-92DB-D2FA186C4EE7}" dt="2025-03-27T20:18:44.550" v="922" actId="20577"/>
        <pc:sldMkLst>
          <pc:docMk/>
          <pc:sldMk cId="2995625462" sldId="4801"/>
        </pc:sldMkLst>
        <pc:spChg chg="mod ord">
          <ac:chgData name="Prazyan, Levon" userId="ed024b0e-4a1a-418a-8ca0-755e149680c9" providerId="ADAL" clId="{37B5C815-7D3A-4047-92DB-D2FA186C4EE7}" dt="2025-03-27T20:18:44.550" v="922" actId="20577"/>
          <ac:spMkLst>
            <pc:docMk/>
            <pc:sldMk cId="2995625462" sldId="4801"/>
            <ac:spMk id="2" creationId="{EF615AF6-9E23-36A7-A0D8-33E294D232E0}"/>
          </ac:spMkLst>
        </pc:spChg>
        <pc:spChg chg="add del mod">
          <ac:chgData name="Prazyan, Levon" userId="ed024b0e-4a1a-418a-8ca0-755e149680c9" providerId="ADAL" clId="{37B5C815-7D3A-4047-92DB-D2FA186C4EE7}" dt="2025-03-27T20:00:23.859" v="334" actId="22"/>
          <ac:spMkLst>
            <pc:docMk/>
            <pc:sldMk cId="2995625462" sldId="4801"/>
            <ac:spMk id="4" creationId="{5F910354-87AC-86C3-D21B-62C1CCB11123}"/>
          </ac:spMkLst>
        </pc:spChg>
        <pc:spChg chg="add del mod ord">
          <ac:chgData name="Prazyan, Levon" userId="ed024b0e-4a1a-418a-8ca0-755e149680c9" providerId="ADAL" clId="{37B5C815-7D3A-4047-92DB-D2FA186C4EE7}" dt="2025-03-27T20:02:49.252" v="450" actId="478"/>
          <ac:spMkLst>
            <pc:docMk/>
            <pc:sldMk cId="2995625462" sldId="4801"/>
            <ac:spMk id="8" creationId="{65705E09-DDAB-2A05-9579-5FB378CBE342}"/>
          </ac:spMkLst>
        </pc:spChg>
        <pc:spChg chg="add del mod">
          <ac:chgData name="Prazyan, Levon" userId="ed024b0e-4a1a-418a-8ca0-755e149680c9" providerId="ADAL" clId="{37B5C815-7D3A-4047-92DB-D2FA186C4EE7}" dt="2025-03-27T20:02:52.143" v="451" actId="700"/>
          <ac:spMkLst>
            <pc:docMk/>
            <pc:sldMk cId="2995625462" sldId="4801"/>
            <ac:spMk id="10" creationId="{687BFE0B-D8CA-A92E-68CC-0EA1E6367B61}"/>
          </ac:spMkLst>
        </pc:spChg>
        <pc:spChg chg="add mod ord">
          <ac:chgData name="Prazyan, Levon" userId="ed024b0e-4a1a-418a-8ca0-755e149680c9" providerId="ADAL" clId="{37B5C815-7D3A-4047-92DB-D2FA186C4EE7}" dt="2025-03-27T20:14:10.089" v="847" actId="20577"/>
          <ac:spMkLst>
            <pc:docMk/>
            <pc:sldMk cId="2995625462" sldId="4801"/>
            <ac:spMk id="11" creationId="{D04BC86D-E459-DEF0-437C-9A768C148B9A}"/>
          </ac:spMkLst>
        </pc:spChg>
        <pc:picChg chg="del">
          <ac:chgData name="Prazyan, Levon" userId="ed024b0e-4a1a-418a-8ca0-755e149680c9" providerId="ADAL" clId="{37B5C815-7D3A-4047-92DB-D2FA186C4EE7}" dt="2025-03-27T20:00:21.722" v="333" actId="478"/>
          <ac:picMkLst>
            <pc:docMk/>
            <pc:sldMk cId="2995625462" sldId="4801"/>
            <ac:picMk id="5" creationId="{2B0B8716-0F61-6464-DA34-8A2DD9F814E1}"/>
          </ac:picMkLst>
        </pc:picChg>
        <pc:picChg chg="add mod ord">
          <ac:chgData name="Prazyan, Levon" userId="ed024b0e-4a1a-418a-8ca0-755e149680c9" providerId="ADAL" clId="{37B5C815-7D3A-4047-92DB-D2FA186C4EE7}" dt="2025-03-27T20:13:02.629" v="740" actId="14100"/>
          <ac:picMkLst>
            <pc:docMk/>
            <pc:sldMk cId="2995625462" sldId="4801"/>
            <ac:picMk id="7" creationId="{FF85B615-0E8C-01F7-FFD2-1525FFA5599D}"/>
          </ac:picMkLst>
        </pc:picChg>
      </pc:sldChg>
      <pc:sldChg chg="modSp new mod modAnim modNotesTx">
        <pc:chgData name="Prazyan, Levon" userId="ed024b0e-4a1a-418a-8ca0-755e149680c9" providerId="ADAL" clId="{37B5C815-7D3A-4047-92DB-D2FA186C4EE7}" dt="2025-03-27T20:12:12.260" v="735" actId="20577"/>
        <pc:sldMkLst>
          <pc:docMk/>
          <pc:sldMk cId="3735702265" sldId="4802"/>
        </pc:sldMkLst>
        <pc:spChg chg="mod">
          <ac:chgData name="Prazyan, Levon" userId="ed024b0e-4a1a-418a-8ca0-755e149680c9" providerId="ADAL" clId="{37B5C815-7D3A-4047-92DB-D2FA186C4EE7}" dt="2025-03-27T20:02:37.991" v="448" actId="20577"/>
          <ac:spMkLst>
            <pc:docMk/>
            <pc:sldMk cId="3735702265" sldId="4802"/>
            <ac:spMk id="2" creationId="{79E7819D-A5C6-AA6F-15B1-AB9255429979}"/>
          </ac:spMkLst>
        </pc:spChg>
        <pc:spChg chg="mod">
          <ac:chgData name="Prazyan, Levon" userId="ed024b0e-4a1a-418a-8ca0-755e149680c9" providerId="ADAL" clId="{37B5C815-7D3A-4047-92DB-D2FA186C4EE7}" dt="2025-03-27T20:12:12.260" v="735" actId="20577"/>
          <ac:spMkLst>
            <pc:docMk/>
            <pc:sldMk cId="3735702265" sldId="4802"/>
            <ac:spMk id="3" creationId="{8459831D-D0B0-71CF-4122-725D6534E9A4}"/>
          </ac:spMkLst>
        </pc:spChg>
      </pc:sldChg>
      <pc:sldChg chg="addSp delSp modSp add mod modClrScheme chgLayout">
        <pc:chgData name="Prazyan, Levon" userId="ed024b0e-4a1a-418a-8ca0-755e149680c9" providerId="ADAL" clId="{37B5C815-7D3A-4047-92DB-D2FA186C4EE7}" dt="2025-03-27T20:19:27.865" v="928" actId="14100"/>
        <pc:sldMkLst>
          <pc:docMk/>
          <pc:sldMk cId="2810009792" sldId="4803"/>
        </pc:sldMkLst>
        <pc:spChg chg="mod ord">
          <ac:chgData name="Prazyan, Levon" userId="ed024b0e-4a1a-418a-8ca0-755e149680c9" providerId="ADAL" clId="{37B5C815-7D3A-4047-92DB-D2FA186C4EE7}" dt="2025-03-27T20:19:13.714" v="923" actId="700"/>
          <ac:spMkLst>
            <pc:docMk/>
            <pc:sldMk cId="2810009792" sldId="4803"/>
            <ac:spMk id="2" creationId="{C0F192C1-D58A-05A1-5047-414464E45084}"/>
          </ac:spMkLst>
        </pc:spChg>
        <pc:spChg chg="add del mod">
          <ac:chgData name="Prazyan, Levon" userId="ed024b0e-4a1a-418a-8ca0-755e149680c9" providerId="ADAL" clId="{37B5C815-7D3A-4047-92DB-D2FA186C4EE7}" dt="2025-03-27T20:19:20.001" v="926" actId="22"/>
          <ac:spMkLst>
            <pc:docMk/>
            <pc:sldMk cId="2810009792" sldId="4803"/>
            <ac:spMk id="4" creationId="{7946D0F7-8107-E6AA-4E29-07D8BC3410E1}"/>
          </ac:spMkLst>
        </pc:spChg>
        <pc:spChg chg="del mod ord">
          <ac:chgData name="Prazyan, Levon" userId="ed024b0e-4a1a-418a-8ca0-755e149680c9" providerId="ADAL" clId="{37B5C815-7D3A-4047-92DB-D2FA186C4EE7}" dt="2025-03-27T20:19:17.352" v="924" actId="478"/>
          <ac:spMkLst>
            <pc:docMk/>
            <pc:sldMk cId="2810009792" sldId="4803"/>
            <ac:spMk id="11" creationId="{F9BEC302-9AA7-C651-E1BF-77F4D8868FDD}"/>
          </ac:spMkLst>
        </pc:spChg>
        <pc:picChg chg="add mod ord">
          <ac:chgData name="Prazyan, Levon" userId="ed024b0e-4a1a-418a-8ca0-755e149680c9" providerId="ADAL" clId="{37B5C815-7D3A-4047-92DB-D2FA186C4EE7}" dt="2025-03-27T20:19:27.865" v="928" actId="14100"/>
          <ac:picMkLst>
            <pc:docMk/>
            <pc:sldMk cId="2810009792" sldId="4803"/>
            <ac:picMk id="6" creationId="{701DAA8E-EB89-C5A0-658D-9A15277C5AF5}"/>
          </ac:picMkLst>
        </pc:picChg>
        <pc:picChg chg="del mod ord">
          <ac:chgData name="Prazyan, Levon" userId="ed024b0e-4a1a-418a-8ca0-755e149680c9" providerId="ADAL" clId="{37B5C815-7D3A-4047-92DB-D2FA186C4EE7}" dt="2025-03-27T20:19:18.399" v="925" actId="478"/>
          <ac:picMkLst>
            <pc:docMk/>
            <pc:sldMk cId="2810009792" sldId="4803"/>
            <ac:picMk id="7" creationId="{F3FBA8CC-EA31-1F1F-5CF2-C88EBAED6501}"/>
          </ac:picMkLst>
        </pc:picChg>
      </pc:sldChg>
      <pc:sldChg chg="modSp new mod modAnim">
        <pc:chgData name="Prazyan, Levon" userId="ed024b0e-4a1a-418a-8ca0-755e149680c9" providerId="ADAL" clId="{37B5C815-7D3A-4047-92DB-D2FA186C4EE7}" dt="2025-03-27T20:30:22.722" v="1177" actId="6549"/>
        <pc:sldMkLst>
          <pc:docMk/>
          <pc:sldMk cId="4046872868" sldId="4804"/>
        </pc:sldMkLst>
        <pc:spChg chg="mod">
          <ac:chgData name="Prazyan, Levon" userId="ed024b0e-4a1a-418a-8ca0-755e149680c9" providerId="ADAL" clId="{37B5C815-7D3A-4047-92DB-D2FA186C4EE7}" dt="2025-03-27T20:21:47.905" v="972" actId="20577"/>
          <ac:spMkLst>
            <pc:docMk/>
            <pc:sldMk cId="4046872868" sldId="4804"/>
            <ac:spMk id="2" creationId="{3114D0C8-7B2E-EBA8-1647-7ECA1976686C}"/>
          </ac:spMkLst>
        </pc:spChg>
        <pc:spChg chg="mod">
          <ac:chgData name="Prazyan, Levon" userId="ed024b0e-4a1a-418a-8ca0-755e149680c9" providerId="ADAL" clId="{37B5C815-7D3A-4047-92DB-D2FA186C4EE7}" dt="2025-03-27T20:30:22.722" v="1177" actId="6549"/>
          <ac:spMkLst>
            <pc:docMk/>
            <pc:sldMk cId="4046872868" sldId="4804"/>
            <ac:spMk id="3" creationId="{87656C9E-4E88-60FA-66B8-9A8ABD8D5CB6}"/>
          </ac:spMkLst>
        </pc:spChg>
      </pc:sldChg>
      <pc:sldChg chg="modSp add mod modAnim">
        <pc:chgData name="Prazyan, Levon" userId="ed024b0e-4a1a-418a-8ca0-755e149680c9" providerId="ADAL" clId="{37B5C815-7D3A-4047-92DB-D2FA186C4EE7}" dt="2025-03-27T20:48:22.288" v="1616" actId="313"/>
        <pc:sldMkLst>
          <pc:docMk/>
          <pc:sldMk cId="3003909765" sldId="4805"/>
        </pc:sldMkLst>
        <pc:spChg chg="mod">
          <ac:chgData name="Prazyan, Levon" userId="ed024b0e-4a1a-418a-8ca0-755e149680c9" providerId="ADAL" clId="{37B5C815-7D3A-4047-92DB-D2FA186C4EE7}" dt="2025-03-27T20:31:21.480" v="1179" actId="20577"/>
          <ac:spMkLst>
            <pc:docMk/>
            <pc:sldMk cId="3003909765" sldId="4805"/>
            <ac:spMk id="2" creationId="{888C3A88-71FD-94DF-C5D4-2BECB5B5EB09}"/>
          </ac:spMkLst>
        </pc:spChg>
        <pc:spChg chg="mod">
          <ac:chgData name="Prazyan, Levon" userId="ed024b0e-4a1a-418a-8ca0-755e149680c9" providerId="ADAL" clId="{37B5C815-7D3A-4047-92DB-D2FA186C4EE7}" dt="2025-03-27T20:48:22.288" v="1616" actId="313"/>
          <ac:spMkLst>
            <pc:docMk/>
            <pc:sldMk cId="3003909765" sldId="4805"/>
            <ac:spMk id="3" creationId="{B4E22865-C272-38AB-3140-87B5755DAC03}"/>
          </ac:spMkLst>
        </pc:spChg>
      </pc:sldChg>
      <pc:sldChg chg="modSp add mod modAnim modNotesTx">
        <pc:chgData name="Prazyan, Levon" userId="ed024b0e-4a1a-418a-8ca0-755e149680c9" providerId="ADAL" clId="{37B5C815-7D3A-4047-92DB-D2FA186C4EE7}" dt="2025-03-27T20:57:54.769" v="1702"/>
        <pc:sldMkLst>
          <pc:docMk/>
          <pc:sldMk cId="3567472315" sldId="4806"/>
        </pc:sldMkLst>
        <pc:spChg chg="mod">
          <ac:chgData name="Prazyan, Levon" userId="ed024b0e-4a1a-418a-8ca0-755e149680c9" providerId="ADAL" clId="{37B5C815-7D3A-4047-92DB-D2FA186C4EE7}" dt="2025-03-27T20:48:35.051" v="1618" actId="20577"/>
          <ac:spMkLst>
            <pc:docMk/>
            <pc:sldMk cId="3567472315" sldId="4806"/>
            <ac:spMk id="2" creationId="{D412D3A3-1E04-DC44-DD4A-750DB6947765}"/>
          </ac:spMkLst>
        </pc:spChg>
        <pc:spChg chg="mod">
          <ac:chgData name="Prazyan, Levon" userId="ed024b0e-4a1a-418a-8ca0-755e149680c9" providerId="ADAL" clId="{37B5C815-7D3A-4047-92DB-D2FA186C4EE7}" dt="2025-03-27T20:57:06.028" v="1696"/>
          <ac:spMkLst>
            <pc:docMk/>
            <pc:sldMk cId="3567472315" sldId="4806"/>
            <ac:spMk id="3" creationId="{3DCD6CF8-0957-FADC-40DC-DEE9DEFB2F08}"/>
          </ac:spMkLst>
        </pc:spChg>
      </pc:sldChg>
      <pc:sldChg chg="modSp add mod modAnim modNotesTx">
        <pc:chgData name="Prazyan, Levon" userId="ed024b0e-4a1a-418a-8ca0-755e149680c9" providerId="ADAL" clId="{37B5C815-7D3A-4047-92DB-D2FA186C4EE7}" dt="2025-03-27T21:19:50.175" v="1868" actId="6549"/>
        <pc:sldMkLst>
          <pc:docMk/>
          <pc:sldMk cId="2146280516" sldId="4807"/>
        </pc:sldMkLst>
        <pc:spChg chg="mod">
          <ac:chgData name="Prazyan, Levon" userId="ed024b0e-4a1a-418a-8ca0-755e149680c9" providerId="ADAL" clId="{37B5C815-7D3A-4047-92DB-D2FA186C4EE7}" dt="2025-03-27T20:58:07.850" v="1704" actId="20577"/>
          <ac:spMkLst>
            <pc:docMk/>
            <pc:sldMk cId="2146280516" sldId="4807"/>
            <ac:spMk id="2" creationId="{3565BE9D-58FE-0B1E-1A13-F779AFA577D7}"/>
          </ac:spMkLst>
        </pc:spChg>
        <pc:spChg chg="mod">
          <ac:chgData name="Prazyan, Levon" userId="ed024b0e-4a1a-418a-8ca0-755e149680c9" providerId="ADAL" clId="{37B5C815-7D3A-4047-92DB-D2FA186C4EE7}" dt="2025-03-27T21:19:50.175" v="1868" actId="6549"/>
          <ac:spMkLst>
            <pc:docMk/>
            <pc:sldMk cId="2146280516" sldId="4807"/>
            <ac:spMk id="3" creationId="{4DA844F3-0648-D679-0DDF-1A33C2CBA7D7}"/>
          </ac:spMkLst>
        </pc:spChg>
      </pc:sldChg>
      <pc:sldChg chg="modSp add mod modAnim">
        <pc:chgData name="Prazyan, Levon" userId="ed024b0e-4a1a-418a-8ca0-755e149680c9" providerId="ADAL" clId="{37B5C815-7D3A-4047-92DB-D2FA186C4EE7}" dt="2025-03-27T21:39:11.942" v="2038" actId="20577"/>
        <pc:sldMkLst>
          <pc:docMk/>
          <pc:sldMk cId="666659023" sldId="4808"/>
        </pc:sldMkLst>
        <pc:spChg chg="mod">
          <ac:chgData name="Prazyan, Levon" userId="ed024b0e-4a1a-418a-8ca0-755e149680c9" providerId="ADAL" clId="{37B5C815-7D3A-4047-92DB-D2FA186C4EE7}" dt="2025-03-27T21:20:07.326" v="1870" actId="20577"/>
          <ac:spMkLst>
            <pc:docMk/>
            <pc:sldMk cId="666659023" sldId="4808"/>
            <ac:spMk id="2" creationId="{4D69BF52-B518-BA6A-C6FA-653EC8020A16}"/>
          </ac:spMkLst>
        </pc:spChg>
        <pc:spChg chg="mod">
          <ac:chgData name="Prazyan, Levon" userId="ed024b0e-4a1a-418a-8ca0-755e149680c9" providerId="ADAL" clId="{37B5C815-7D3A-4047-92DB-D2FA186C4EE7}" dt="2025-03-27T21:39:11.942" v="2038" actId="20577"/>
          <ac:spMkLst>
            <pc:docMk/>
            <pc:sldMk cId="666659023" sldId="4808"/>
            <ac:spMk id="3" creationId="{5CC57E4A-FD7F-29D5-074D-C04384828482}"/>
          </ac:spMkLst>
        </pc:spChg>
      </pc:sldChg>
      <pc:sldChg chg="modSp new mod modNotesTx">
        <pc:chgData name="Prazyan, Levon" userId="ed024b0e-4a1a-418a-8ca0-755e149680c9" providerId="ADAL" clId="{37B5C815-7D3A-4047-92DB-D2FA186C4EE7}" dt="2025-03-27T22:09:20.628" v="2144" actId="20577"/>
        <pc:sldMkLst>
          <pc:docMk/>
          <pc:sldMk cId="4047703142" sldId="4809"/>
        </pc:sldMkLst>
        <pc:spChg chg="mod">
          <ac:chgData name="Prazyan, Levon" userId="ed024b0e-4a1a-418a-8ca0-755e149680c9" providerId="ADAL" clId="{37B5C815-7D3A-4047-92DB-D2FA186C4EE7}" dt="2025-03-27T21:39:57.579" v="2053" actId="20577"/>
          <ac:spMkLst>
            <pc:docMk/>
            <pc:sldMk cId="4047703142" sldId="4809"/>
            <ac:spMk id="2" creationId="{A5F2B99D-1CA7-5C70-40BA-E7A20EB59D61}"/>
          </ac:spMkLst>
        </pc:spChg>
        <pc:spChg chg="mod">
          <ac:chgData name="Prazyan, Levon" userId="ed024b0e-4a1a-418a-8ca0-755e149680c9" providerId="ADAL" clId="{37B5C815-7D3A-4047-92DB-D2FA186C4EE7}" dt="2025-03-27T22:09:20.628" v="2144" actId="20577"/>
          <ac:spMkLst>
            <pc:docMk/>
            <pc:sldMk cId="4047703142" sldId="4809"/>
            <ac:spMk id="3" creationId="{3735C938-4CE2-4869-FAD0-16311E67A822}"/>
          </ac:spMkLst>
        </pc:spChg>
      </pc:sldChg>
      <pc:sldChg chg="modSp add mod modNotesTx">
        <pc:chgData name="Prazyan, Levon" userId="ed024b0e-4a1a-418a-8ca0-755e149680c9" providerId="ADAL" clId="{37B5C815-7D3A-4047-92DB-D2FA186C4EE7}" dt="2025-03-27T22:24:31.251" v="2371" actId="6549"/>
        <pc:sldMkLst>
          <pc:docMk/>
          <pc:sldMk cId="2725145013" sldId="4810"/>
        </pc:sldMkLst>
        <pc:spChg chg="mod">
          <ac:chgData name="Prazyan, Levon" userId="ed024b0e-4a1a-418a-8ca0-755e149680c9" providerId="ADAL" clId="{37B5C815-7D3A-4047-92DB-D2FA186C4EE7}" dt="2025-03-27T22:09:51.350" v="2168" actId="20577"/>
          <ac:spMkLst>
            <pc:docMk/>
            <pc:sldMk cId="2725145013" sldId="4810"/>
            <ac:spMk id="2" creationId="{57A27A09-4628-5637-F3BB-A0633C8DCC9F}"/>
          </ac:spMkLst>
        </pc:spChg>
        <pc:spChg chg="mod">
          <ac:chgData name="Prazyan, Levon" userId="ed024b0e-4a1a-418a-8ca0-755e149680c9" providerId="ADAL" clId="{37B5C815-7D3A-4047-92DB-D2FA186C4EE7}" dt="2025-03-27T22:20:54.858" v="2369" actId="20577"/>
          <ac:spMkLst>
            <pc:docMk/>
            <pc:sldMk cId="2725145013" sldId="4810"/>
            <ac:spMk id="3" creationId="{46F39044-16F2-1AC4-E7FE-C561FE2414C1}"/>
          </ac:spMkLst>
        </pc:spChg>
      </pc:sldChg>
      <pc:sldChg chg="modSp add mod modNotesTx">
        <pc:chgData name="Prazyan, Levon" userId="ed024b0e-4a1a-418a-8ca0-755e149680c9" providerId="ADAL" clId="{37B5C815-7D3A-4047-92DB-D2FA186C4EE7}" dt="2025-03-27T22:29:47.362" v="2466" actId="113"/>
        <pc:sldMkLst>
          <pc:docMk/>
          <pc:sldMk cId="1656160195" sldId="4811"/>
        </pc:sldMkLst>
        <pc:spChg chg="mod">
          <ac:chgData name="Prazyan, Levon" userId="ed024b0e-4a1a-418a-8ca0-755e149680c9" providerId="ADAL" clId="{37B5C815-7D3A-4047-92DB-D2FA186C4EE7}" dt="2025-03-27T22:24:42.948" v="2386" actId="20577"/>
          <ac:spMkLst>
            <pc:docMk/>
            <pc:sldMk cId="1656160195" sldId="4811"/>
            <ac:spMk id="2" creationId="{B603D7AB-167E-55C1-4D40-8EC289CEE907}"/>
          </ac:spMkLst>
        </pc:spChg>
        <pc:spChg chg="mod">
          <ac:chgData name="Prazyan, Levon" userId="ed024b0e-4a1a-418a-8ca0-755e149680c9" providerId="ADAL" clId="{37B5C815-7D3A-4047-92DB-D2FA186C4EE7}" dt="2025-03-27T22:27:46.651" v="2438" actId="20577"/>
          <ac:spMkLst>
            <pc:docMk/>
            <pc:sldMk cId="1656160195" sldId="4811"/>
            <ac:spMk id="3" creationId="{786C06FA-CBDD-11DE-25FB-8B002CD4829E}"/>
          </ac:spMkLst>
        </pc:spChg>
      </pc:sldChg>
      <pc:sldChg chg="del">
        <pc:chgData name="Prazyan, Levon" userId="ed024b0e-4a1a-418a-8ca0-755e149680c9" providerId="ADAL" clId="{37B5C815-7D3A-4047-92DB-D2FA186C4EE7}" dt="2025-03-27T19:31:31.020" v="44" actId="47"/>
        <pc:sldMkLst>
          <pc:docMk/>
          <pc:sldMk cId="4289434646" sldId="4930"/>
        </pc:sldMkLst>
      </pc:sldChg>
      <pc:sldChg chg="del">
        <pc:chgData name="Prazyan, Levon" userId="ed024b0e-4a1a-418a-8ca0-755e149680c9" providerId="ADAL" clId="{37B5C815-7D3A-4047-92DB-D2FA186C4EE7}" dt="2025-03-27T19:31:31.020" v="44" actId="47"/>
        <pc:sldMkLst>
          <pc:docMk/>
          <pc:sldMk cId="3304749675" sldId="4931"/>
        </pc:sldMkLst>
      </pc:sldChg>
      <pc:sldChg chg="del">
        <pc:chgData name="Prazyan, Levon" userId="ed024b0e-4a1a-418a-8ca0-755e149680c9" providerId="ADAL" clId="{37B5C815-7D3A-4047-92DB-D2FA186C4EE7}" dt="2025-03-27T19:31:31.020" v="44" actId="47"/>
        <pc:sldMkLst>
          <pc:docMk/>
          <pc:sldMk cId="971225567" sldId="4932"/>
        </pc:sldMkLst>
      </pc:sldChg>
      <pc:sldChg chg="del">
        <pc:chgData name="Prazyan, Levon" userId="ed024b0e-4a1a-418a-8ca0-755e149680c9" providerId="ADAL" clId="{37B5C815-7D3A-4047-92DB-D2FA186C4EE7}" dt="2025-03-27T19:31:31.020" v="44" actId="47"/>
        <pc:sldMkLst>
          <pc:docMk/>
          <pc:sldMk cId="1487636092" sldId="4933"/>
        </pc:sldMkLst>
      </pc:sldChg>
      <pc:sldChg chg="del">
        <pc:chgData name="Prazyan, Levon" userId="ed024b0e-4a1a-418a-8ca0-755e149680c9" providerId="ADAL" clId="{37B5C815-7D3A-4047-92DB-D2FA186C4EE7}" dt="2025-03-27T19:31:31.020" v="44" actId="47"/>
        <pc:sldMkLst>
          <pc:docMk/>
          <pc:sldMk cId="644805371" sldId="4934"/>
        </pc:sldMkLst>
      </pc:sldChg>
      <pc:sldChg chg="del">
        <pc:chgData name="Prazyan, Levon" userId="ed024b0e-4a1a-418a-8ca0-755e149680c9" providerId="ADAL" clId="{37B5C815-7D3A-4047-92DB-D2FA186C4EE7}" dt="2025-03-27T19:31:31.020" v="44" actId="47"/>
        <pc:sldMkLst>
          <pc:docMk/>
          <pc:sldMk cId="3416857204" sldId="4935"/>
        </pc:sldMkLst>
      </pc:sldChg>
      <pc:sldChg chg="del">
        <pc:chgData name="Prazyan, Levon" userId="ed024b0e-4a1a-418a-8ca0-755e149680c9" providerId="ADAL" clId="{37B5C815-7D3A-4047-92DB-D2FA186C4EE7}" dt="2025-03-27T19:31:31.020" v="44" actId="47"/>
        <pc:sldMkLst>
          <pc:docMk/>
          <pc:sldMk cId="1448384076" sldId="493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DB5702-F164-4492-9EF6-882193065F88}" type="datetimeFigureOut">
              <a:rPr lang="en-US" smtClean="0"/>
              <a:t>3/27/2025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22A58C-8E2F-4CF4-BCC2-14D73B27F336}" type="slidenum">
              <a:rPr lang="en-US" smtClean="0"/>
              <a:t>‹#›</a:t>
            </a:fld>
            <a:endParaRPr lang="en-US" dirty="0"/>
          </a:p>
        </p:txBody>
      </p:sp>
    </p:spTree>
    <p:extLst>
      <p:ext uri="{BB962C8B-B14F-4D97-AF65-F5344CB8AC3E}">
        <p14:creationId xmlns:p14="http://schemas.microsoft.com/office/powerpoint/2010/main" val="78035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the number of keys stored is small relative to the total number of possible keys, hash tables become an effective alternative to directly addressing an array, since a hash table typically uses an array of size proportional to the number of keys actually stored. Instead of using the key as an array index directly, the array index is computed from the key.</a:t>
            </a:r>
          </a:p>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3</a:t>
            </a:fld>
            <a:endParaRPr lang="en-US" dirty="0"/>
          </a:p>
        </p:txBody>
      </p:sp>
    </p:spTree>
    <p:extLst>
      <p:ext uri="{BB962C8B-B14F-4D97-AF65-F5344CB8AC3E}">
        <p14:creationId xmlns:p14="http://schemas.microsoft.com/office/powerpoint/2010/main" val="1838984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Times-Roman"/>
              </a:rPr>
              <a:t>We shall assume that no two elements have the same key.</a:t>
            </a:r>
          </a:p>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4</a:t>
            </a:fld>
            <a:endParaRPr lang="en-US" dirty="0"/>
          </a:p>
        </p:txBody>
      </p:sp>
    </p:spTree>
    <p:extLst>
      <p:ext uri="{BB962C8B-B14F-4D97-AF65-F5344CB8AC3E}">
        <p14:creationId xmlns:p14="http://schemas.microsoft.com/office/powerpoint/2010/main" val="2693529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998B6-CF19-F33E-7E0F-4D0F73443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6FA6A-0ACE-55E9-5F9E-1ED82A95CE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9B573-8288-4BD9-D62C-25FEFB5AC0E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Times-Roman"/>
              </a:rPr>
              <a:t>We shall assume that no two elements have the same key.</a:t>
            </a:r>
          </a:p>
          <a:p>
            <a:endParaRPr lang="en-US" dirty="0"/>
          </a:p>
        </p:txBody>
      </p:sp>
      <p:sp>
        <p:nvSpPr>
          <p:cNvPr id="4" name="Slide Number Placeholder 3">
            <a:extLst>
              <a:ext uri="{FF2B5EF4-FFF2-40B4-BE49-F238E27FC236}">
                <a16:creationId xmlns:a16="http://schemas.microsoft.com/office/drawing/2014/main" id="{21DA07BD-EADF-9A49-9C63-E19E71304186}"/>
              </a:ext>
            </a:extLst>
          </p:cNvPr>
          <p:cNvSpPr>
            <a:spLocks noGrp="1"/>
          </p:cNvSpPr>
          <p:nvPr>
            <p:ph type="sldNum" sz="quarter" idx="5"/>
          </p:nvPr>
        </p:nvSpPr>
        <p:spPr/>
        <p:txBody>
          <a:bodyPr/>
          <a:lstStyle/>
          <a:p>
            <a:fld id="{BD22A58C-8E2F-4CF4-BCC2-14D73B27F336}" type="slidenum">
              <a:rPr lang="en-US" smtClean="0"/>
              <a:t>5</a:t>
            </a:fld>
            <a:endParaRPr lang="en-US" dirty="0"/>
          </a:p>
        </p:txBody>
      </p:sp>
    </p:spTree>
    <p:extLst>
      <p:ext uri="{BB962C8B-B14F-4D97-AF65-F5344CB8AC3E}">
        <p14:creationId xmlns:p14="http://schemas.microsoft.com/office/powerpoint/2010/main" val="186756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FDE0B-7E21-4973-F0EC-301B80C5F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1596A-0A2B-F07C-AB33-AF0CBA927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E7C098-D106-0B87-E08C-18DFE72339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Times-Roman"/>
              </a:rPr>
              <a:t>We shall assume that no two elements have the same key.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Times-Roman"/>
              </a:rPr>
              <a:t>O(1) time</a:t>
            </a:r>
          </a:p>
          <a:p>
            <a:endParaRPr lang="en-US" dirty="0"/>
          </a:p>
        </p:txBody>
      </p:sp>
      <p:sp>
        <p:nvSpPr>
          <p:cNvPr id="4" name="Slide Number Placeholder 3">
            <a:extLst>
              <a:ext uri="{FF2B5EF4-FFF2-40B4-BE49-F238E27FC236}">
                <a16:creationId xmlns:a16="http://schemas.microsoft.com/office/drawing/2014/main" id="{9D575A9C-CB30-5EB4-9EF4-7234C160B740}"/>
              </a:ext>
            </a:extLst>
          </p:cNvPr>
          <p:cNvSpPr>
            <a:spLocks noGrp="1"/>
          </p:cNvSpPr>
          <p:nvPr>
            <p:ph type="sldNum" sz="quarter" idx="5"/>
          </p:nvPr>
        </p:nvSpPr>
        <p:spPr/>
        <p:txBody>
          <a:bodyPr/>
          <a:lstStyle/>
          <a:p>
            <a:fld id="{BD22A58C-8E2F-4CF4-BCC2-14D73B27F336}" type="slidenum">
              <a:rPr lang="en-US" smtClean="0"/>
              <a:t>6</a:t>
            </a:fld>
            <a:endParaRPr lang="en-US" dirty="0"/>
          </a:p>
        </p:txBody>
      </p:sp>
    </p:spTree>
    <p:extLst>
      <p:ext uri="{BB962C8B-B14F-4D97-AF65-F5344CB8AC3E}">
        <p14:creationId xmlns:p14="http://schemas.microsoft.com/office/powerpoint/2010/main" val="13230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The downside of direct addressing is obvious: </a:t>
            </a:r>
            <a:r>
              <a:rPr lang="en-US" sz="1800" b="1" i="0" u="none" strike="noStrike" baseline="0" dirty="0">
                <a:latin typeface="Times-Roman"/>
              </a:rPr>
              <a:t>if</a:t>
            </a:r>
            <a:r>
              <a:rPr lang="en-US" sz="1800" b="0" i="0" u="none" strike="noStrike" baseline="0" dirty="0">
                <a:latin typeface="Times-Roman"/>
              </a:rPr>
              <a:t> the universe </a:t>
            </a:r>
            <a:r>
              <a:rPr lang="en-US" sz="1800" b="1" i="0" u="none" strike="noStrike" baseline="0" dirty="0">
                <a:latin typeface="MT2MIT"/>
              </a:rPr>
              <a:t>U </a:t>
            </a:r>
            <a:r>
              <a:rPr lang="en-US" sz="1800" b="1" i="0" u="none" strike="noStrike" baseline="0" dirty="0">
                <a:latin typeface="Times-Roman"/>
              </a:rPr>
              <a:t>is large</a:t>
            </a:r>
            <a:r>
              <a:rPr lang="en-US" sz="1800" b="0" i="0" u="none" strike="noStrike" baseline="0" dirty="0">
                <a:latin typeface="Times-Roman"/>
              </a:rPr>
              <a:t>, storing a </a:t>
            </a:r>
            <a:r>
              <a:rPr lang="en-US" sz="1800" b="1" i="0" u="none" strike="noStrike" baseline="0" dirty="0">
                <a:latin typeface="Times-Roman"/>
              </a:rPr>
              <a:t>table </a:t>
            </a:r>
            <a:r>
              <a:rPr lang="en-US" sz="1800" b="1" i="0" u="none" strike="noStrike" baseline="0" dirty="0">
                <a:latin typeface="MT2MIT"/>
              </a:rPr>
              <a:t>T</a:t>
            </a:r>
            <a:r>
              <a:rPr lang="en-US" sz="1800" b="0" i="0" u="none" strike="noStrike" baseline="0" dirty="0">
                <a:latin typeface="MT2MIT"/>
              </a:rPr>
              <a:t> </a:t>
            </a:r>
            <a:r>
              <a:rPr lang="en-US" sz="1800" b="0" i="0" u="none" strike="noStrike" baseline="0" dirty="0">
                <a:latin typeface="Times-Roman"/>
              </a:rPr>
              <a:t>of size </a:t>
            </a:r>
            <a:r>
              <a:rPr lang="en-US" sz="1800" b="0" i="0" u="none" strike="noStrike" baseline="0" dirty="0">
                <a:latin typeface="MT2SYT"/>
              </a:rPr>
              <a:t>|</a:t>
            </a:r>
            <a:r>
              <a:rPr lang="en-US" sz="1800" b="0" i="0" u="none" strike="noStrike" baseline="0" dirty="0">
                <a:latin typeface="MT2MIT"/>
              </a:rPr>
              <a:t>U</a:t>
            </a:r>
            <a:r>
              <a:rPr lang="en-US" sz="1800" b="0" i="0" u="none" strike="noStrike" baseline="0" dirty="0">
                <a:latin typeface="MT2SYT"/>
              </a:rPr>
              <a:t>| </a:t>
            </a:r>
            <a:r>
              <a:rPr lang="en-US" sz="1800" b="1" i="0" u="none" strike="noStrike" baseline="0" dirty="0">
                <a:latin typeface="Times-Roman"/>
              </a:rPr>
              <a:t>may be impractical</a:t>
            </a:r>
            <a:r>
              <a:rPr lang="en-US" sz="1800" b="0" i="0" u="none" strike="noStrike" baseline="0" dirty="0">
                <a:latin typeface="Times-Roman"/>
              </a:rPr>
              <a:t>, or even impossible, given the memory available on a typical computer. Furthermore, </a:t>
            </a:r>
            <a:r>
              <a:rPr lang="en-US" sz="1800" b="1" i="0" u="none" strike="noStrike" baseline="0" dirty="0">
                <a:latin typeface="Times-Roman"/>
              </a:rPr>
              <a:t>the set </a:t>
            </a:r>
            <a:r>
              <a:rPr lang="en-US" sz="1800" b="1" i="0" u="none" strike="noStrike" baseline="0" dirty="0">
                <a:latin typeface="MT2MIT"/>
              </a:rPr>
              <a:t>K</a:t>
            </a:r>
            <a:r>
              <a:rPr lang="en-US" sz="1800" b="0" i="0" u="none" strike="noStrike" baseline="0" dirty="0">
                <a:latin typeface="MT2MIT"/>
              </a:rPr>
              <a:t> </a:t>
            </a:r>
            <a:r>
              <a:rPr lang="en-US" sz="1800" b="0" i="0" u="none" strike="noStrike" baseline="0" dirty="0">
                <a:latin typeface="Times-Roman"/>
              </a:rPr>
              <a:t>of keys </a:t>
            </a:r>
            <a:r>
              <a:rPr lang="en-US" sz="1800" b="0" i="1" u="none" strike="noStrike" baseline="0" dirty="0">
                <a:latin typeface="Times-Italic"/>
              </a:rPr>
              <a:t>actually stored </a:t>
            </a:r>
            <a:r>
              <a:rPr lang="en-US" sz="1800" b="1" i="0" u="none" strike="noStrike" baseline="0" dirty="0">
                <a:latin typeface="Times-Roman"/>
              </a:rPr>
              <a:t>may be so small</a:t>
            </a:r>
            <a:r>
              <a:rPr lang="en-US" sz="1800" b="0" i="0" u="none" strike="noStrike" baseline="0" dirty="0">
                <a:latin typeface="Times-Roman"/>
              </a:rPr>
              <a:t> relative to </a:t>
            </a:r>
            <a:r>
              <a:rPr lang="en-US" sz="1800" b="0" i="0" u="none" strike="noStrike" baseline="0" dirty="0">
                <a:latin typeface="MT2MIT"/>
              </a:rPr>
              <a:t>U </a:t>
            </a:r>
            <a:r>
              <a:rPr lang="en-US" sz="1800" b="0" i="0" u="none" strike="noStrike" baseline="0" dirty="0">
                <a:latin typeface="Times-Roman"/>
              </a:rPr>
              <a:t>that most of the </a:t>
            </a:r>
            <a:r>
              <a:rPr lang="en-US" sz="1800" b="1" i="0" u="none" strike="noStrike" baseline="0" dirty="0">
                <a:latin typeface="Times-Roman"/>
              </a:rPr>
              <a:t>space</a:t>
            </a:r>
            <a:r>
              <a:rPr lang="en-US" sz="1800" b="0" i="0" u="none" strike="noStrike" baseline="0" dirty="0">
                <a:latin typeface="Times-Roman"/>
              </a:rPr>
              <a:t> allocated for </a:t>
            </a:r>
            <a:r>
              <a:rPr lang="en-US" sz="1800" b="0" i="0" u="none" strike="noStrike" baseline="0" dirty="0">
                <a:latin typeface="MT2MIT"/>
              </a:rPr>
              <a:t>T </a:t>
            </a:r>
            <a:r>
              <a:rPr lang="en-US" sz="1800" b="1" i="0" u="none" strike="noStrike" baseline="0" dirty="0">
                <a:latin typeface="Times-Roman"/>
              </a:rPr>
              <a:t>would</a:t>
            </a:r>
            <a:r>
              <a:rPr lang="en-US" sz="1800" b="0" i="0" u="none" strike="noStrike" baseline="0" dirty="0">
                <a:latin typeface="Times-Roman"/>
              </a:rPr>
              <a:t> </a:t>
            </a:r>
            <a:r>
              <a:rPr lang="en-US" sz="1800" b="1" i="0" u="none" strike="noStrike" baseline="0" dirty="0">
                <a:latin typeface="Times-Roman"/>
              </a:rPr>
              <a:t>be</a:t>
            </a:r>
            <a:r>
              <a:rPr lang="en-US" sz="1800" b="0" i="0" u="none" strike="noStrike" baseline="0" dirty="0">
                <a:latin typeface="Times-Roman"/>
              </a:rPr>
              <a:t> </a:t>
            </a:r>
            <a:r>
              <a:rPr lang="en-US" sz="1800" b="1" i="0" u="none" strike="noStrike" baseline="0" dirty="0">
                <a:latin typeface="Times-Roman"/>
              </a:rPr>
              <a:t>wasted</a:t>
            </a:r>
            <a:r>
              <a:rPr lang="en-US" sz="1800" b="0" i="0" u="none" strike="noStrike" baseline="0" dirty="0">
                <a:latin typeface="Times-Roman"/>
              </a:rPr>
              <a:t>.</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7</a:t>
            </a:fld>
            <a:endParaRPr lang="en-US" dirty="0"/>
          </a:p>
        </p:txBody>
      </p:sp>
    </p:spTree>
    <p:extLst>
      <p:ext uri="{BB962C8B-B14F-4D97-AF65-F5344CB8AC3E}">
        <p14:creationId xmlns:p14="http://schemas.microsoft.com/office/powerpoint/2010/main" val="2836944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6B1B6-2402-FBD9-E7DE-E3AB0FFAF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61893-CC94-8EB4-129C-9B97B2DEB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2A3E3-FA49-5301-1FFC-A6B1D09A66DB}"/>
              </a:ext>
            </a:extLst>
          </p:cNvPr>
          <p:cNvSpPr>
            <a:spLocks noGrp="1"/>
          </p:cNvSpPr>
          <p:nvPr>
            <p:ph type="body" idx="1"/>
          </p:nvPr>
        </p:nvSpPr>
        <p:spPr/>
        <p:txBody>
          <a:bodyPr/>
          <a:lstStyle/>
          <a:p>
            <a:pPr algn="l"/>
            <a:endParaRPr lang="en-US" dirty="0"/>
          </a:p>
        </p:txBody>
      </p:sp>
      <p:sp>
        <p:nvSpPr>
          <p:cNvPr id="4" name="Slide Number Placeholder 3">
            <a:extLst>
              <a:ext uri="{FF2B5EF4-FFF2-40B4-BE49-F238E27FC236}">
                <a16:creationId xmlns:a16="http://schemas.microsoft.com/office/drawing/2014/main" id="{AC9AE4D4-E637-6B08-67E5-21C5C76A726D}"/>
              </a:ext>
            </a:extLst>
          </p:cNvPr>
          <p:cNvSpPr>
            <a:spLocks noGrp="1"/>
          </p:cNvSpPr>
          <p:nvPr>
            <p:ph type="sldNum" sz="quarter" idx="5"/>
          </p:nvPr>
        </p:nvSpPr>
        <p:spPr/>
        <p:txBody>
          <a:bodyPr/>
          <a:lstStyle/>
          <a:p>
            <a:fld id="{BD22A58C-8E2F-4CF4-BCC2-14D73B27F336}" type="slidenum">
              <a:rPr lang="en-US" smtClean="0"/>
              <a:t>8</a:t>
            </a:fld>
            <a:endParaRPr lang="en-US" dirty="0"/>
          </a:p>
        </p:txBody>
      </p:sp>
    </p:spTree>
    <p:extLst>
      <p:ext uri="{BB962C8B-B14F-4D97-AF65-F5344CB8AC3E}">
        <p14:creationId xmlns:p14="http://schemas.microsoft.com/office/powerpoint/2010/main" val="2733073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The ideal solution would be to avoid collisions altogether. We might try to achieve this goal by choosing a suitable hash function </a:t>
            </a:r>
            <a:r>
              <a:rPr lang="en-US" sz="1800" b="0" i="0" u="none" strike="noStrike" baseline="0" dirty="0">
                <a:latin typeface="MT2MIT"/>
              </a:rPr>
              <a:t>h</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9</a:t>
            </a:fld>
            <a:endParaRPr lang="en-US" dirty="0"/>
          </a:p>
        </p:txBody>
      </p:sp>
    </p:spTree>
    <p:extLst>
      <p:ext uri="{BB962C8B-B14F-4D97-AF65-F5344CB8AC3E}">
        <p14:creationId xmlns:p14="http://schemas.microsoft.com/office/powerpoint/2010/main" val="238751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01352-73CF-98CF-3CDF-66502C69C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8E8CE-EC6A-B47A-16D1-ABB93F2F8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D5F15-37A1-CCE2-B681-4865F22303DA}"/>
              </a:ext>
            </a:extLst>
          </p:cNvPr>
          <p:cNvSpPr>
            <a:spLocks noGrp="1"/>
          </p:cNvSpPr>
          <p:nvPr>
            <p:ph type="body" idx="1"/>
          </p:nvPr>
        </p:nvSpPr>
        <p:spPr/>
        <p:txBody>
          <a:bodyPr/>
          <a:lstStyle/>
          <a:p>
            <a:pPr algn="l"/>
            <a:endParaRPr lang="en-US" dirty="0"/>
          </a:p>
        </p:txBody>
      </p:sp>
      <p:sp>
        <p:nvSpPr>
          <p:cNvPr id="4" name="Slide Number Placeholder 3">
            <a:extLst>
              <a:ext uri="{FF2B5EF4-FFF2-40B4-BE49-F238E27FC236}">
                <a16:creationId xmlns:a16="http://schemas.microsoft.com/office/drawing/2014/main" id="{F6F329F8-1CF0-CC86-BE27-D5B4B7B6DD8C}"/>
              </a:ext>
            </a:extLst>
          </p:cNvPr>
          <p:cNvSpPr>
            <a:spLocks noGrp="1"/>
          </p:cNvSpPr>
          <p:nvPr>
            <p:ph type="sldNum" sz="quarter" idx="5"/>
          </p:nvPr>
        </p:nvSpPr>
        <p:spPr/>
        <p:txBody>
          <a:bodyPr/>
          <a:lstStyle/>
          <a:p>
            <a:fld id="{BD22A58C-8E2F-4CF4-BCC2-14D73B27F336}" type="slidenum">
              <a:rPr lang="en-US" smtClean="0"/>
              <a:t>10</a:t>
            </a:fld>
            <a:endParaRPr lang="en-US" dirty="0"/>
          </a:p>
        </p:txBody>
      </p:sp>
    </p:spTree>
    <p:extLst>
      <p:ext uri="{BB962C8B-B14F-4D97-AF65-F5344CB8AC3E}">
        <p14:creationId xmlns:p14="http://schemas.microsoft.com/office/powerpoint/2010/main" val="1418402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177E-3247-19FD-4077-A6D5E6064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E02B79-D051-4C04-2032-36797225C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74F81-BE09-9857-D953-E18908918A4F}"/>
              </a:ext>
            </a:extLst>
          </p:cNvPr>
          <p:cNvSpPr>
            <a:spLocks noGrp="1"/>
          </p:cNvSpPr>
          <p:nvPr>
            <p:ph type="body" idx="1"/>
          </p:nvPr>
        </p:nvSpPr>
        <p:spPr/>
        <p:txBody>
          <a:bodyPr/>
          <a:lstStyle/>
          <a:p>
            <a:pPr algn="l"/>
            <a:endParaRPr lang="en-US" dirty="0"/>
          </a:p>
        </p:txBody>
      </p:sp>
      <p:sp>
        <p:nvSpPr>
          <p:cNvPr id="4" name="Slide Number Placeholder 3">
            <a:extLst>
              <a:ext uri="{FF2B5EF4-FFF2-40B4-BE49-F238E27FC236}">
                <a16:creationId xmlns:a16="http://schemas.microsoft.com/office/drawing/2014/main" id="{00E41849-51FE-E682-71A5-2C08F78FE578}"/>
              </a:ext>
            </a:extLst>
          </p:cNvPr>
          <p:cNvSpPr>
            <a:spLocks noGrp="1"/>
          </p:cNvSpPr>
          <p:nvPr>
            <p:ph type="sldNum" sz="quarter" idx="5"/>
          </p:nvPr>
        </p:nvSpPr>
        <p:spPr/>
        <p:txBody>
          <a:bodyPr/>
          <a:lstStyle/>
          <a:p>
            <a:fld id="{BD22A58C-8E2F-4CF4-BCC2-14D73B27F336}" type="slidenum">
              <a:rPr lang="en-US" smtClean="0"/>
              <a:t>11</a:t>
            </a:fld>
            <a:endParaRPr lang="en-US" dirty="0"/>
          </a:p>
        </p:txBody>
      </p:sp>
    </p:spTree>
    <p:extLst>
      <p:ext uri="{BB962C8B-B14F-4D97-AF65-F5344CB8AC3E}">
        <p14:creationId xmlns:p14="http://schemas.microsoft.com/office/powerpoint/2010/main" val="3836478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Under the assumption of simple uniform hashing, any key </a:t>
                </a:r>
                <a14:m>
                  <m:oMath xmlns:m="http://schemas.openxmlformats.org/officeDocument/2006/math">
                    <m:r>
                      <a:rPr lang="en-US" i="1" dirty="0" smtClean="0">
                        <a:latin typeface="Cambria Math" panose="02040503050406030204" pitchFamily="18" charset="0"/>
                      </a:rPr>
                      <m:t>𝑘</m:t>
                    </m:r>
                  </m:oMath>
                </a14:m>
                <a:r>
                  <a:rPr lang="en-US" dirty="0"/>
                  <a:t> not already stored in the table is equally likely to hash to any of the </a:t>
                </a:r>
                <a14:m>
                  <m:oMath xmlns:m="http://schemas.openxmlformats.org/officeDocument/2006/math">
                    <m:r>
                      <a:rPr lang="en-US" i="1" dirty="0" smtClean="0">
                        <a:latin typeface="Cambria Math" panose="02040503050406030204" pitchFamily="18" charset="0"/>
                      </a:rPr>
                      <m:t>𝑚</m:t>
                    </m:r>
                  </m:oMath>
                </a14:m>
                <a:r>
                  <a:rPr lang="en-US" dirty="0"/>
                  <a:t> slots. </a:t>
                </a:r>
              </a:p>
            </p:txBody>
          </p:sp>
        </mc:Choice>
        <mc:Fallback>
          <p:sp>
            <p:nvSpPr>
              <p:cNvPr id="3" name="Notes Placeholder 2"/>
              <p:cNvSpPr>
                <a:spLocks noGrp="1"/>
              </p:cNvSpPr>
              <p:nvPr>
                <p:ph type="body" idx="1"/>
              </p:nvPr>
            </p:nvSpPr>
            <p:spPr/>
            <p:txBody>
              <a:bodyPr/>
              <a:lstStyle/>
              <a:p>
                <a:r>
                  <a:rPr lang="en-US" dirty="0"/>
                  <a:t>Under the assumption of simple uniform hashing, any key </a:t>
                </a:r>
                <a:r>
                  <a:rPr lang="en-US" i="0" dirty="0">
                    <a:latin typeface="Cambria Math" panose="02040503050406030204" pitchFamily="18" charset="0"/>
                  </a:rPr>
                  <a:t>𝑘</a:t>
                </a:r>
                <a:r>
                  <a:rPr lang="en-US" dirty="0"/>
                  <a:t> not already stored in the table is equally likely to hash to any of the </a:t>
                </a:r>
                <a:r>
                  <a:rPr lang="en-US" i="0" dirty="0">
                    <a:latin typeface="Cambria Math" panose="02040503050406030204" pitchFamily="18" charset="0"/>
                  </a:rPr>
                  <a:t>𝑚</a:t>
                </a:r>
                <a:r>
                  <a:rPr lang="en-US" dirty="0"/>
                  <a:t> slots. </a:t>
                </a:r>
              </a:p>
            </p:txBody>
          </p:sp>
        </mc:Fallback>
      </mc:AlternateContent>
      <p:sp>
        <p:nvSpPr>
          <p:cNvPr id="4" name="Slide Number Placeholder 3"/>
          <p:cNvSpPr>
            <a:spLocks noGrp="1"/>
          </p:cNvSpPr>
          <p:nvPr>
            <p:ph type="sldNum" sz="quarter" idx="5"/>
          </p:nvPr>
        </p:nvSpPr>
        <p:spPr/>
        <p:txBody>
          <a:bodyPr/>
          <a:lstStyle/>
          <a:p>
            <a:fld id="{BD22A58C-8E2F-4CF4-BCC2-14D73B27F336}" type="slidenum">
              <a:rPr lang="en-US" smtClean="0"/>
              <a:t>14</a:t>
            </a:fld>
            <a:endParaRPr lang="en-US" dirty="0"/>
          </a:p>
        </p:txBody>
      </p:sp>
    </p:spTree>
    <p:extLst>
      <p:ext uri="{BB962C8B-B14F-4D97-AF65-F5344CB8AC3E}">
        <p14:creationId xmlns:p14="http://schemas.microsoft.com/office/powerpoint/2010/main" val="4186654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0E408-8B30-2E00-5F90-356F27D52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D519E-80BE-5DB9-BD2A-074B27FD4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3718F-4A7A-786E-CE30-B1CFB3EFF53A}"/>
              </a:ext>
            </a:extLst>
          </p:cNvPr>
          <p:cNvSpPr>
            <a:spLocks noGrp="1"/>
          </p:cNvSpPr>
          <p:nvPr>
            <p:ph type="body" idx="1"/>
          </p:nvPr>
        </p:nvSpPr>
        <p:spPr/>
        <p:txBody>
          <a:bodyPr/>
          <a:lstStyle/>
          <a:p>
            <a:r>
              <a:rPr lang="en-US" b="1" dirty="0"/>
              <a:t>The number</a:t>
            </a:r>
            <a:r>
              <a:rPr lang="en-US" dirty="0"/>
              <a:t> of elements </a:t>
            </a:r>
            <a:r>
              <a:rPr lang="en-US" b="1" dirty="0"/>
              <a:t>examined</a:t>
            </a:r>
            <a:r>
              <a:rPr lang="en-US" dirty="0"/>
              <a:t> during a successful search </a:t>
            </a:r>
            <a:r>
              <a:rPr lang="en-US" b="1" dirty="0"/>
              <a:t>for an element x </a:t>
            </a:r>
            <a:r>
              <a:rPr lang="en-US" dirty="0"/>
              <a:t>is one more than the number of elements that</a:t>
            </a:r>
          </a:p>
          <a:p>
            <a:r>
              <a:rPr lang="en-US" b="1" dirty="0"/>
              <a:t>appear before x </a:t>
            </a:r>
            <a:r>
              <a:rPr lang="en-US" dirty="0"/>
              <a:t>in x’s list. Because new elements are placed at the front of the list, elements before x in the list were all inserted after x was inserted.</a:t>
            </a:r>
          </a:p>
        </p:txBody>
      </p:sp>
      <p:sp>
        <p:nvSpPr>
          <p:cNvPr id="4" name="Slide Number Placeholder 3">
            <a:extLst>
              <a:ext uri="{FF2B5EF4-FFF2-40B4-BE49-F238E27FC236}">
                <a16:creationId xmlns:a16="http://schemas.microsoft.com/office/drawing/2014/main" id="{80C40813-DE46-68FC-832C-D2568B764C27}"/>
              </a:ext>
            </a:extLst>
          </p:cNvPr>
          <p:cNvSpPr>
            <a:spLocks noGrp="1"/>
          </p:cNvSpPr>
          <p:nvPr>
            <p:ph type="sldNum" sz="quarter" idx="5"/>
          </p:nvPr>
        </p:nvSpPr>
        <p:spPr/>
        <p:txBody>
          <a:bodyPr/>
          <a:lstStyle/>
          <a:p>
            <a:fld id="{BD22A58C-8E2F-4CF4-BCC2-14D73B27F336}" type="slidenum">
              <a:rPr lang="en-US" smtClean="0"/>
              <a:t>15</a:t>
            </a:fld>
            <a:endParaRPr lang="en-US" dirty="0"/>
          </a:p>
        </p:txBody>
      </p:sp>
    </p:spTree>
    <p:extLst>
      <p:ext uri="{BB962C8B-B14F-4D97-AF65-F5344CB8AC3E}">
        <p14:creationId xmlns:p14="http://schemas.microsoft.com/office/powerpoint/2010/main" val="1929673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94D08-A991-9AA9-79DF-FDBFCB648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D1EBE-32BD-B05F-12D1-B5AD1FE81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FB8865-4806-6B51-0EE5-58F539C6D8E1}"/>
              </a:ext>
            </a:extLst>
          </p:cNvPr>
          <p:cNvSpPr>
            <a:spLocks noGrp="1"/>
          </p:cNvSpPr>
          <p:nvPr>
            <p:ph type="body" idx="1"/>
          </p:nvPr>
        </p:nvSpPr>
        <p:spPr/>
        <p:txBody>
          <a:bodyPr/>
          <a:lstStyle/>
          <a:p>
            <a:r>
              <a:rPr lang="en-US" b="1" dirty="0"/>
              <a:t>The number</a:t>
            </a:r>
            <a:r>
              <a:rPr lang="en-US" dirty="0"/>
              <a:t> of elements </a:t>
            </a:r>
            <a:r>
              <a:rPr lang="en-US" b="1" dirty="0"/>
              <a:t>examined</a:t>
            </a:r>
            <a:r>
              <a:rPr lang="en-US" dirty="0"/>
              <a:t> during a successful search </a:t>
            </a:r>
            <a:r>
              <a:rPr lang="en-US" b="1" dirty="0"/>
              <a:t>for an element x </a:t>
            </a:r>
            <a:r>
              <a:rPr lang="en-US" dirty="0"/>
              <a:t>is one more than the number of elements that</a:t>
            </a:r>
          </a:p>
          <a:p>
            <a:r>
              <a:rPr lang="en-US" b="1" dirty="0"/>
              <a:t>appear before x </a:t>
            </a:r>
            <a:r>
              <a:rPr lang="en-US" dirty="0"/>
              <a:t>in x’s list. Because new elements are placed at the front of the list, elements before x in the list were all inserted after x was inserted.</a:t>
            </a:r>
          </a:p>
        </p:txBody>
      </p:sp>
      <p:sp>
        <p:nvSpPr>
          <p:cNvPr id="4" name="Slide Number Placeholder 3">
            <a:extLst>
              <a:ext uri="{FF2B5EF4-FFF2-40B4-BE49-F238E27FC236}">
                <a16:creationId xmlns:a16="http://schemas.microsoft.com/office/drawing/2014/main" id="{D9B5DB93-8246-5B42-8C27-A8E472D69ECB}"/>
              </a:ext>
            </a:extLst>
          </p:cNvPr>
          <p:cNvSpPr>
            <a:spLocks noGrp="1"/>
          </p:cNvSpPr>
          <p:nvPr>
            <p:ph type="sldNum" sz="quarter" idx="5"/>
          </p:nvPr>
        </p:nvSpPr>
        <p:spPr/>
        <p:txBody>
          <a:bodyPr/>
          <a:lstStyle/>
          <a:p>
            <a:fld id="{BD22A58C-8E2F-4CF4-BCC2-14D73B27F336}" type="slidenum">
              <a:rPr lang="en-US" smtClean="0"/>
              <a:t>16</a:t>
            </a:fld>
            <a:endParaRPr lang="en-US" dirty="0"/>
          </a:p>
        </p:txBody>
      </p:sp>
    </p:spTree>
    <p:extLst>
      <p:ext uri="{BB962C8B-B14F-4D97-AF65-F5344CB8AC3E}">
        <p14:creationId xmlns:p14="http://schemas.microsoft.com/office/powerpoint/2010/main" val="3901350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Roman"/>
              </a:rPr>
              <a:t>Unfortunately, we typically have </a:t>
            </a:r>
            <a:r>
              <a:rPr lang="en-US" sz="1800" b="1" i="0" u="none" strike="noStrike" baseline="0" dirty="0">
                <a:latin typeface="Times-Roman"/>
              </a:rPr>
              <a:t>no way to check this condition</a:t>
            </a:r>
            <a:r>
              <a:rPr lang="en-US" sz="1800" b="0" i="0" u="none" strike="noStrike" baseline="0" dirty="0">
                <a:latin typeface="Times-Roman"/>
              </a:rPr>
              <a:t>, since we rarely know the probability distribution from which</a:t>
            </a:r>
          </a:p>
          <a:p>
            <a:pPr algn="l"/>
            <a:r>
              <a:rPr lang="en-US" sz="1800" b="0" i="0" u="none" strike="noStrike" baseline="0" dirty="0">
                <a:latin typeface="Times-Roman"/>
              </a:rPr>
              <a:t>the keys are drawn. Moreover, the keys might not be drawn independently.</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17</a:t>
            </a:fld>
            <a:endParaRPr lang="en-US" dirty="0"/>
          </a:p>
        </p:txBody>
      </p:sp>
    </p:spTree>
    <p:extLst>
      <p:ext uri="{BB962C8B-B14F-4D97-AF65-F5344CB8AC3E}">
        <p14:creationId xmlns:p14="http://schemas.microsoft.com/office/powerpoint/2010/main" val="3487122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6F87B-5F53-96D3-5928-35B27F0C4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B034D-29B2-EC2B-F55E-8F7525A2B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CDD28-525C-6F95-7388-F4E2D4C8D43D}"/>
              </a:ext>
            </a:extLst>
          </p:cNvPr>
          <p:cNvSpPr>
            <a:spLocks noGrp="1"/>
          </p:cNvSpPr>
          <p:nvPr>
            <p:ph type="body" idx="1"/>
          </p:nvPr>
        </p:nvSpPr>
        <p:spPr/>
        <p:txBody>
          <a:bodyPr/>
          <a:lstStyle/>
          <a:p>
            <a:pPr algn="l"/>
            <a:endParaRPr lang="en-US" dirty="0"/>
          </a:p>
        </p:txBody>
      </p:sp>
      <p:sp>
        <p:nvSpPr>
          <p:cNvPr id="4" name="Slide Number Placeholder 3">
            <a:extLst>
              <a:ext uri="{FF2B5EF4-FFF2-40B4-BE49-F238E27FC236}">
                <a16:creationId xmlns:a16="http://schemas.microsoft.com/office/drawing/2014/main" id="{45BE51D2-B57C-4F1F-A64B-8407A72E5EB1}"/>
              </a:ext>
            </a:extLst>
          </p:cNvPr>
          <p:cNvSpPr>
            <a:spLocks noGrp="1"/>
          </p:cNvSpPr>
          <p:nvPr>
            <p:ph type="sldNum" sz="quarter" idx="5"/>
          </p:nvPr>
        </p:nvSpPr>
        <p:spPr/>
        <p:txBody>
          <a:bodyPr/>
          <a:lstStyle/>
          <a:p>
            <a:fld id="{BD22A58C-8E2F-4CF4-BCC2-14D73B27F336}" type="slidenum">
              <a:rPr lang="en-US" smtClean="0"/>
              <a:t>18</a:t>
            </a:fld>
            <a:endParaRPr lang="en-US" dirty="0"/>
          </a:p>
        </p:txBody>
      </p:sp>
    </p:spTree>
    <p:extLst>
      <p:ext uri="{BB962C8B-B14F-4D97-AF65-F5344CB8AC3E}">
        <p14:creationId xmlns:p14="http://schemas.microsoft.com/office/powerpoint/2010/main" val="1025386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1999A-A547-0A0D-9487-CC5325521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17DFE-9983-1C93-2DC5-4797DAFEAC4B}"/>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B9C774D8-34A0-8C21-27FA-0C3880954B81}"/>
                  </a:ext>
                </a:extLst>
              </p:cNvPr>
              <p:cNvSpPr>
                <a:spLocks noGrp="1"/>
              </p:cNvSpPr>
              <p:nvPr>
                <p:ph type="body" idx="1"/>
              </p:nvPr>
            </p:nvSpPr>
            <p:spPr/>
            <p:txBody>
              <a:bodyPr/>
              <a:lstStyle/>
              <a:p>
                <a:pPr algn="l"/>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𝑘𝐴</m:t>
                      </m:r>
                      <m:r>
                        <a:rPr lang="en-US" i="1" dirty="0" smtClean="0">
                          <a:latin typeface="Cambria Math" panose="02040503050406030204" pitchFamily="18" charset="0"/>
                        </a:rPr>
                        <m:t> </m:t>
                      </m:r>
                      <m:r>
                        <a:rPr lang="en-US" i="1" dirty="0" smtClean="0">
                          <a:latin typeface="Cambria Math" panose="02040503050406030204" pitchFamily="18" charset="0"/>
                        </a:rPr>
                        <m:t>𝑚𝑜𝑑</m:t>
                      </m:r>
                      <m:r>
                        <a:rPr lang="en-US" i="1" dirty="0" smtClean="0">
                          <a:latin typeface="Cambria Math" panose="02040503050406030204" pitchFamily="18" charset="0"/>
                        </a:rPr>
                        <m:t> 1 = </m:t>
                      </m:r>
                      <m:r>
                        <a:rPr lang="en-US" i="1" dirty="0" smtClean="0">
                          <a:latin typeface="Cambria Math" panose="02040503050406030204" pitchFamily="18" charset="0"/>
                        </a:rPr>
                        <m:t>𝑘𝐴</m:t>
                      </m:r>
                      <m:r>
                        <a:rPr lang="en-US" i="1" dirty="0" smtClean="0">
                          <a:latin typeface="Cambria Math" panose="02040503050406030204" pitchFamily="18" charset="0"/>
                        </a:rPr>
                        <m:t> − </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𝑘𝐴</m:t>
                          </m:r>
                        </m:e>
                      </m:d>
                    </m:oMath>
                  </m:oMathPara>
                </a14:m>
                <a:endParaRPr lang="en-US" dirty="0"/>
              </a:p>
              <a:p>
                <a:pPr algn="l"/>
                <a:r>
                  <a:rPr lang="en-US" sz="1800" b="0" i="0" u="none" strike="noStrike" baseline="0" dirty="0">
                    <a:latin typeface="Times-Roman"/>
                  </a:rPr>
                  <a:t>An advantage of the multiplication method is that the value of </a:t>
                </a:r>
                <a:r>
                  <a:rPr lang="en-US" sz="1800" b="1" i="0" u="none" strike="noStrike" baseline="0" dirty="0">
                    <a:latin typeface="MT2MIT"/>
                  </a:rPr>
                  <a:t>m</a:t>
                </a:r>
                <a:r>
                  <a:rPr lang="en-US" sz="1800" b="0" i="0" u="none" strike="noStrike" baseline="0" dirty="0">
                    <a:latin typeface="MT2MIT"/>
                  </a:rPr>
                  <a:t> </a:t>
                </a:r>
                <a:r>
                  <a:rPr lang="en-US" sz="1800" b="0" i="0" u="none" strike="noStrike" baseline="0" dirty="0">
                    <a:latin typeface="Times-Roman"/>
                  </a:rPr>
                  <a:t>is not critical. We </a:t>
                </a:r>
                <a:r>
                  <a:rPr lang="en-US" sz="1800" b="1" i="0" u="none" strike="noStrike" baseline="0" dirty="0">
                    <a:latin typeface="Times-Roman"/>
                  </a:rPr>
                  <a:t>typically</a:t>
                </a:r>
                <a:r>
                  <a:rPr lang="en-US" sz="1800" b="0" i="0" u="none" strike="noStrike" baseline="0" dirty="0">
                    <a:latin typeface="Times-Roman"/>
                  </a:rPr>
                  <a:t> choose it to be a </a:t>
                </a:r>
                <a:r>
                  <a:rPr lang="en-US" sz="1800" b="1" i="0" u="none" strike="noStrike" baseline="0" dirty="0">
                    <a:latin typeface="Times-Roman"/>
                  </a:rPr>
                  <a:t>power of </a:t>
                </a:r>
                <a:r>
                  <a:rPr lang="en-US" sz="1800" b="1" i="0" u="none" strike="noStrike" baseline="0" dirty="0">
                    <a:latin typeface="MT2MIT"/>
                  </a:rPr>
                  <a:t>2</a:t>
                </a:r>
                <a:endParaRPr lang="en-US" b="1" dirty="0"/>
              </a:p>
            </p:txBody>
          </p:sp>
        </mc:Choice>
        <mc:Fallback>
          <p:sp>
            <p:nvSpPr>
              <p:cNvPr id="3" name="Notes Placeholder 2">
                <a:extLst>
                  <a:ext uri="{FF2B5EF4-FFF2-40B4-BE49-F238E27FC236}">
                    <a16:creationId xmlns:a16="http://schemas.microsoft.com/office/drawing/2014/main" id="{B9C774D8-34A0-8C21-27FA-0C3880954B81}"/>
                  </a:ext>
                </a:extLst>
              </p:cNvPr>
              <p:cNvSpPr>
                <a:spLocks noGrp="1"/>
              </p:cNvSpPr>
              <p:nvPr>
                <p:ph type="body" idx="1"/>
              </p:nvPr>
            </p:nvSpPr>
            <p:spPr/>
            <p:txBody>
              <a:bodyPr/>
              <a:lstStyle/>
              <a:p>
                <a:pPr algn="l"/>
                <a:r>
                  <a:rPr lang="en-US" i="0" dirty="0">
                    <a:latin typeface="Cambria Math" panose="02040503050406030204" pitchFamily="18" charset="0"/>
                  </a:rPr>
                  <a:t>𝑘𝐴 𝑚𝑜𝑑 1 = 𝑘𝐴 − </a:t>
                </a:r>
                <a:r>
                  <a:rPr lang="en-US" i="0">
                    <a:latin typeface="Cambria Math" panose="02040503050406030204" pitchFamily="18" charset="0"/>
                  </a:rPr>
                  <a:t>⌊</a:t>
                </a:r>
                <a:r>
                  <a:rPr lang="en-US" b="0" i="0">
                    <a:latin typeface="Cambria Math" panose="02040503050406030204" pitchFamily="18" charset="0"/>
                  </a:rPr>
                  <a:t>𝑘𝐴⌋</a:t>
                </a:r>
                <a:endParaRPr lang="en-US" dirty="0"/>
              </a:p>
              <a:p>
                <a:pPr algn="l"/>
                <a:r>
                  <a:rPr lang="en-US" sz="1800" b="0" i="0" u="none" strike="noStrike" baseline="0" dirty="0">
                    <a:latin typeface="Times-Roman"/>
                  </a:rPr>
                  <a:t>An advantage of the multiplication method is that the value of </a:t>
                </a:r>
                <a:r>
                  <a:rPr lang="en-US" sz="1800" b="1" i="0" u="none" strike="noStrike" baseline="0" dirty="0">
                    <a:latin typeface="MT2MIT"/>
                  </a:rPr>
                  <a:t>m</a:t>
                </a:r>
                <a:r>
                  <a:rPr lang="en-US" sz="1800" b="0" i="0" u="none" strike="noStrike" baseline="0" dirty="0">
                    <a:latin typeface="MT2MIT"/>
                  </a:rPr>
                  <a:t> </a:t>
                </a:r>
                <a:r>
                  <a:rPr lang="en-US" sz="1800" b="0" i="0" u="none" strike="noStrike" baseline="0" dirty="0">
                    <a:latin typeface="Times-Roman"/>
                  </a:rPr>
                  <a:t>is not critical. We </a:t>
                </a:r>
                <a:r>
                  <a:rPr lang="en-US" sz="1800" b="1" i="0" u="none" strike="noStrike" baseline="0" dirty="0">
                    <a:latin typeface="Times-Roman"/>
                  </a:rPr>
                  <a:t>typically</a:t>
                </a:r>
                <a:r>
                  <a:rPr lang="en-US" sz="1800" b="0" i="0" u="none" strike="noStrike" baseline="0" dirty="0">
                    <a:latin typeface="Times-Roman"/>
                  </a:rPr>
                  <a:t> choose it to be a </a:t>
                </a:r>
                <a:r>
                  <a:rPr lang="en-US" sz="1800" b="1" i="0" u="none" strike="noStrike" baseline="0" dirty="0">
                    <a:latin typeface="Times-Roman"/>
                  </a:rPr>
                  <a:t>power of </a:t>
                </a:r>
                <a:r>
                  <a:rPr lang="en-US" sz="1800" b="1" i="0" u="none" strike="noStrike" baseline="0" dirty="0">
                    <a:latin typeface="MT2MIT"/>
                  </a:rPr>
                  <a:t>2</a:t>
                </a:r>
                <a:endParaRPr lang="en-US" b="1" dirty="0"/>
              </a:p>
            </p:txBody>
          </p:sp>
        </mc:Fallback>
      </mc:AlternateContent>
      <p:sp>
        <p:nvSpPr>
          <p:cNvPr id="4" name="Slide Number Placeholder 3">
            <a:extLst>
              <a:ext uri="{FF2B5EF4-FFF2-40B4-BE49-F238E27FC236}">
                <a16:creationId xmlns:a16="http://schemas.microsoft.com/office/drawing/2014/main" id="{558897BE-EA0C-4AB6-DA4C-996790A91B9A}"/>
              </a:ext>
            </a:extLst>
          </p:cNvPr>
          <p:cNvSpPr>
            <a:spLocks noGrp="1"/>
          </p:cNvSpPr>
          <p:nvPr>
            <p:ph type="sldNum" sz="quarter" idx="5"/>
          </p:nvPr>
        </p:nvSpPr>
        <p:spPr/>
        <p:txBody>
          <a:bodyPr/>
          <a:lstStyle/>
          <a:p>
            <a:fld id="{BD22A58C-8E2F-4CF4-BCC2-14D73B27F336}" type="slidenum">
              <a:rPr lang="en-US" smtClean="0"/>
              <a:t>19</a:t>
            </a:fld>
            <a:endParaRPr lang="en-US" dirty="0"/>
          </a:p>
        </p:txBody>
      </p:sp>
    </p:spTree>
    <p:extLst>
      <p:ext uri="{BB962C8B-B14F-4D97-AF65-F5344CB8AC3E}">
        <p14:creationId xmlns:p14="http://schemas.microsoft.com/office/powerpoint/2010/main" val="1772875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51D-1AB8-4A55-9051-A4850FF0DE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C6D16F-41EB-C530-78CE-0B18178A86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6AA832-E3FE-8947-C7FA-0D781C4540D4}"/>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5" name="Footer Placeholder 4">
            <a:extLst>
              <a:ext uri="{FF2B5EF4-FFF2-40B4-BE49-F238E27FC236}">
                <a16:creationId xmlns:a16="http://schemas.microsoft.com/office/drawing/2014/main" id="{8DD9FE3B-1087-D5D0-361B-FC104D4AC1B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D8F0A0-7733-E96F-DC79-DACDE949979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18606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5360-8393-F8A7-9B4E-A5F91C25F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38C8A-E199-A705-6FB1-EFB25F255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872B8-8F94-B6C1-3137-90E3C7B59C81}"/>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5" name="Footer Placeholder 4">
            <a:extLst>
              <a:ext uri="{FF2B5EF4-FFF2-40B4-BE49-F238E27FC236}">
                <a16:creationId xmlns:a16="http://schemas.microsoft.com/office/drawing/2014/main" id="{C267A7F3-F5E8-E21B-CA86-E578C83C98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D81585B-DFE4-AA74-C10F-1BDADACE73C1}"/>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1964739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B468-8243-B0E9-A019-1B9445C34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2F40F6-9706-8C8D-2DF2-B51050C322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A4183-BAA7-0B79-A0AA-A700AAB253C1}"/>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5" name="Footer Placeholder 4">
            <a:extLst>
              <a:ext uri="{FF2B5EF4-FFF2-40B4-BE49-F238E27FC236}">
                <a16:creationId xmlns:a16="http://schemas.microsoft.com/office/drawing/2014/main" id="{9910D003-B433-16F0-6348-16048167AA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C807A1-7565-6E01-2D59-D66D5A01D829}"/>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809636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AAA8-63B4-C2F0-8CA3-B8F798B633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962E5-19BA-1876-5AE3-9E174F29AE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83F4F3-8D6D-20EF-D16A-9D4CF970F1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EA0B1A-0D87-5C43-32C0-1358CFD136DF}"/>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6" name="Footer Placeholder 5">
            <a:extLst>
              <a:ext uri="{FF2B5EF4-FFF2-40B4-BE49-F238E27FC236}">
                <a16:creationId xmlns:a16="http://schemas.microsoft.com/office/drawing/2014/main" id="{6187086C-C7D0-4D1F-FA23-54332C668A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BD90FBE-A8B2-329E-CCA0-94DB075C283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58074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A20B-C9A8-6031-2DC7-6B412D8DE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4FC9F-7BEC-554C-4B1F-3D5125729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B22F46-6193-B43E-0D4C-6F5BC1B6D5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E8F3A4-E020-78E9-B267-50E92C529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0B438-BB33-DF3F-BA12-F7C1B8C4CC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D0D84-87B3-C51C-AC29-D9845F466299}"/>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8" name="Footer Placeholder 7">
            <a:extLst>
              <a:ext uri="{FF2B5EF4-FFF2-40B4-BE49-F238E27FC236}">
                <a16:creationId xmlns:a16="http://schemas.microsoft.com/office/drawing/2014/main" id="{9DA2DCA0-A536-8D48-7378-A626BECDB8B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B876080-45E6-416C-00C6-347A8A98AB02}"/>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2132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A7D1-749D-7264-FEEC-BD7FD8728D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59877B-B058-565C-757C-2907747E10F9}"/>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4" name="Footer Placeholder 3">
            <a:extLst>
              <a:ext uri="{FF2B5EF4-FFF2-40B4-BE49-F238E27FC236}">
                <a16:creationId xmlns:a16="http://schemas.microsoft.com/office/drawing/2014/main" id="{85444686-960D-94DB-FEB0-DA72E035D9C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9A8E631-05EE-2866-77A5-78C8249547A6}"/>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31939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2388AF-A5D5-0A2A-82A6-9CD7A811F9CF}"/>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3" name="Footer Placeholder 2">
            <a:extLst>
              <a:ext uri="{FF2B5EF4-FFF2-40B4-BE49-F238E27FC236}">
                <a16:creationId xmlns:a16="http://schemas.microsoft.com/office/drawing/2014/main" id="{3FBF5736-623E-B24E-3971-2F6AD9FFFD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EDBE808-390D-38AE-4A34-B1E033B13D7D}"/>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486480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E8AA-1F34-5D9C-A547-B828AF209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A2B504-3687-EE8F-6159-9F4195A21E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17951D-8F58-D234-7143-C946F4901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11AA36-9E0C-BAF8-2AF6-495CF68A9303}"/>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6" name="Footer Placeholder 5">
            <a:extLst>
              <a:ext uri="{FF2B5EF4-FFF2-40B4-BE49-F238E27FC236}">
                <a16:creationId xmlns:a16="http://schemas.microsoft.com/office/drawing/2014/main" id="{D8CC3457-1A37-75E2-CDEF-A08D51C8333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346739D-88BC-0A95-048E-487986B62A3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67239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85F3-E3A2-0034-D209-A44746D56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72E9A8-1577-EDFF-BA82-F43C0786B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8D70423-A7D2-FD06-9B28-CE2A07D75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A9DF61-F71D-5569-F144-7856376755FC}"/>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6" name="Footer Placeholder 5">
            <a:extLst>
              <a:ext uri="{FF2B5EF4-FFF2-40B4-BE49-F238E27FC236}">
                <a16:creationId xmlns:a16="http://schemas.microsoft.com/office/drawing/2014/main" id="{65EF9E7B-F0D5-2CF7-553A-892F1053CD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41547A-AB84-C515-772E-0B7683FD330B}"/>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807585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F46B-8307-541C-E9CF-83AF33F6A7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CE2592-5CE7-58A5-373B-321A1130F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F874E-49CB-B018-23C5-E5897AC8E5EF}"/>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5" name="Footer Placeholder 4">
            <a:extLst>
              <a:ext uri="{FF2B5EF4-FFF2-40B4-BE49-F238E27FC236}">
                <a16:creationId xmlns:a16="http://schemas.microsoft.com/office/drawing/2014/main" id="{8DAB249B-5A2E-3F8C-C0D2-08BF531302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07D5739-EB31-644D-B898-70968DCE944E}"/>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289804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DBD635-112D-AB74-DA68-5A8F79D582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7BA7F6-B791-16DD-20EC-DB18789367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9D594-7827-EE34-6C2E-F620C151B61A}"/>
              </a:ext>
            </a:extLst>
          </p:cNvPr>
          <p:cNvSpPr>
            <a:spLocks noGrp="1"/>
          </p:cNvSpPr>
          <p:nvPr>
            <p:ph type="dt" sz="half" idx="10"/>
          </p:nvPr>
        </p:nvSpPr>
        <p:spPr/>
        <p:txBody>
          <a:bodyPr/>
          <a:lstStyle/>
          <a:p>
            <a:fld id="{40AC09B7-BC59-4FDF-B344-E8A7C51BB8C6}" type="datetimeFigureOut">
              <a:rPr lang="en-US" smtClean="0"/>
              <a:t>3/27/2025</a:t>
            </a:fld>
            <a:endParaRPr lang="en-US" dirty="0"/>
          </a:p>
        </p:txBody>
      </p:sp>
      <p:sp>
        <p:nvSpPr>
          <p:cNvPr id="5" name="Footer Placeholder 4">
            <a:extLst>
              <a:ext uri="{FF2B5EF4-FFF2-40B4-BE49-F238E27FC236}">
                <a16:creationId xmlns:a16="http://schemas.microsoft.com/office/drawing/2014/main" id="{05044812-33F0-EAB7-7CE0-3153610CC2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CFADD4-1D22-273D-EEA9-2710F284B43A}"/>
              </a:ext>
            </a:extLst>
          </p:cNvPr>
          <p:cNvSpPr>
            <a:spLocks noGrp="1"/>
          </p:cNvSpPr>
          <p:nvPr>
            <p:ph type="sldNum" sz="quarter" idx="12"/>
          </p:nvPr>
        </p:nvSpPr>
        <p:spPr/>
        <p:txBody>
          <a:bodyPr/>
          <a:lstStyle/>
          <a:p>
            <a:fld id="{3393447A-3B3E-403A-8835-99E0FFC7C0C8}" type="slidenum">
              <a:rPr lang="en-US" smtClean="0"/>
              <a:t>‹#›</a:t>
            </a:fld>
            <a:endParaRPr lang="en-US" dirty="0"/>
          </a:p>
        </p:txBody>
      </p:sp>
    </p:spTree>
    <p:extLst>
      <p:ext uri="{BB962C8B-B14F-4D97-AF65-F5344CB8AC3E}">
        <p14:creationId xmlns:p14="http://schemas.microsoft.com/office/powerpoint/2010/main" val="3992901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62182-6389-D39E-EB48-051E9B7F6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71F1FB-EE6D-B1EF-1BFC-F76DDD70C1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1F4C2-B8D9-56AA-BF23-257D597AF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AC09B7-BC59-4FDF-B344-E8A7C51BB8C6}" type="datetimeFigureOut">
              <a:rPr lang="en-US" smtClean="0"/>
              <a:t>3/27/2025</a:t>
            </a:fld>
            <a:endParaRPr lang="en-US" dirty="0"/>
          </a:p>
        </p:txBody>
      </p:sp>
      <p:sp>
        <p:nvSpPr>
          <p:cNvPr id="5" name="Footer Placeholder 4">
            <a:extLst>
              <a:ext uri="{FF2B5EF4-FFF2-40B4-BE49-F238E27FC236}">
                <a16:creationId xmlns:a16="http://schemas.microsoft.com/office/drawing/2014/main" id="{2F11E698-2BE3-B173-F1AE-1366188D3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80946E3-415D-563B-A77E-FA512FACD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93447A-3B3E-403A-8835-99E0FFC7C0C8}" type="slidenum">
              <a:rPr lang="en-US" smtClean="0"/>
              <a:t>‹#›</a:t>
            </a:fld>
            <a:endParaRPr lang="en-US" dirty="0"/>
          </a:p>
        </p:txBody>
      </p:sp>
    </p:spTree>
    <p:extLst>
      <p:ext uri="{BB962C8B-B14F-4D97-AF65-F5344CB8AC3E}">
        <p14:creationId xmlns:p14="http://schemas.microsoft.com/office/powerpoint/2010/main" val="414764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BCD6C4D-9BB3-2AA1-B3BD-B852BA6BA07B}"/>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Introduction to Algorithms</a:t>
            </a:r>
          </a:p>
        </p:txBody>
      </p:sp>
      <p:sp>
        <p:nvSpPr>
          <p:cNvPr id="3" name="Subtitle 2">
            <a:extLst>
              <a:ext uri="{FF2B5EF4-FFF2-40B4-BE49-F238E27FC236}">
                <a16:creationId xmlns:a16="http://schemas.microsoft.com/office/drawing/2014/main" id="{FB9410EE-202B-D036-4508-61A95E9374C1}"/>
              </a:ext>
            </a:extLst>
          </p:cNvPr>
          <p:cNvSpPr>
            <a:spLocks noGrp="1"/>
          </p:cNvSpPr>
          <p:nvPr>
            <p:ph type="subTitle" idx="1"/>
          </p:nvPr>
        </p:nvSpPr>
        <p:spPr>
          <a:xfrm>
            <a:off x="1350682" y="4870824"/>
            <a:ext cx="10005951" cy="1458258"/>
          </a:xfrm>
        </p:spPr>
        <p:txBody>
          <a:bodyPr anchor="ctr">
            <a:normAutofit/>
          </a:bodyPr>
          <a:lstStyle/>
          <a:p>
            <a:pPr algn="l"/>
            <a:r>
              <a:rPr lang="en-US" dirty="0"/>
              <a:t>Levon Prazyan</a:t>
            </a:r>
          </a:p>
        </p:txBody>
      </p:sp>
    </p:spTree>
    <p:extLst>
      <p:ext uri="{BB962C8B-B14F-4D97-AF65-F5344CB8AC3E}">
        <p14:creationId xmlns:p14="http://schemas.microsoft.com/office/powerpoint/2010/main" val="36004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1CF4-2135-E26A-87F1-B3EE885508E2}"/>
              </a:ext>
            </a:extLst>
          </p:cNvPr>
          <p:cNvSpPr>
            <a:spLocks noGrp="1"/>
          </p:cNvSpPr>
          <p:nvPr>
            <p:ph type="title"/>
          </p:nvPr>
        </p:nvSpPr>
        <p:spPr/>
        <p:txBody>
          <a:bodyPr/>
          <a:lstStyle/>
          <a:p>
            <a:r>
              <a:rPr lang="en-US" dirty="0"/>
              <a:t>Course Overview</a:t>
            </a:r>
          </a:p>
        </p:txBody>
      </p:sp>
      <p:sp>
        <p:nvSpPr>
          <p:cNvPr id="3" name="Content Placeholder 2">
            <a:extLst>
              <a:ext uri="{FF2B5EF4-FFF2-40B4-BE49-F238E27FC236}">
                <a16:creationId xmlns:a16="http://schemas.microsoft.com/office/drawing/2014/main" id="{4BC1998C-E6BD-C71A-C3E7-04FF6D66E39F}"/>
              </a:ext>
            </a:extLst>
          </p:cNvPr>
          <p:cNvSpPr>
            <a:spLocks noGrp="1"/>
          </p:cNvSpPr>
          <p:nvPr>
            <p:ph idx="1"/>
          </p:nvPr>
        </p:nvSpPr>
        <p:spPr/>
        <p:txBody>
          <a:bodyPr>
            <a:normAutofit lnSpcReduction="10000"/>
          </a:bodyPr>
          <a:lstStyle/>
          <a:p>
            <a:r>
              <a:rPr lang="en-US" sz="1800" b="1" dirty="0">
                <a:latin typeface="Arial" panose="020B0604020202020204" pitchFamily="34" charset="0"/>
                <a:ea typeface="MS Mincho" panose="02020609040205080304" pitchFamily="49" charset="-128"/>
              </a:rPr>
              <a:t>Introduction</a:t>
            </a:r>
          </a:p>
          <a:p>
            <a:r>
              <a:rPr lang="en-US" sz="1800" b="1" dirty="0">
                <a:latin typeface="Arial" panose="020B0604020202020204" pitchFamily="34" charset="0"/>
                <a:ea typeface="MS Mincho" panose="02020609040205080304" pitchFamily="49" charset="-128"/>
              </a:rPr>
              <a:t>Sorting and Searching</a:t>
            </a:r>
          </a:p>
          <a:p>
            <a:r>
              <a:rPr lang="en-US" sz="1800" b="1" dirty="0">
                <a:latin typeface="Arial" panose="020B0604020202020204" pitchFamily="34" charset="0"/>
                <a:ea typeface="MS Mincho" panose="02020609040205080304" pitchFamily="49" charset="-128"/>
              </a:rPr>
              <a:t>Arrays and Lists</a:t>
            </a:r>
          </a:p>
          <a:p>
            <a:r>
              <a:rPr lang="en-US" sz="1800" b="1" dirty="0">
                <a:latin typeface="Arial" panose="020B0604020202020204" pitchFamily="34" charset="0"/>
                <a:ea typeface="MS Mincho" panose="02020609040205080304" pitchFamily="49" charset="-128"/>
              </a:rPr>
              <a:t>Stacks and Queues, Double Ended Queue</a:t>
            </a:r>
          </a:p>
          <a:p>
            <a:r>
              <a:rPr lang="en-US" sz="1800" b="1" dirty="0">
                <a:latin typeface="Arial" panose="020B0604020202020204" pitchFamily="34" charset="0"/>
                <a:ea typeface="MS Mincho" panose="02020609040205080304" pitchFamily="49" charset="-128"/>
              </a:rPr>
              <a:t>Heaps</a:t>
            </a:r>
          </a:p>
          <a:p>
            <a:r>
              <a:rPr lang="en-US" sz="1800" b="1" dirty="0">
                <a:latin typeface="Arial" panose="020B0604020202020204" pitchFamily="34" charset="0"/>
                <a:ea typeface="MS Mincho" panose="02020609040205080304" pitchFamily="49" charset="-128"/>
              </a:rPr>
              <a:t>Trees</a:t>
            </a:r>
          </a:p>
          <a:p>
            <a:r>
              <a:rPr lang="en-US" sz="1800" b="1" dirty="0">
                <a:solidFill>
                  <a:schemeClr val="tx2">
                    <a:lumMod val="50000"/>
                    <a:lumOff val="50000"/>
                  </a:schemeClr>
                </a:solidFill>
                <a:latin typeface="Arial" panose="020B0604020202020204" pitchFamily="34" charset="0"/>
              </a:rPr>
              <a:t>Hash Tables</a:t>
            </a:r>
          </a:p>
          <a:p>
            <a:r>
              <a:rPr lang="en-US" sz="1800" b="1" dirty="0">
                <a:effectLst/>
                <a:latin typeface="Arial" panose="020B0604020202020204" pitchFamily="34" charset="0"/>
                <a:ea typeface="Times New Roman" panose="02020603050405020304" pitchFamily="18" charset="0"/>
              </a:rPr>
              <a:t>Dynamic Programming</a:t>
            </a:r>
            <a:endParaRPr lang="en-US" sz="1800" b="1" dirty="0">
              <a:effectLst/>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Greedy Algorithms</a:t>
            </a:r>
            <a:endParaRPr lang="en-US" sz="1800" b="1" dirty="0">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Graph Algorithms</a:t>
            </a:r>
            <a:endParaRPr lang="en-US" sz="1800" b="1" dirty="0">
              <a:effectLst/>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Network Flow</a:t>
            </a:r>
            <a:endParaRPr lang="en-US" sz="1800" b="1" dirty="0">
              <a:latin typeface="Arial" panose="020B0604020202020204" pitchFamily="34" charset="0"/>
              <a:ea typeface="MS Mincho" panose="02020609040205080304" pitchFamily="49" charset="-128"/>
            </a:endParaRPr>
          </a:p>
          <a:p>
            <a:r>
              <a:rPr lang="en-US" sz="1800" b="1" dirty="0">
                <a:effectLst/>
                <a:latin typeface="Arial" panose="020B0604020202020204" pitchFamily="34" charset="0"/>
                <a:ea typeface="Times New Roman" panose="02020603050405020304" pitchFamily="18" charset="0"/>
              </a:rPr>
              <a:t>NP-Completeness</a:t>
            </a:r>
            <a:endParaRPr lang="en-US" sz="1800" b="1" dirty="0">
              <a:latin typeface="Arial" panose="020B0604020202020204" pitchFamily="34" charset="0"/>
            </a:endParaRPr>
          </a:p>
          <a:p>
            <a:pPr lvl="1"/>
            <a:endParaRPr lang="en-US" sz="1800" b="1" dirty="0">
              <a:latin typeface="Arial" panose="020B0604020202020204" pitchFamily="34" charset="0"/>
            </a:endParaRPr>
          </a:p>
          <a:p>
            <a:endParaRPr lang="en-US" b="1" dirty="0">
              <a:latin typeface="Arial" panose="020B0604020202020204" pitchFamily="34" charset="0"/>
            </a:endParaRPr>
          </a:p>
        </p:txBody>
      </p:sp>
    </p:spTree>
    <p:extLst>
      <p:ext uri="{BB962C8B-B14F-4D97-AF65-F5344CB8AC3E}">
        <p14:creationId xmlns:p14="http://schemas.microsoft.com/office/powerpoint/2010/main" val="41704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27D43-825F-203D-F597-0EAF11E9CDB3}"/>
              </a:ext>
            </a:extLst>
          </p:cNvPr>
          <p:cNvSpPr>
            <a:spLocks noGrp="1"/>
          </p:cNvSpPr>
          <p:nvPr>
            <p:ph type="title"/>
          </p:nvPr>
        </p:nvSpPr>
        <p:spPr/>
        <p:txBody>
          <a:bodyPr/>
          <a:lstStyle/>
          <a:p>
            <a:r>
              <a:rPr lang="en-US" dirty="0"/>
              <a:t>Hash Tables</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86937E25-802E-B7CE-15E0-9C7B115BC5E0}"/>
                  </a:ext>
                </a:extLst>
              </p:cNvPr>
              <p:cNvSpPr>
                <a:spLocks noGrp="1"/>
              </p:cNvSpPr>
              <p:nvPr>
                <p:ph idx="1"/>
              </p:nvPr>
            </p:nvSpPr>
            <p:spPr/>
            <p:txBody>
              <a:bodyPr>
                <a:normAutofit/>
              </a:bodyPr>
              <a:lstStyle/>
              <a:p>
                <a:pPr algn="just"/>
                <a:r>
                  <a:rPr lang="en-US" dirty="0"/>
                  <a:t>A hash table is an effective data structure for implementing dictionaries. </a:t>
                </a:r>
              </a:p>
              <a:p>
                <a:pPr algn="just"/>
                <a:r>
                  <a:rPr lang="en-US" dirty="0"/>
                  <a:t>Searching for an element in a hash table can take as long as searching for an element in a linked list </a:t>
                </a:r>
                <a14:m>
                  <m:oMath xmlns:m="http://schemas.openxmlformats.org/officeDocument/2006/math">
                    <m:r>
                      <a:rPr lang="el-GR" smtClean="0">
                        <a:solidFill>
                          <a:schemeClr val="tx1"/>
                        </a:solidFill>
                        <a:latin typeface="Cambria Math" panose="02040503050406030204" pitchFamily="18" charset="0"/>
                      </a:rPr>
                      <m:t>𝛩</m:t>
                    </m:r>
                    <m:d>
                      <m:dPr>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𝑛</m:t>
                        </m:r>
                      </m:e>
                    </m:d>
                  </m:oMath>
                </a14:m>
                <a:r>
                  <a:rPr lang="en-US" dirty="0"/>
                  <a:t> time in the worst case—in practice, hashing performs extremely well. </a:t>
                </a:r>
              </a:p>
              <a:p>
                <a:pPr algn="just"/>
                <a:r>
                  <a:rPr lang="en-US" dirty="0"/>
                  <a:t>Under reasonable assumptions, the average time to search for an element in a hash table is </a:t>
                </a:r>
                <a14:m>
                  <m:oMath xmlns:m="http://schemas.openxmlformats.org/officeDocument/2006/math">
                    <m:r>
                      <m:rPr>
                        <m:sty m:val="p"/>
                      </m:rPr>
                      <a:rPr lang="en-US" b="0" i="0" smtClean="0">
                        <a:solidFill>
                          <a:schemeClr val="tx1"/>
                        </a:solidFill>
                        <a:latin typeface="Cambria Math" panose="02040503050406030204" pitchFamily="18" charset="0"/>
                      </a:rPr>
                      <m:t>O</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e>
                    </m:d>
                  </m:oMath>
                </a14:m>
                <a:r>
                  <a:rPr lang="en-US" dirty="0"/>
                  <a:t>.</a:t>
                </a:r>
              </a:p>
            </p:txBody>
          </p:sp>
        </mc:Choice>
        <mc:Fallback>
          <p:sp>
            <p:nvSpPr>
              <p:cNvPr id="5" name="Content Placeholder 4">
                <a:extLst>
                  <a:ext uri="{FF2B5EF4-FFF2-40B4-BE49-F238E27FC236}">
                    <a16:creationId xmlns:a16="http://schemas.microsoft.com/office/drawing/2014/main" id="{86937E25-802E-B7CE-15E0-9C7B115BC5E0}"/>
                  </a:ext>
                </a:extLst>
              </p:cNvPr>
              <p:cNvSpPr>
                <a:spLocks noGrp="1" noRot="1" noChangeAspect="1" noMove="1" noResize="1" noEditPoints="1" noAdjustHandles="1" noChangeArrowheads="1" noChangeShapeType="1" noTextEdit="1"/>
              </p:cNvSpPr>
              <p:nvPr>
                <p:ph idx="1"/>
              </p:nvPr>
            </p:nvSpPr>
            <p:spPr>
              <a:blipFill>
                <a:blip r:embed="rId3"/>
                <a:stretch>
                  <a:fillRect l="-1043" t="-2241" r="-1159"/>
                </a:stretch>
              </a:blipFill>
            </p:spPr>
            <p:txBody>
              <a:bodyPr/>
              <a:lstStyle/>
              <a:p>
                <a:r>
                  <a:rPr lang="en-US">
                    <a:noFill/>
                  </a:rPr>
                  <a:t> </a:t>
                </a:r>
              </a:p>
            </p:txBody>
          </p:sp>
        </mc:Fallback>
      </mc:AlternateContent>
    </p:spTree>
    <p:extLst>
      <p:ext uri="{BB962C8B-B14F-4D97-AF65-F5344CB8AC3E}">
        <p14:creationId xmlns:p14="http://schemas.microsoft.com/office/powerpoint/2010/main" val="807965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65407-A466-CA02-C7BB-F056115C93FB}"/>
              </a:ext>
            </a:extLst>
          </p:cNvPr>
          <p:cNvSpPr>
            <a:spLocks noGrp="1"/>
          </p:cNvSpPr>
          <p:nvPr>
            <p:ph type="title"/>
          </p:nvPr>
        </p:nvSpPr>
        <p:spPr/>
        <p:txBody>
          <a:bodyPr/>
          <a:lstStyle/>
          <a:p>
            <a:r>
              <a:rPr lang="en-US" dirty="0"/>
              <a:t>Direct-Address Tables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011AC11-B320-4121-6532-7A796B2F083C}"/>
                  </a:ext>
                </a:extLst>
              </p:cNvPr>
              <p:cNvSpPr>
                <a:spLocks noGrp="1"/>
              </p:cNvSpPr>
              <p:nvPr>
                <p:ph idx="1"/>
              </p:nvPr>
            </p:nvSpPr>
            <p:spPr/>
            <p:txBody>
              <a:bodyPr>
                <a:normAutofit/>
              </a:bodyPr>
              <a:lstStyle/>
              <a:p>
                <a:pPr algn="l">
                  <a:lnSpc>
                    <a:spcPct val="100000"/>
                  </a:lnSpc>
                  <a:spcAft>
                    <a:spcPts val="600"/>
                  </a:spcAft>
                </a:pPr>
                <a:r>
                  <a:rPr lang="en-US" sz="2800" b="0" i="0" u="none" strike="noStrike" baseline="0" dirty="0"/>
                  <a:t>Direct addressing is a technique that works well when the universe </a:t>
                </a:r>
                <a14:m>
                  <m:oMath xmlns:m="http://schemas.openxmlformats.org/officeDocument/2006/math">
                    <m:r>
                      <a:rPr lang="en-US" sz="2800" b="0" i="1" u="none" strike="noStrike" baseline="0" dirty="0" smtClean="0"/>
                      <m:t>𝑈</m:t>
                    </m:r>
                  </m:oMath>
                </a14:m>
                <a:r>
                  <a:rPr lang="en-US" sz="2800" b="0" i="0" u="none" strike="noStrike" baseline="0" dirty="0"/>
                  <a:t> of keys is reasonably small. Suppose that an application needs a dynamic set in which each element has a key drawn from the universe</a:t>
                </a:r>
                <a:br>
                  <a:rPr lang="en-US" sz="2800" b="0" i="0" u="none" strike="noStrike" baseline="0" dirty="0"/>
                </a:br>
                <a:r>
                  <a:rPr lang="en-US" sz="2800" b="0" i="0" u="none" strike="noStrike" baseline="0" dirty="0"/>
                  <a:t> </a:t>
                </a:r>
                <a14:m>
                  <m:oMath xmlns:m="http://schemas.openxmlformats.org/officeDocument/2006/math">
                    <m:r>
                      <a:rPr lang="en-US" sz="2800" b="0" i="1" u="none" strike="noStrike" baseline="0" smtClean="0"/>
                      <m:t>𝑈</m:t>
                    </m:r>
                    <m:r>
                      <a:rPr lang="en-US" sz="2800" b="0" i="1" u="none" strike="noStrike" baseline="0" smtClean="0"/>
                      <m:t>=</m:t>
                    </m:r>
                    <m:d>
                      <m:dPr>
                        <m:begChr m:val="{"/>
                        <m:endChr m:val="}"/>
                        <m:ctrlPr>
                          <a:rPr lang="en-US" sz="2800" b="0" i="1" u="none" strike="noStrike" baseline="0" smtClean="0"/>
                        </m:ctrlPr>
                      </m:dPr>
                      <m:e>
                        <m:r>
                          <a:rPr lang="en-US" sz="2800" b="0" i="1" u="none" strike="noStrike" baseline="0" smtClean="0"/>
                          <m:t>0, 1, …, </m:t>
                        </m:r>
                        <m:r>
                          <a:rPr lang="en-US" sz="2800" b="0" i="1" u="none" strike="noStrike" baseline="0" smtClean="0"/>
                          <m:t>𝑚</m:t>
                        </m:r>
                        <m:r>
                          <a:rPr lang="en-US" sz="2800" b="0" i="1" u="none" strike="noStrike" baseline="0" smtClean="0"/>
                          <m:t>−1</m:t>
                        </m:r>
                      </m:e>
                    </m:d>
                  </m:oMath>
                </a14:m>
                <a:r>
                  <a:rPr lang="en-US" sz="2800" b="0" i="0" u="none" strike="noStrike" baseline="0" dirty="0"/>
                  <a:t>, where </a:t>
                </a:r>
                <a14:m>
                  <m:oMath xmlns:m="http://schemas.openxmlformats.org/officeDocument/2006/math">
                    <m:r>
                      <a:rPr lang="en-US" sz="2800" b="0" i="1" u="none" strike="noStrike" baseline="0" dirty="0" smtClean="0"/>
                      <m:t>𝑚</m:t>
                    </m:r>
                  </m:oMath>
                </a14:m>
                <a:r>
                  <a:rPr lang="en-US" sz="2800" b="0" i="0" u="none" strike="noStrike" baseline="0" dirty="0"/>
                  <a:t> is not too large. </a:t>
                </a:r>
              </a:p>
              <a:p>
                <a:pPr algn="l">
                  <a:lnSpc>
                    <a:spcPct val="100000"/>
                  </a:lnSpc>
                  <a:spcAft>
                    <a:spcPts val="600"/>
                  </a:spcAft>
                </a:pPr>
                <a:r>
                  <a:rPr lang="en-US" sz="2800" b="0" i="0" u="none" strike="noStrike" baseline="0" dirty="0"/>
                  <a:t>To represent the dynamic set, we use an array, or </a:t>
                </a:r>
                <a:r>
                  <a:rPr lang="en-US" sz="2800" b="1" i="1" u="none" strike="noStrike" baseline="0" dirty="0"/>
                  <a:t>direct-address table</a:t>
                </a:r>
                <a:r>
                  <a:rPr lang="en-US" sz="2800" b="0" i="0" u="none" strike="noStrike" baseline="0" dirty="0"/>
                  <a:t>, </a:t>
                </a:r>
                <a14:m>
                  <m:oMath xmlns:m="http://schemas.openxmlformats.org/officeDocument/2006/math">
                    <m:r>
                      <a:rPr lang="en-US" sz="2800" b="0" i="1" u="none" strike="noStrike" baseline="0" smtClean="0"/>
                      <m:t>𝑇</m:t>
                    </m:r>
                    <m:d>
                      <m:dPr>
                        <m:begChr m:val="["/>
                        <m:endChr m:val="]"/>
                        <m:ctrlPr>
                          <a:rPr lang="en-US" sz="2800" b="0" i="1" u="none" strike="noStrike" baseline="0" smtClean="0"/>
                        </m:ctrlPr>
                      </m:dPr>
                      <m:e>
                        <m:r>
                          <a:rPr lang="en-US" sz="2800" b="0" i="1" u="none" strike="noStrike" baseline="0" smtClean="0"/>
                          <m:t>0..</m:t>
                        </m:r>
                        <m:r>
                          <a:rPr lang="en-US" sz="2800" b="0" i="1" u="none" strike="noStrike" baseline="0" smtClean="0"/>
                          <m:t>𝑚</m:t>
                        </m:r>
                        <m:r>
                          <a:rPr lang="en-US" sz="2800" b="0" i="1" u="none" strike="noStrike" baseline="0" smtClean="0"/>
                          <m:t>−1</m:t>
                        </m:r>
                      </m:e>
                    </m:d>
                  </m:oMath>
                </a14:m>
                <a:r>
                  <a:rPr lang="en-US" sz="2800" b="0" i="0" u="none" strike="noStrike" baseline="0" dirty="0"/>
                  <a:t>, in which each position, or </a:t>
                </a:r>
                <a:r>
                  <a:rPr lang="en-US" sz="2800" b="1" i="1" u="none" strike="noStrike" baseline="0" dirty="0"/>
                  <a:t>slot</a:t>
                </a:r>
                <a:r>
                  <a:rPr lang="en-US" sz="2800" b="0" i="0" u="none" strike="noStrike" baseline="0" dirty="0"/>
                  <a:t>, corresponds to a key in the universe </a:t>
                </a:r>
                <a14:m>
                  <m:oMath xmlns:m="http://schemas.openxmlformats.org/officeDocument/2006/math">
                    <m:r>
                      <a:rPr lang="en-US" sz="2800" b="0" i="1" u="none" strike="noStrike" baseline="0" dirty="0" smtClean="0"/>
                      <m:t>𝑈</m:t>
                    </m:r>
                  </m:oMath>
                </a14:m>
                <a:r>
                  <a:rPr lang="en-US" sz="2800" b="0" i="0" u="none" strike="noStrike" baseline="0" dirty="0"/>
                  <a:t>.</a:t>
                </a:r>
                <a:endParaRPr lang="en-US" dirty="0"/>
              </a:p>
            </p:txBody>
          </p:sp>
        </mc:Choice>
        <mc:Fallback>
          <p:sp>
            <p:nvSpPr>
              <p:cNvPr id="3" name="Content Placeholder 2">
                <a:extLst>
                  <a:ext uri="{FF2B5EF4-FFF2-40B4-BE49-F238E27FC236}">
                    <a16:creationId xmlns:a16="http://schemas.microsoft.com/office/drawing/2014/main" id="{1011AC11-B320-4121-6532-7A796B2F083C}"/>
                  </a:ext>
                </a:extLst>
              </p:cNvPr>
              <p:cNvSpPr>
                <a:spLocks noGrp="1" noRot="1" noChangeAspect="1" noMove="1" noResize="1" noEditPoints="1" noAdjustHandles="1" noChangeArrowheads="1" noChangeShapeType="1" noTextEdit="1"/>
              </p:cNvSpPr>
              <p:nvPr>
                <p:ph idx="1"/>
              </p:nvPr>
            </p:nvSpPr>
            <p:spPr>
              <a:blipFill>
                <a:blip r:embed="rId3"/>
                <a:stretch>
                  <a:fillRect l="-1043" t="-1261" r="-1043"/>
                </a:stretch>
              </a:blipFill>
            </p:spPr>
            <p:txBody>
              <a:bodyPr/>
              <a:lstStyle/>
              <a:p>
                <a:r>
                  <a:rPr lang="en-US">
                    <a:noFill/>
                  </a:rPr>
                  <a:t> </a:t>
                </a:r>
              </a:p>
            </p:txBody>
          </p:sp>
        </mc:Fallback>
      </mc:AlternateContent>
    </p:spTree>
    <p:extLst>
      <p:ext uri="{BB962C8B-B14F-4D97-AF65-F5344CB8AC3E}">
        <p14:creationId xmlns:p14="http://schemas.microsoft.com/office/powerpoint/2010/main" val="2650523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F11E4-C5BF-A784-6CF4-CF368B09A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85AC3-79F0-18C9-DB97-E5D702B0DEF7}"/>
              </a:ext>
            </a:extLst>
          </p:cNvPr>
          <p:cNvSpPr>
            <a:spLocks noGrp="1"/>
          </p:cNvSpPr>
          <p:nvPr>
            <p:ph type="title"/>
          </p:nvPr>
        </p:nvSpPr>
        <p:spPr/>
        <p:txBody>
          <a:bodyPr/>
          <a:lstStyle/>
          <a:p>
            <a:r>
              <a:rPr lang="en-US" dirty="0"/>
              <a:t>Direct-Address Tables (2)</a:t>
            </a:r>
          </a:p>
        </p:txBody>
      </p:sp>
      <p:pic>
        <p:nvPicPr>
          <p:cNvPr id="7" name="Content Placeholder 6">
            <a:extLst>
              <a:ext uri="{FF2B5EF4-FFF2-40B4-BE49-F238E27FC236}">
                <a16:creationId xmlns:a16="http://schemas.microsoft.com/office/drawing/2014/main" id="{20ED44B7-6D46-FCE1-E1CB-2E10D2FC7EF1}"/>
              </a:ext>
            </a:extLst>
          </p:cNvPr>
          <p:cNvPicPr>
            <a:picLocks noGrp="1" noChangeAspect="1"/>
          </p:cNvPicPr>
          <p:nvPr>
            <p:ph idx="1"/>
          </p:nvPr>
        </p:nvPicPr>
        <p:blipFill>
          <a:blip r:embed="rId3"/>
          <a:stretch>
            <a:fillRect/>
          </a:stretch>
        </p:blipFill>
        <p:spPr>
          <a:xfrm>
            <a:off x="1900686" y="1825625"/>
            <a:ext cx="8390628" cy="4351338"/>
          </a:xfrm>
        </p:spPr>
      </p:pic>
    </p:spTree>
    <p:extLst>
      <p:ext uri="{BB962C8B-B14F-4D97-AF65-F5344CB8AC3E}">
        <p14:creationId xmlns:p14="http://schemas.microsoft.com/office/powerpoint/2010/main" val="687943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BD78-C385-8F9A-23C2-70D98CF6B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A17DE-64DE-4940-BFA0-5493A02F807E}"/>
              </a:ext>
            </a:extLst>
          </p:cNvPr>
          <p:cNvSpPr>
            <a:spLocks noGrp="1"/>
          </p:cNvSpPr>
          <p:nvPr>
            <p:ph type="title"/>
          </p:nvPr>
        </p:nvSpPr>
        <p:spPr/>
        <p:txBody>
          <a:bodyPr/>
          <a:lstStyle/>
          <a:p>
            <a:r>
              <a:rPr lang="en-US" dirty="0"/>
              <a:t>Direct-Address Tables: Operations (3)</a:t>
            </a:r>
          </a:p>
        </p:txBody>
      </p:sp>
      <p:pic>
        <p:nvPicPr>
          <p:cNvPr id="6" name="Content Placeholder 5">
            <a:extLst>
              <a:ext uri="{FF2B5EF4-FFF2-40B4-BE49-F238E27FC236}">
                <a16:creationId xmlns:a16="http://schemas.microsoft.com/office/drawing/2014/main" id="{F16C0B50-DC01-4966-EB8F-578213784F8D}"/>
              </a:ext>
            </a:extLst>
          </p:cNvPr>
          <p:cNvPicPr>
            <a:picLocks noGrp="1" noChangeAspect="1"/>
          </p:cNvPicPr>
          <p:nvPr>
            <p:ph idx="1"/>
          </p:nvPr>
        </p:nvPicPr>
        <p:blipFill>
          <a:blip r:embed="rId3"/>
          <a:stretch>
            <a:fillRect/>
          </a:stretch>
        </p:blipFill>
        <p:spPr>
          <a:xfrm>
            <a:off x="838200" y="1999322"/>
            <a:ext cx="5527341" cy="3655532"/>
          </a:xfrm>
        </p:spPr>
      </p:pic>
    </p:spTree>
    <p:extLst>
      <p:ext uri="{BB962C8B-B14F-4D97-AF65-F5344CB8AC3E}">
        <p14:creationId xmlns:p14="http://schemas.microsoft.com/office/powerpoint/2010/main" val="291947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95C9B-3F7B-53F8-85EC-FEECEE10634B}"/>
              </a:ext>
            </a:extLst>
          </p:cNvPr>
          <p:cNvSpPr>
            <a:spLocks noGrp="1"/>
          </p:cNvSpPr>
          <p:nvPr>
            <p:ph type="title"/>
          </p:nvPr>
        </p:nvSpPr>
        <p:spPr/>
        <p:txBody>
          <a:bodyPr/>
          <a:lstStyle/>
          <a:p>
            <a:r>
              <a:rPr lang="en-US" dirty="0"/>
              <a:t>Hash Tables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1766FEB-D9FB-4A2C-AACD-BB7B21844036}"/>
                  </a:ext>
                </a:extLst>
              </p:cNvPr>
              <p:cNvSpPr>
                <a:spLocks noGrp="1"/>
              </p:cNvSpPr>
              <p:nvPr>
                <p:ph idx="1"/>
              </p:nvPr>
            </p:nvSpPr>
            <p:spPr/>
            <p:txBody>
              <a:bodyPr>
                <a:normAutofit/>
              </a:bodyPr>
              <a:lstStyle/>
              <a:p>
                <a:pPr algn="l"/>
                <a:r>
                  <a:rPr lang="en-US" sz="2800" b="0" i="0" u="none" strike="noStrike" baseline="0" dirty="0"/>
                  <a:t>With direct addressing, an element with key k is stored in slot k.</a:t>
                </a:r>
              </a:p>
              <a:p>
                <a:pPr algn="l"/>
                <a:r>
                  <a:rPr lang="en-US" sz="2800" b="0" i="0" u="none" strike="noStrike" baseline="0" dirty="0"/>
                  <a:t>With hashing, this element is stored in slot </a:t>
                </a:r>
                <a14:m>
                  <m:oMath xmlns:m="http://schemas.openxmlformats.org/officeDocument/2006/math">
                    <m:r>
                      <a:rPr lang="en-US" sz="2800" b="0" i="1" u="none" strike="noStrike" baseline="0" smtClean="0">
                        <a:latin typeface="Cambria Math" panose="02040503050406030204" pitchFamily="18" charset="0"/>
                      </a:rPr>
                      <m:t>h</m:t>
                    </m:r>
                    <m:d>
                      <m:dPr>
                        <m:ctrlPr>
                          <a:rPr lang="en-US" sz="2800" b="0" i="1" u="none" strike="noStrike" baseline="0" smtClean="0">
                            <a:latin typeface="Cambria Math" panose="02040503050406030204" pitchFamily="18" charset="0"/>
                          </a:rPr>
                        </m:ctrlPr>
                      </m:dPr>
                      <m:e>
                        <m:r>
                          <a:rPr lang="en-US" sz="2800" b="0" i="1" u="none" strike="noStrike" baseline="0" smtClean="0">
                            <a:latin typeface="Cambria Math" panose="02040503050406030204" pitchFamily="18" charset="0"/>
                          </a:rPr>
                          <m:t>𝑘</m:t>
                        </m:r>
                      </m:e>
                    </m:d>
                  </m:oMath>
                </a14:m>
                <a:r>
                  <a:rPr lang="en-US" sz="2800" b="0" i="0" u="none" strike="noStrike" baseline="0" dirty="0"/>
                  <a:t>;  a </a:t>
                </a:r>
                <a:r>
                  <a:rPr lang="en-US" sz="2800" b="1" i="1" u="none" strike="noStrike" baseline="0" dirty="0"/>
                  <a:t>hash function </a:t>
                </a:r>
                <a14:m>
                  <m:oMath xmlns:m="http://schemas.openxmlformats.org/officeDocument/2006/math">
                    <m:r>
                      <a:rPr lang="en-US" sz="2800" b="0" i="1" u="none" strike="noStrike" baseline="0" dirty="0" smtClean="0">
                        <a:latin typeface="Cambria Math" panose="02040503050406030204" pitchFamily="18" charset="0"/>
                      </a:rPr>
                      <m:t>h</m:t>
                    </m:r>
                  </m:oMath>
                </a14:m>
                <a:r>
                  <a:rPr lang="en-US" sz="2800" b="0" i="0" u="none" strike="noStrike" baseline="0" dirty="0"/>
                  <a:t> is used to compute the slot from the key </a:t>
                </a:r>
                <a14:m>
                  <m:oMath xmlns:m="http://schemas.openxmlformats.org/officeDocument/2006/math">
                    <m:r>
                      <a:rPr lang="en-US" sz="2800" b="0" i="1" u="none" strike="noStrike" baseline="0" dirty="0" smtClean="0">
                        <a:latin typeface="Cambria Math" panose="02040503050406030204" pitchFamily="18" charset="0"/>
                      </a:rPr>
                      <m:t>𝑘</m:t>
                    </m:r>
                  </m:oMath>
                </a14:m>
                <a:r>
                  <a:rPr lang="en-US" sz="2800" b="0" i="0" u="none" strike="noStrike" baseline="0" dirty="0"/>
                  <a:t>.</a:t>
                </a:r>
              </a:p>
              <a:p>
                <a:pPr algn="l"/>
                <a:r>
                  <a:rPr lang="en-US" sz="2800" b="0" i="0" u="none" strike="noStrike" baseline="0" dirty="0"/>
                  <a:t> </a:t>
                </a:r>
                <a14:m>
                  <m:oMath xmlns:m="http://schemas.openxmlformats.org/officeDocument/2006/math">
                    <m:r>
                      <a:rPr lang="en-US" sz="2800" b="0" i="1" u="none" strike="noStrike" baseline="0" dirty="0" smtClean="0">
                        <a:latin typeface="Cambria Math" panose="02040503050406030204" pitchFamily="18" charset="0"/>
                      </a:rPr>
                      <m:t>h</m:t>
                    </m:r>
                  </m:oMath>
                </a14:m>
                <a:r>
                  <a:rPr lang="en-US" sz="2800" b="0" i="0" u="none" strike="noStrike" baseline="0" dirty="0"/>
                  <a:t> maps the universe </a:t>
                </a:r>
                <a14:m>
                  <m:oMath xmlns:m="http://schemas.openxmlformats.org/officeDocument/2006/math">
                    <m:r>
                      <a:rPr lang="en-US" sz="2800" b="0" i="1" u="none" strike="noStrike" baseline="0" dirty="0" smtClean="0">
                        <a:latin typeface="Cambria Math" panose="02040503050406030204" pitchFamily="18" charset="0"/>
                      </a:rPr>
                      <m:t>𝑈</m:t>
                    </m:r>
                  </m:oMath>
                </a14:m>
                <a:r>
                  <a:rPr lang="en-US" sz="2800" b="0" i="0" u="none" strike="noStrike" baseline="0" dirty="0"/>
                  <a:t> of keys into the slots of a </a:t>
                </a:r>
                <a:r>
                  <a:rPr lang="en-US" sz="2800" b="1" i="1" u="none" strike="noStrike" baseline="0" dirty="0"/>
                  <a:t>hash table </a:t>
                </a:r>
                <a:br>
                  <a:rPr lang="en-US" sz="2800" b="0" i="0" u="none" strike="noStrike" baseline="0" dirty="0"/>
                </a:br>
                <a14:m>
                  <m:oMath xmlns:m="http://schemas.openxmlformats.org/officeDocument/2006/math">
                    <m:r>
                      <a:rPr lang="en-US" sz="2800" b="0" i="1" u="none" strike="noStrike" baseline="0" smtClean="0">
                        <a:latin typeface="Cambria Math" panose="02040503050406030204" pitchFamily="18" charset="0"/>
                      </a:rPr>
                      <m:t>h</m:t>
                    </m:r>
                    <m:r>
                      <a:rPr lang="en-US" sz="2800" b="0" i="1" u="none" strike="noStrike" baseline="0" smtClean="0">
                        <a:latin typeface="Cambria Math" panose="02040503050406030204" pitchFamily="18" charset="0"/>
                      </a:rPr>
                      <m:t>:</m:t>
                    </m:r>
                    <m:r>
                      <a:rPr lang="en-US" sz="2800" b="0" i="1" u="none" strike="noStrike" baseline="0" smtClean="0">
                        <a:latin typeface="Cambria Math" panose="02040503050406030204" pitchFamily="18" charset="0"/>
                      </a:rPr>
                      <m:t>𝑈</m:t>
                    </m:r>
                    <m:r>
                      <a:rPr lang="en-US" sz="2800" b="0" i="1" u="none" strike="noStrike" baseline="0" smtClean="0">
                        <a:latin typeface="Cambria Math" panose="02040503050406030204" pitchFamily="18" charset="0"/>
                        <a:ea typeface="Cambria Math" panose="02040503050406030204" pitchFamily="18" charset="0"/>
                      </a:rPr>
                      <m:t>→</m:t>
                    </m:r>
                    <m:d>
                      <m:dPr>
                        <m:begChr m:val="{"/>
                        <m:endChr m:val="}"/>
                        <m:ctrlPr>
                          <a:rPr lang="en-US" sz="2800" b="0" i="1" u="none" strike="noStrike" baseline="0" smtClean="0">
                            <a:latin typeface="Cambria Math" panose="02040503050406030204" pitchFamily="18" charset="0"/>
                            <a:ea typeface="Cambria Math" panose="02040503050406030204" pitchFamily="18" charset="0"/>
                          </a:rPr>
                        </m:ctrlPr>
                      </m:dPr>
                      <m:e>
                        <m:r>
                          <a:rPr lang="en-US" sz="2800" b="0" i="1" u="none" strike="noStrike" baseline="0" smtClean="0">
                            <a:latin typeface="Cambria Math" panose="02040503050406030204" pitchFamily="18" charset="0"/>
                            <a:ea typeface="Cambria Math" panose="02040503050406030204" pitchFamily="18" charset="0"/>
                          </a:rPr>
                          <m:t>0, 1, …, </m:t>
                        </m:r>
                        <m:r>
                          <a:rPr lang="en-US" sz="2800" b="0" i="1" u="none" strike="noStrike" baseline="0" smtClean="0">
                            <a:latin typeface="Cambria Math" panose="02040503050406030204" pitchFamily="18" charset="0"/>
                            <a:ea typeface="Cambria Math" panose="02040503050406030204" pitchFamily="18" charset="0"/>
                          </a:rPr>
                          <m:t>𝑚</m:t>
                        </m:r>
                        <m:r>
                          <a:rPr lang="en-US" sz="2800" b="0" i="1" u="none" strike="noStrike" baseline="0" smtClean="0">
                            <a:latin typeface="Cambria Math" panose="02040503050406030204" pitchFamily="18" charset="0"/>
                            <a:ea typeface="Cambria Math" panose="02040503050406030204" pitchFamily="18" charset="0"/>
                          </a:rPr>
                          <m:t>−1</m:t>
                        </m:r>
                      </m:e>
                    </m:d>
                  </m:oMath>
                </a14:m>
                <a:br>
                  <a:rPr lang="en-US" dirty="0"/>
                </a:b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e>
                    </m:d>
                  </m:oMath>
                </a14:m>
                <a:endParaRPr lang="en-US" dirty="0"/>
              </a:p>
              <a:p>
                <a:r>
                  <a:rPr lang="en-US" dirty="0">
                    <a:latin typeface="Times-Roman"/>
                  </a:rPr>
                  <a:t>A</a:t>
                </a:r>
                <a:r>
                  <a:rPr lang="en-US" sz="2800" b="0" i="0" u="none" strike="noStrike" baseline="0" dirty="0">
                    <a:latin typeface="Times-Roman"/>
                  </a:rPr>
                  <a:t>n element with key </a:t>
                </a:r>
                <a14:m>
                  <m:oMath xmlns:m="http://schemas.openxmlformats.org/officeDocument/2006/math">
                    <m:r>
                      <a:rPr lang="en-US" sz="2800" b="0" i="1" u="none" strike="noStrike" baseline="0" dirty="0" smtClean="0">
                        <a:latin typeface="Cambria Math" panose="02040503050406030204" pitchFamily="18" charset="0"/>
                      </a:rPr>
                      <m:t>𝑘</m:t>
                    </m:r>
                  </m:oMath>
                </a14:m>
                <a:r>
                  <a:rPr lang="en-US" sz="2800" b="0" i="0" u="none" strike="noStrike" baseline="0" dirty="0">
                    <a:latin typeface="MT2MIT"/>
                  </a:rPr>
                  <a:t> </a:t>
                </a:r>
                <a:r>
                  <a:rPr lang="en-US" sz="2800" b="1" i="1" u="none" strike="noStrike" baseline="0" dirty="0">
                    <a:latin typeface="Times-BoldItalic"/>
                  </a:rPr>
                  <a:t>hashes </a:t>
                </a:r>
                <a:r>
                  <a:rPr lang="en-US" sz="2800" b="0" i="0" u="none" strike="noStrike" baseline="0" dirty="0">
                    <a:latin typeface="Times-Roman"/>
                  </a:rPr>
                  <a:t>to slot </a:t>
                </a:r>
                <a14:m>
                  <m:oMath xmlns:m="http://schemas.openxmlformats.org/officeDocument/2006/math">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𝑘</m:t>
                        </m:r>
                      </m:e>
                    </m:d>
                  </m:oMath>
                </a14:m>
                <a:r>
                  <a:rPr lang="en-US" sz="2800" b="0" i="0" u="none" strike="noStrike" baseline="0" dirty="0">
                    <a:latin typeface="Times-Roman"/>
                  </a:rPr>
                  <a:t>; </a:t>
                </a:r>
                <a:br>
                  <a:rPr lang="en-US" sz="2800" b="0" i="0" u="none" strike="noStrike" baseline="0" dirty="0">
                    <a:latin typeface="Times-Roman"/>
                  </a:rPr>
                </a:br>
                <a14:m>
                  <m:oMath xmlns:m="http://schemas.openxmlformats.org/officeDocument/2006/math">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𝑘</m:t>
                        </m:r>
                      </m:e>
                    </m:d>
                  </m:oMath>
                </a14:m>
                <a:r>
                  <a:rPr lang="en-US" sz="2800" b="0" i="0" u="none" strike="noStrike" baseline="0" dirty="0">
                    <a:latin typeface="MT2MIT"/>
                  </a:rPr>
                  <a:t> </a:t>
                </a:r>
                <a:r>
                  <a:rPr lang="en-US" sz="2800" b="0" i="0" u="none" strike="noStrike" baseline="0" dirty="0">
                    <a:latin typeface="Times-Roman"/>
                  </a:rPr>
                  <a:t>is the </a:t>
                </a:r>
                <a:r>
                  <a:rPr lang="en-US" sz="2800" b="1" i="1" u="none" strike="noStrike" baseline="0" dirty="0">
                    <a:latin typeface="Times-BoldItalic"/>
                  </a:rPr>
                  <a:t>hash value </a:t>
                </a:r>
                <a:r>
                  <a:rPr lang="en-US" sz="2800" b="0" i="0" u="none" strike="noStrike" baseline="0" dirty="0">
                    <a:latin typeface="Times-Roman"/>
                  </a:rPr>
                  <a:t>of key </a:t>
                </a:r>
                <a14:m>
                  <m:oMath xmlns:m="http://schemas.openxmlformats.org/officeDocument/2006/math">
                    <m:r>
                      <a:rPr lang="en-US" sz="2800" b="0" i="1" u="none" strike="noStrike" baseline="0" dirty="0" smtClean="0">
                        <a:latin typeface="Cambria Math" panose="02040503050406030204" pitchFamily="18" charset="0"/>
                      </a:rPr>
                      <m:t>𝑘</m:t>
                    </m:r>
                  </m:oMath>
                </a14:m>
                <a:endParaRPr lang="en-US" dirty="0"/>
              </a:p>
            </p:txBody>
          </p:sp>
        </mc:Choice>
        <mc:Fallback>
          <p:sp>
            <p:nvSpPr>
              <p:cNvPr id="3" name="Content Placeholder 2">
                <a:extLst>
                  <a:ext uri="{FF2B5EF4-FFF2-40B4-BE49-F238E27FC236}">
                    <a16:creationId xmlns:a16="http://schemas.microsoft.com/office/drawing/2014/main" id="{81766FEB-D9FB-4A2C-AACD-BB7B21844036}"/>
                  </a:ext>
                </a:extLst>
              </p:cNvPr>
              <p:cNvSpPr>
                <a:spLocks noGrp="1" noRot="1" noChangeAspect="1" noMove="1" noResize="1" noEditPoints="1" noAdjustHandles="1" noChangeArrowheads="1" noChangeShapeType="1" noTextEdit="1"/>
              </p:cNvSpPr>
              <p:nvPr>
                <p:ph idx="1"/>
              </p:nvPr>
            </p:nvSpPr>
            <p:spPr>
              <a:blipFill>
                <a:blip r:embed="rId3"/>
                <a:stretch>
                  <a:fillRect l="-1043" t="-2241" r="-1217"/>
                </a:stretch>
              </a:blipFill>
            </p:spPr>
            <p:txBody>
              <a:bodyPr/>
              <a:lstStyle/>
              <a:p>
                <a:r>
                  <a:rPr lang="en-US">
                    <a:noFill/>
                  </a:rPr>
                  <a:t> </a:t>
                </a:r>
              </a:p>
            </p:txBody>
          </p:sp>
        </mc:Fallback>
      </mc:AlternateContent>
    </p:spTree>
    <p:extLst>
      <p:ext uri="{BB962C8B-B14F-4D97-AF65-F5344CB8AC3E}">
        <p14:creationId xmlns:p14="http://schemas.microsoft.com/office/powerpoint/2010/main" val="1694819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BBF6B-4415-73B6-D91A-ED9A83E42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66E3A-89FA-FEA4-A10D-0B05FC29AF62}"/>
              </a:ext>
            </a:extLst>
          </p:cNvPr>
          <p:cNvSpPr>
            <a:spLocks noGrp="1"/>
          </p:cNvSpPr>
          <p:nvPr>
            <p:ph type="title"/>
          </p:nvPr>
        </p:nvSpPr>
        <p:spPr/>
        <p:txBody>
          <a:bodyPr/>
          <a:lstStyle/>
          <a:p>
            <a:r>
              <a:rPr lang="en-US" dirty="0"/>
              <a:t>Hash Tables (2)</a:t>
            </a:r>
          </a:p>
        </p:txBody>
      </p:sp>
      <p:pic>
        <p:nvPicPr>
          <p:cNvPr id="5" name="Content Placeholder 4">
            <a:extLst>
              <a:ext uri="{FF2B5EF4-FFF2-40B4-BE49-F238E27FC236}">
                <a16:creationId xmlns:a16="http://schemas.microsoft.com/office/drawing/2014/main" id="{C3FCB167-EBF8-E7E4-D740-F1167C026AAF}"/>
              </a:ext>
            </a:extLst>
          </p:cNvPr>
          <p:cNvPicPr>
            <a:picLocks noGrp="1" noChangeAspect="1"/>
          </p:cNvPicPr>
          <p:nvPr>
            <p:ph idx="1"/>
          </p:nvPr>
        </p:nvPicPr>
        <p:blipFill>
          <a:blip r:embed="rId3"/>
          <a:stretch>
            <a:fillRect/>
          </a:stretch>
        </p:blipFill>
        <p:spPr>
          <a:xfrm>
            <a:off x="838200" y="1373951"/>
            <a:ext cx="9762302" cy="5484049"/>
          </a:xfrm>
        </p:spPr>
      </p:pic>
    </p:spTree>
    <p:extLst>
      <p:ext uri="{BB962C8B-B14F-4D97-AF65-F5344CB8AC3E}">
        <p14:creationId xmlns:p14="http://schemas.microsoft.com/office/powerpoint/2010/main" val="1454426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7819D-A5C6-AA6F-15B1-AB9255429979}"/>
              </a:ext>
            </a:extLst>
          </p:cNvPr>
          <p:cNvSpPr>
            <a:spLocks noGrp="1"/>
          </p:cNvSpPr>
          <p:nvPr>
            <p:ph type="title"/>
          </p:nvPr>
        </p:nvSpPr>
        <p:spPr/>
        <p:txBody>
          <a:bodyPr/>
          <a:lstStyle/>
          <a:p>
            <a:r>
              <a:rPr lang="en-US" dirty="0"/>
              <a:t>Hash Tables: Collision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459831D-D0B0-71CF-4122-725D6534E9A4}"/>
                  </a:ext>
                </a:extLst>
              </p:cNvPr>
              <p:cNvSpPr>
                <a:spLocks noGrp="1"/>
              </p:cNvSpPr>
              <p:nvPr>
                <p:ph idx="1"/>
              </p:nvPr>
            </p:nvSpPr>
            <p:spPr/>
            <p:txBody>
              <a:bodyPr/>
              <a:lstStyle/>
              <a:p>
                <a:pPr algn="just"/>
                <a:r>
                  <a:rPr lang="en-US" sz="3200" dirty="0"/>
                  <a:t>A </a:t>
                </a:r>
                <a:r>
                  <a:rPr lang="en-US" sz="3200" b="1" dirty="0"/>
                  <a:t>collision </a:t>
                </a:r>
                <a:r>
                  <a:rPr lang="en-US" sz="3200" dirty="0"/>
                  <a:t>is a situation when 2 or more keys hash to the same slot.</a:t>
                </a:r>
              </a:p>
              <a:p>
                <a:pPr algn="just"/>
                <a:r>
                  <a:rPr lang="en-US" sz="3200" dirty="0"/>
                  <a:t>Ideally collisions need to be avoided.</a:t>
                </a:r>
              </a:p>
              <a:p>
                <a:pPr algn="just"/>
                <a:r>
                  <a:rPr lang="en-US" sz="3200" dirty="0"/>
                  <a:t>How to deal with collisions?</a:t>
                </a:r>
              </a:p>
              <a:p>
                <a:pPr lvl="1" algn="just"/>
                <a:r>
                  <a:rPr lang="en-US" sz="2800" dirty="0"/>
                  <a:t>Choosing suitable hash function </a:t>
                </a:r>
                <a14:m>
                  <m:oMath xmlns:m="http://schemas.openxmlformats.org/officeDocument/2006/math">
                    <m:r>
                      <a:rPr lang="en-US" sz="2800" i="1" dirty="0" smtClean="0"/>
                      <m:t>h</m:t>
                    </m:r>
                  </m:oMath>
                </a14:m>
                <a:r>
                  <a:rPr lang="en-US" sz="2800" dirty="0"/>
                  <a:t>.</a:t>
                </a:r>
              </a:p>
              <a:p>
                <a:pPr lvl="1" algn="just"/>
                <a:r>
                  <a:rPr lang="en-US" sz="2800" dirty="0"/>
                  <a:t>Making hash function “random” to minimize collisions.</a:t>
                </a:r>
              </a:p>
              <a:p>
                <a:pPr lvl="1" algn="just"/>
                <a:r>
                  <a:rPr lang="en-US" sz="2800" dirty="0"/>
                  <a:t>Hash function should be deterministic.</a:t>
                </a:r>
              </a:p>
              <a:p>
                <a:pPr lvl="1" algn="just"/>
                <a:r>
                  <a:rPr lang="en-US" sz="2800" dirty="0"/>
                  <a:t>Chaing </a:t>
                </a:r>
              </a:p>
              <a:p>
                <a:endParaRPr lang="en-US" dirty="0"/>
              </a:p>
              <a:p>
                <a:endParaRPr lang="en-US" dirty="0"/>
              </a:p>
            </p:txBody>
          </p:sp>
        </mc:Choice>
        <mc:Fallback>
          <p:sp>
            <p:nvSpPr>
              <p:cNvPr id="3" name="Content Placeholder 2">
                <a:extLst>
                  <a:ext uri="{FF2B5EF4-FFF2-40B4-BE49-F238E27FC236}">
                    <a16:creationId xmlns:a16="http://schemas.microsoft.com/office/drawing/2014/main" id="{8459831D-D0B0-71CF-4122-725D6534E9A4}"/>
                  </a:ext>
                </a:extLst>
              </p:cNvPr>
              <p:cNvSpPr>
                <a:spLocks noGrp="1" noRot="1" noChangeAspect="1" noMove="1" noResize="1" noEditPoints="1" noAdjustHandles="1" noChangeArrowheads="1" noChangeShapeType="1" noTextEdit="1"/>
              </p:cNvSpPr>
              <p:nvPr>
                <p:ph idx="1"/>
              </p:nvPr>
            </p:nvSpPr>
            <p:spPr>
              <a:blipFill>
                <a:blip r:embed="rId3"/>
                <a:stretch>
                  <a:fillRect l="-1333" t="-2941" r="-1449"/>
                </a:stretch>
              </a:blipFill>
            </p:spPr>
            <p:txBody>
              <a:bodyPr/>
              <a:lstStyle/>
              <a:p>
                <a:r>
                  <a:rPr lang="en-US">
                    <a:noFill/>
                  </a:rPr>
                  <a:t> </a:t>
                </a:r>
              </a:p>
            </p:txBody>
          </p:sp>
        </mc:Fallback>
      </mc:AlternateContent>
    </p:spTree>
    <p:extLst>
      <p:ext uri="{BB962C8B-B14F-4D97-AF65-F5344CB8AC3E}">
        <p14:creationId xmlns:p14="http://schemas.microsoft.com/office/powerpoint/2010/main" val="373570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96B9F-3277-1EFE-C193-398B142F1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15AF6-9E23-36A7-A0D8-33E294D232E0}"/>
              </a:ext>
            </a:extLst>
          </p:cNvPr>
          <p:cNvSpPr>
            <a:spLocks noGrp="1"/>
          </p:cNvSpPr>
          <p:nvPr>
            <p:ph type="title"/>
          </p:nvPr>
        </p:nvSpPr>
        <p:spPr/>
        <p:txBody>
          <a:bodyPr/>
          <a:lstStyle/>
          <a:p>
            <a:r>
              <a:rPr lang="en-US" dirty="0"/>
              <a:t>Hash Tables with Chaining: Operations (1)</a:t>
            </a:r>
          </a:p>
        </p:txBody>
      </p:sp>
      <p:pic>
        <p:nvPicPr>
          <p:cNvPr id="7" name="Content Placeholder 6">
            <a:extLst>
              <a:ext uri="{FF2B5EF4-FFF2-40B4-BE49-F238E27FC236}">
                <a16:creationId xmlns:a16="http://schemas.microsoft.com/office/drawing/2014/main" id="{FF85B615-0E8C-01F7-FFD2-1525FFA5599D}"/>
              </a:ext>
            </a:extLst>
          </p:cNvPr>
          <p:cNvPicPr>
            <a:picLocks noGrp="1" noChangeAspect="1"/>
          </p:cNvPicPr>
          <p:nvPr>
            <p:ph sz="half" idx="1"/>
          </p:nvPr>
        </p:nvPicPr>
        <p:blipFill>
          <a:blip r:embed="rId3"/>
          <a:stretch>
            <a:fillRect/>
          </a:stretch>
        </p:blipFill>
        <p:spPr>
          <a:xfrm>
            <a:off x="838200" y="2439821"/>
            <a:ext cx="10515600" cy="4405926"/>
          </a:xfrm>
        </p:spPr>
      </p:pic>
      <p:sp>
        <p:nvSpPr>
          <p:cNvPr id="11" name="Content Placeholder 10">
            <a:extLst>
              <a:ext uri="{FF2B5EF4-FFF2-40B4-BE49-F238E27FC236}">
                <a16:creationId xmlns:a16="http://schemas.microsoft.com/office/drawing/2014/main" id="{D04BC86D-E459-DEF0-437C-9A768C148B9A}"/>
              </a:ext>
            </a:extLst>
          </p:cNvPr>
          <p:cNvSpPr>
            <a:spLocks noGrp="1"/>
          </p:cNvSpPr>
          <p:nvPr>
            <p:ph sz="half" idx="2"/>
          </p:nvPr>
        </p:nvSpPr>
        <p:spPr>
          <a:xfrm>
            <a:off x="838200" y="1690688"/>
            <a:ext cx="10515600" cy="749133"/>
          </a:xfrm>
        </p:spPr>
        <p:txBody>
          <a:bodyPr>
            <a:normAutofit fontScale="92500" lnSpcReduction="10000"/>
          </a:bodyPr>
          <a:lstStyle/>
          <a:p>
            <a:r>
              <a:rPr lang="en-US" dirty="0"/>
              <a:t>In chaining all the elements with same hash value are placed into the same </a:t>
            </a:r>
            <a:r>
              <a:rPr lang="en-US" dirty="0" err="1"/>
              <a:t>linkes</a:t>
            </a:r>
            <a:r>
              <a:rPr lang="en-US" dirty="0"/>
              <a:t> list.</a:t>
            </a:r>
          </a:p>
        </p:txBody>
      </p:sp>
    </p:spTree>
    <p:extLst>
      <p:ext uri="{BB962C8B-B14F-4D97-AF65-F5344CB8AC3E}">
        <p14:creationId xmlns:p14="http://schemas.microsoft.com/office/powerpoint/2010/main" val="2995625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9A9AD-4280-7983-53CF-530BCDA22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192C1-D58A-05A1-5047-414464E45084}"/>
              </a:ext>
            </a:extLst>
          </p:cNvPr>
          <p:cNvSpPr>
            <a:spLocks noGrp="1"/>
          </p:cNvSpPr>
          <p:nvPr>
            <p:ph type="title"/>
          </p:nvPr>
        </p:nvSpPr>
        <p:spPr/>
        <p:txBody>
          <a:bodyPr/>
          <a:lstStyle/>
          <a:p>
            <a:r>
              <a:rPr lang="en-US" dirty="0"/>
              <a:t>Hash Tables with Chaining: Operations (2)</a:t>
            </a:r>
          </a:p>
        </p:txBody>
      </p:sp>
      <p:pic>
        <p:nvPicPr>
          <p:cNvPr id="6" name="Content Placeholder 5">
            <a:extLst>
              <a:ext uri="{FF2B5EF4-FFF2-40B4-BE49-F238E27FC236}">
                <a16:creationId xmlns:a16="http://schemas.microsoft.com/office/drawing/2014/main" id="{701DAA8E-EB89-C5A0-658D-9A15277C5AF5}"/>
              </a:ext>
            </a:extLst>
          </p:cNvPr>
          <p:cNvPicPr>
            <a:picLocks noGrp="1" noChangeAspect="1"/>
          </p:cNvPicPr>
          <p:nvPr>
            <p:ph idx="1"/>
          </p:nvPr>
        </p:nvPicPr>
        <p:blipFill>
          <a:blip r:embed="rId3"/>
          <a:stretch>
            <a:fillRect/>
          </a:stretch>
        </p:blipFill>
        <p:spPr>
          <a:xfrm>
            <a:off x="1079088" y="1690688"/>
            <a:ext cx="9704375" cy="4469480"/>
          </a:xfrm>
        </p:spPr>
      </p:pic>
    </p:spTree>
    <p:extLst>
      <p:ext uri="{BB962C8B-B14F-4D97-AF65-F5344CB8AC3E}">
        <p14:creationId xmlns:p14="http://schemas.microsoft.com/office/powerpoint/2010/main" val="2810009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4D0C8-7B2E-EBA8-1647-7ECA1976686C}"/>
              </a:ext>
            </a:extLst>
          </p:cNvPr>
          <p:cNvSpPr>
            <a:spLocks noGrp="1"/>
          </p:cNvSpPr>
          <p:nvPr>
            <p:ph type="title"/>
          </p:nvPr>
        </p:nvSpPr>
        <p:spPr/>
        <p:txBody>
          <a:bodyPr/>
          <a:lstStyle/>
          <a:p>
            <a:r>
              <a:rPr lang="en-US" dirty="0"/>
              <a:t>Analyzing Hashing with Chaining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7656C9E-4E88-60FA-66B8-9A8ABD8D5CB6}"/>
                  </a:ext>
                </a:extLst>
              </p:cNvPr>
              <p:cNvSpPr>
                <a:spLocks noGrp="1"/>
              </p:cNvSpPr>
              <p:nvPr>
                <p:ph idx="1"/>
              </p:nvPr>
            </p:nvSpPr>
            <p:spPr/>
            <p:txBody>
              <a:bodyPr/>
              <a:lstStyle/>
              <a:p>
                <a:r>
                  <a:rPr lang="en-US" dirty="0"/>
                  <a:t>Given a hash table </a:t>
                </a:r>
                <a14:m>
                  <m:oMath xmlns:m="http://schemas.openxmlformats.org/officeDocument/2006/math">
                    <m:r>
                      <a:rPr lang="en-US" i="1" dirty="0" smtClean="0">
                        <a:latin typeface="Cambria Math" panose="02040503050406030204" pitchFamily="18" charset="0"/>
                      </a:rPr>
                      <m:t>𝑇</m:t>
                    </m:r>
                  </m:oMath>
                </a14:m>
                <a:r>
                  <a:rPr lang="en-US" dirty="0"/>
                  <a:t> with </a:t>
                </a:r>
                <a14:m>
                  <m:oMath xmlns:m="http://schemas.openxmlformats.org/officeDocument/2006/math">
                    <m:r>
                      <a:rPr lang="en-US" i="1" dirty="0" smtClean="0">
                        <a:latin typeface="Cambria Math" panose="02040503050406030204" pitchFamily="18" charset="0"/>
                      </a:rPr>
                      <m:t>𝑚</m:t>
                    </m:r>
                  </m:oMath>
                </a14:m>
                <a:r>
                  <a:rPr lang="en-US" dirty="0"/>
                  <a:t> slots that stores </a:t>
                </a:r>
                <a14:m>
                  <m:oMath xmlns:m="http://schemas.openxmlformats.org/officeDocument/2006/math">
                    <m:r>
                      <a:rPr lang="en-US" i="1" dirty="0" smtClean="0">
                        <a:latin typeface="Cambria Math" panose="02040503050406030204" pitchFamily="18" charset="0"/>
                      </a:rPr>
                      <m:t>𝑛</m:t>
                    </m:r>
                  </m:oMath>
                </a14:m>
                <a:r>
                  <a:rPr lang="en-US" dirty="0"/>
                  <a:t> elements.</a:t>
                </a:r>
                <a:br>
                  <a:rPr lang="en-US" dirty="0"/>
                </a:br>
                <a:r>
                  <a:rPr lang="en-US" dirty="0"/>
                  <a:t>Let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f>
                      <m:fPr>
                        <m:type m:val="lin"/>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𝑛</m:t>
                        </m:r>
                      </m:num>
                      <m:den>
                        <m:r>
                          <a:rPr lang="en-US" b="0" i="1" smtClean="0">
                            <a:latin typeface="Cambria Math" panose="02040503050406030204" pitchFamily="18" charset="0"/>
                            <a:ea typeface="Cambria Math" panose="02040503050406030204" pitchFamily="18" charset="0"/>
                          </a:rPr>
                          <m:t>𝑚</m:t>
                        </m:r>
                      </m:den>
                    </m:f>
                  </m:oMath>
                </a14:m>
                <a:r>
                  <a:rPr lang="en-US" dirty="0"/>
                  <a:t> a </a:t>
                </a:r>
                <a:r>
                  <a:rPr lang="en-US" b="1" dirty="0"/>
                  <a:t>load factor</a:t>
                </a:r>
                <a:r>
                  <a:rPr lang="en-US" dirty="0"/>
                  <a:t> for </a:t>
                </a:r>
                <a14:m>
                  <m:oMath xmlns:m="http://schemas.openxmlformats.org/officeDocument/2006/math">
                    <m:r>
                      <a:rPr lang="en-US" i="1" dirty="0" smtClean="0">
                        <a:latin typeface="Cambria Math" panose="02040503050406030204" pitchFamily="18" charset="0"/>
                      </a:rPr>
                      <m:t>𝑇</m:t>
                    </m:r>
                  </m:oMath>
                </a14:m>
                <a:r>
                  <a:rPr lang="en-US" dirty="0"/>
                  <a:t> </a:t>
                </a:r>
              </a:p>
              <a:p>
                <a:r>
                  <a:rPr lang="en-US" dirty="0"/>
                  <a:t>Worst-case for hashing with chaining is when all elements hash to the same slot.</a:t>
                </a:r>
              </a:p>
              <a:p>
                <a:r>
                  <a:rPr lang="en-US" dirty="0"/>
                  <a:t>The average-case performance of hashing depends on how well the hash function distributes the set of keys to be stored among the slots, on the average.</a:t>
                </a:r>
              </a:p>
              <a:p>
                <a:pPr marL="0" indent="0">
                  <a:buNone/>
                </a:pPr>
                <a:endParaRPr lang="en-US" dirty="0"/>
              </a:p>
            </p:txBody>
          </p:sp>
        </mc:Choice>
        <mc:Fallback>
          <p:sp>
            <p:nvSpPr>
              <p:cNvPr id="3" name="Content Placeholder 2">
                <a:extLst>
                  <a:ext uri="{FF2B5EF4-FFF2-40B4-BE49-F238E27FC236}">
                    <a16:creationId xmlns:a16="http://schemas.microsoft.com/office/drawing/2014/main" id="{87656C9E-4E88-60FA-66B8-9A8ABD8D5CB6}"/>
                  </a:ext>
                </a:extLst>
              </p:cNvPr>
              <p:cNvSpPr>
                <a:spLocks noGrp="1" noRot="1" noChangeAspect="1" noMove="1" noResize="1" noEditPoints="1" noAdjustHandles="1" noChangeArrowheads="1" noChangeShapeType="1" noTextEdit="1"/>
              </p:cNvSpPr>
              <p:nvPr>
                <p:ph idx="1"/>
              </p:nvPr>
            </p:nvSpPr>
            <p:spPr>
              <a:blipFill>
                <a:blip r:embed="rId2"/>
                <a:stretch>
                  <a:fillRect l="-1043" t="-2241" r="-1449"/>
                </a:stretch>
              </a:blipFill>
            </p:spPr>
            <p:txBody>
              <a:bodyPr/>
              <a:lstStyle/>
              <a:p>
                <a:r>
                  <a:rPr lang="en-US">
                    <a:noFill/>
                  </a:rPr>
                  <a:t> </a:t>
                </a:r>
              </a:p>
            </p:txBody>
          </p:sp>
        </mc:Fallback>
      </mc:AlternateContent>
    </p:spTree>
    <p:extLst>
      <p:ext uri="{BB962C8B-B14F-4D97-AF65-F5344CB8AC3E}">
        <p14:creationId xmlns:p14="http://schemas.microsoft.com/office/powerpoint/2010/main" val="404687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B8E00-AECD-65EF-DB91-500AC7E77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C3A88-71FD-94DF-C5D4-2BECB5B5EB09}"/>
              </a:ext>
            </a:extLst>
          </p:cNvPr>
          <p:cNvSpPr>
            <a:spLocks noGrp="1"/>
          </p:cNvSpPr>
          <p:nvPr>
            <p:ph type="title"/>
          </p:nvPr>
        </p:nvSpPr>
        <p:spPr/>
        <p:txBody>
          <a:bodyPr/>
          <a:lstStyle/>
          <a:p>
            <a:r>
              <a:rPr lang="en-US" dirty="0"/>
              <a:t>Analyzing Hashing with Chaining (2)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E22865-C272-38AB-3140-87B5755DAC03}"/>
                  </a:ext>
                </a:extLst>
              </p:cNvPr>
              <p:cNvSpPr>
                <a:spLocks noGrp="1"/>
              </p:cNvSpPr>
              <p:nvPr>
                <p:ph idx="1"/>
              </p:nvPr>
            </p:nvSpPr>
            <p:spPr>
              <a:xfrm>
                <a:off x="838199" y="1825625"/>
                <a:ext cx="10760243" cy="4351338"/>
              </a:xfrm>
            </p:spPr>
            <p:txBody>
              <a:bodyPr/>
              <a:lstStyle/>
              <a:p>
                <a:pPr algn="just"/>
                <a:r>
                  <a:rPr lang="en-US" dirty="0"/>
                  <a:t>Assume that any given element is equally likely to hash into any of the </a:t>
                </a:r>
                <a14:m>
                  <m:oMath xmlns:m="http://schemas.openxmlformats.org/officeDocument/2006/math">
                    <m:r>
                      <a:rPr lang="en-US" i="1" dirty="0" smtClean="0">
                        <a:latin typeface="Cambria Math" panose="02040503050406030204" pitchFamily="18" charset="0"/>
                      </a:rPr>
                      <m:t>𝑚</m:t>
                    </m:r>
                  </m:oMath>
                </a14:m>
                <a:r>
                  <a:rPr lang="en-US" dirty="0"/>
                  <a:t> slots, independently of where any other element has hashed to.</a:t>
                </a:r>
                <a:br>
                  <a:rPr lang="en-US" dirty="0"/>
                </a:br>
                <a:r>
                  <a:rPr lang="en-US" dirty="0"/>
                  <a:t>This is called </a:t>
                </a:r>
                <a:r>
                  <a:rPr lang="en-US" b="1" dirty="0"/>
                  <a:t>simple uniform assumption</a:t>
                </a:r>
                <a:r>
                  <a:rPr lang="en-US" dirty="0"/>
                  <a:t>.</a:t>
                </a:r>
              </a:p>
              <a:p>
                <a:pPr algn="just"/>
                <a:r>
                  <a:rPr lang="en-US" dirty="0"/>
                  <a:t>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𝑙𝑒𝑛𝑔𝑡h</m:t>
                    </m:r>
                  </m:oMath>
                </a14:m>
                <a:r>
                  <a:rPr lang="en-US" dirty="0"/>
                  <a:t>  : So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=0</m:t>
                        </m:r>
                      </m:sub>
                      <m:sup>
                        <m:r>
                          <a:rPr lang="en-US" b="0" i="1" smtClean="0">
                            <a:latin typeface="Cambria Math" panose="02040503050406030204" pitchFamily="18" charset="0"/>
                          </a:rPr>
                          <m:t>𝑚</m:t>
                        </m:r>
                        <m:r>
                          <a:rPr lang="en-US" b="0" i="1" smtClean="0">
                            <a:latin typeface="Cambria Math" panose="02040503050406030204" pitchFamily="18" charset="0"/>
                          </a:rPr>
                          <m:t>−1</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e>
                    </m:nary>
                  </m:oMath>
                </a14:m>
                <a:endParaRPr lang="en-US" dirty="0"/>
              </a:p>
              <a:p>
                <a:pPr algn="just"/>
                <a:r>
                  <a:rPr lang="en-US" dirty="0"/>
                  <a:t>Expected values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𝑗</m:t>
                        </m:r>
                      </m:sub>
                    </m:sSub>
                  </m:oMath>
                </a14:m>
                <a:r>
                  <a:rPr lang="en-US" dirty="0"/>
                  <a:t> is </a:t>
                </a:r>
                <a14:m>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oMath>
                </a14:m>
                <a:endParaRPr lang="en-US" dirty="0"/>
              </a:p>
              <a:p>
                <a:pPr algn="just"/>
                <a:r>
                  <a:rPr lang="en-US" dirty="0"/>
                  <a:t>Assume time for computing hash value is constant: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(1)</m:t>
                    </m:r>
                  </m:oMath>
                </a14:m>
                <a:r>
                  <a:rPr lang="en-US" dirty="0"/>
                  <a:t>.</a:t>
                </a:r>
              </a:p>
              <a:p>
                <a:pPr algn="just"/>
                <a:r>
                  <a:rPr lang="en-US" dirty="0"/>
                  <a:t>Search for an element with key </a:t>
                </a:r>
                <a14:m>
                  <m:oMath xmlns:m="http://schemas.openxmlformats.org/officeDocument/2006/math">
                    <m:r>
                      <a:rPr lang="en-US" i="1" dirty="0" smtClean="0">
                        <a:latin typeface="Cambria Math" panose="02040503050406030204" pitchFamily="18" charset="0"/>
                      </a:rPr>
                      <m:t>𝑘</m:t>
                    </m:r>
                  </m:oMath>
                </a14:m>
                <a:r>
                  <a:rPr lang="en-US" dirty="0"/>
                  <a:t> depends linearly on the length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sub>
                    </m:sSub>
                  </m:oMath>
                </a14:m>
                <a:r>
                  <a:rPr lang="en-US" dirty="0"/>
                  <a:t>.</a:t>
                </a:r>
              </a:p>
              <a:p>
                <a:pPr lvl="1" algn="just"/>
                <a:r>
                  <a:rPr lang="en-US" dirty="0"/>
                  <a:t>Unsuccessful search.</a:t>
                </a:r>
              </a:p>
              <a:p>
                <a:pPr lvl="1" algn="just"/>
                <a:r>
                  <a:rPr lang="en-US" dirty="0"/>
                  <a:t>Successful search.</a:t>
                </a:r>
              </a:p>
              <a:p>
                <a:pPr marL="0" indent="0">
                  <a:buNone/>
                </a:pPr>
                <a:endParaRPr lang="en-US" dirty="0"/>
              </a:p>
            </p:txBody>
          </p:sp>
        </mc:Choice>
        <mc:Fallback>
          <p:sp>
            <p:nvSpPr>
              <p:cNvPr id="3" name="Content Placeholder 2">
                <a:extLst>
                  <a:ext uri="{FF2B5EF4-FFF2-40B4-BE49-F238E27FC236}">
                    <a16:creationId xmlns:a16="http://schemas.microsoft.com/office/drawing/2014/main" id="{B4E22865-C272-38AB-3140-87B5755DAC03}"/>
                  </a:ext>
                </a:extLst>
              </p:cNvPr>
              <p:cNvSpPr>
                <a:spLocks noGrp="1" noRot="1" noChangeAspect="1" noMove="1" noResize="1" noEditPoints="1" noAdjustHandles="1" noChangeArrowheads="1" noChangeShapeType="1" noTextEdit="1"/>
              </p:cNvSpPr>
              <p:nvPr>
                <p:ph idx="1"/>
              </p:nvPr>
            </p:nvSpPr>
            <p:spPr>
              <a:xfrm>
                <a:off x="838199" y="1825625"/>
                <a:ext cx="10760243" cy="4351338"/>
              </a:xfrm>
              <a:blipFill>
                <a:blip r:embed="rId2"/>
                <a:stretch>
                  <a:fillRect l="-963" t="-2241" r="-1133" b="-280"/>
                </a:stretch>
              </a:blipFill>
            </p:spPr>
            <p:txBody>
              <a:bodyPr/>
              <a:lstStyle/>
              <a:p>
                <a:r>
                  <a:rPr lang="en-US">
                    <a:noFill/>
                  </a:rPr>
                  <a:t> </a:t>
                </a:r>
              </a:p>
            </p:txBody>
          </p:sp>
        </mc:Fallback>
      </mc:AlternateContent>
    </p:spTree>
    <p:extLst>
      <p:ext uri="{BB962C8B-B14F-4D97-AF65-F5344CB8AC3E}">
        <p14:creationId xmlns:p14="http://schemas.microsoft.com/office/powerpoint/2010/main" val="300390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786BA-5171-A9D2-6D46-13F5084AF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2D3A3-1E04-DC44-DD4A-750DB6947765}"/>
              </a:ext>
            </a:extLst>
          </p:cNvPr>
          <p:cNvSpPr>
            <a:spLocks noGrp="1"/>
          </p:cNvSpPr>
          <p:nvPr>
            <p:ph type="title"/>
          </p:nvPr>
        </p:nvSpPr>
        <p:spPr/>
        <p:txBody>
          <a:bodyPr/>
          <a:lstStyle/>
          <a:p>
            <a:r>
              <a:rPr lang="en-US" dirty="0"/>
              <a:t>Analyzing Hashing with Chaining (3)</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DCD6CF8-0957-FADC-40DC-DEE9DEFB2F08}"/>
                  </a:ext>
                </a:extLst>
              </p:cNvPr>
              <p:cNvSpPr>
                <a:spLocks noGrp="1"/>
              </p:cNvSpPr>
              <p:nvPr>
                <p:ph idx="1"/>
              </p:nvPr>
            </p:nvSpPr>
            <p:spPr>
              <a:xfrm>
                <a:off x="838199" y="1825625"/>
                <a:ext cx="10760243" cy="4351338"/>
              </a:xfrm>
            </p:spPr>
            <p:txBody>
              <a:bodyPr>
                <a:normAutofit/>
              </a:bodyPr>
              <a:lstStyle/>
              <a:p>
                <a:pPr algn="just"/>
                <a:r>
                  <a:rPr lang="en-US" b="1" dirty="0"/>
                  <a:t>Theorem: </a:t>
                </a:r>
                <a:r>
                  <a:rPr lang="en-US" dirty="0"/>
                  <a:t>In a hash table in which collisions are resolved by chaining, an unsuccessful search takes average-case time </a:t>
                </a:r>
                <a14:m>
                  <m:oMath xmlns:m="http://schemas.openxmlformats.org/officeDocument/2006/math">
                    <m:r>
                      <a:rPr lang="el-GR"/>
                      <m:t>𝛩</m:t>
                    </m:r>
                    <m:d>
                      <m:dPr>
                        <m:ctrlPr>
                          <a:rPr lang="en-US" i="1"/>
                        </m:ctrlPr>
                      </m:dPr>
                      <m:e>
                        <m:r>
                          <a:rPr lang="en-US" b="0" i="0" smtClean="0"/>
                          <m:t>1+</m:t>
                        </m:r>
                        <m:r>
                          <a:rPr lang="en-US" b="0" i="1" smtClean="0">
                            <a:ea typeface="Cambria Math" panose="02040503050406030204" pitchFamily="18" charset="0"/>
                          </a:rPr>
                          <m:t>𝛼</m:t>
                        </m:r>
                      </m:e>
                    </m:d>
                    <m:r>
                      <a:rPr lang="en-US" i="1"/>
                      <m:t> </m:t>
                    </m:r>
                  </m:oMath>
                </a14:m>
                <a:r>
                  <a:rPr lang="en-US" dirty="0"/>
                  <a:t>under the assumption of simple uniform hashing.</a:t>
                </a:r>
                <a:endParaRPr lang="en-US" b="1" dirty="0"/>
              </a:p>
              <a:p>
                <a:pPr algn="just"/>
                <a:r>
                  <a:rPr lang="en-US" b="1" dirty="0"/>
                  <a:t>Proof: </a:t>
                </a:r>
                <a:r>
                  <a:rPr lang="en-US" dirty="0"/>
                  <a:t>The expected time to search unsuccessfully for a key </a:t>
                </a:r>
                <a14:m>
                  <m:oMath xmlns:m="http://schemas.openxmlformats.org/officeDocument/2006/math">
                    <m:r>
                      <a:rPr lang="en-US" i="1" dirty="0" smtClean="0">
                        <a:latin typeface="Cambria Math" panose="02040503050406030204" pitchFamily="18" charset="0"/>
                      </a:rPr>
                      <m:t>𝑘</m:t>
                    </m:r>
                  </m:oMath>
                </a14:m>
                <a:r>
                  <a:rPr lang="en-US" dirty="0"/>
                  <a:t> is the expected time to search to the end of list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𝑘</m:t>
                    </m:r>
                    <m:r>
                      <a:rPr lang="en-US" i="1" dirty="0" smtClean="0">
                        <a:latin typeface="Cambria Math" panose="02040503050406030204" pitchFamily="18" charset="0"/>
                      </a:rPr>
                      <m:t>)]</m:t>
                    </m:r>
                  </m:oMath>
                </a14:m>
                <a:r>
                  <a:rPr lang="en-US" dirty="0"/>
                  <a:t>, which has expected length </a:t>
                </a:r>
                <a14:m>
                  <m:oMath xmlns:m="http://schemas.openxmlformats.org/officeDocument/2006/math">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𝑘</m:t>
                                </m:r>
                              </m:e>
                            </m:d>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dirty="0"/>
                  <a:t>. Thus, the expected number of elements examined in an unsuccessful search is </a:t>
                </a:r>
                <a14:m>
                  <m:oMath xmlns:m="http://schemas.openxmlformats.org/officeDocument/2006/math">
                    <m:r>
                      <a:rPr lang="en-US" i="1">
                        <a:latin typeface="Cambria Math" panose="02040503050406030204" pitchFamily="18" charset="0"/>
                        <a:ea typeface="Cambria Math" panose="02040503050406030204" pitchFamily="18" charset="0"/>
                      </a:rPr>
                      <m:t>𝛼</m:t>
                    </m:r>
                  </m:oMath>
                </a14:m>
                <a:r>
                  <a:rPr lang="en-US" dirty="0"/>
                  <a:t>, and the total time required (including the time for computing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m:t>
                    </m:r>
                  </m:oMath>
                </a14:m>
                <a:r>
                  <a:rPr lang="en-US" dirty="0"/>
                  <a:t>) is </a:t>
                </a:r>
                <a14:m>
                  <m:oMath xmlns:m="http://schemas.openxmlformats.org/officeDocument/2006/math">
                    <m:r>
                      <a:rPr lang="el-GR">
                        <a:latin typeface="Cambria Math" panose="02040503050406030204" pitchFamily="18" charset="0"/>
                      </a:rPr>
                      <m:t>𝛩</m:t>
                    </m:r>
                    <m:d>
                      <m:dPr>
                        <m:ctrlPr>
                          <a:rPr lang="en-US" i="1">
                            <a:latin typeface="Cambria Math" panose="02040503050406030204" pitchFamily="18" charset="0"/>
                          </a:rPr>
                        </m:ctrlPr>
                      </m:dPr>
                      <m:e>
                        <m:r>
                          <a:rPr lang="en-US">
                            <a:latin typeface="Cambria Math" panose="02040503050406030204" pitchFamily="18" charset="0"/>
                          </a:rPr>
                          <m:t>1+</m:t>
                        </m:r>
                        <m:r>
                          <a:rPr lang="en-US" i="1">
                            <a:latin typeface="Cambria Math" panose="02040503050406030204" pitchFamily="18" charset="0"/>
                            <a:ea typeface="Cambria Math" panose="02040503050406030204" pitchFamily="18" charset="0"/>
                          </a:rPr>
                          <m:t>𝛼</m:t>
                        </m:r>
                      </m:e>
                    </m:d>
                    <m:r>
                      <a:rPr lang="en-US" i="1">
                        <a:latin typeface="Cambria Math" panose="02040503050406030204" pitchFamily="18" charset="0"/>
                      </a:rPr>
                      <m:t> </m:t>
                    </m:r>
                  </m:oMath>
                </a14:m>
                <a:r>
                  <a:rPr lang="en-US" dirty="0"/>
                  <a:t>.</a:t>
                </a:r>
              </a:p>
            </p:txBody>
          </p:sp>
        </mc:Choice>
        <mc:Fallback>
          <p:sp>
            <p:nvSpPr>
              <p:cNvPr id="3" name="Content Placeholder 2">
                <a:extLst>
                  <a:ext uri="{FF2B5EF4-FFF2-40B4-BE49-F238E27FC236}">
                    <a16:creationId xmlns:a16="http://schemas.microsoft.com/office/drawing/2014/main" id="{3DCD6CF8-0957-FADC-40DC-DEE9DEFB2F08}"/>
                  </a:ext>
                </a:extLst>
              </p:cNvPr>
              <p:cNvSpPr>
                <a:spLocks noGrp="1" noRot="1" noChangeAspect="1" noMove="1" noResize="1" noEditPoints="1" noAdjustHandles="1" noChangeArrowheads="1" noChangeShapeType="1" noTextEdit="1"/>
              </p:cNvSpPr>
              <p:nvPr>
                <p:ph idx="1"/>
              </p:nvPr>
            </p:nvSpPr>
            <p:spPr>
              <a:xfrm>
                <a:off x="838199" y="1825625"/>
                <a:ext cx="10760243" cy="4351338"/>
              </a:xfrm>
              <a:blipFill>
                <a:blip r:embed="rId3"/>
                <a:stretch>
                  <a:fillRect l="-963" t="-2241" r="-1133"/>
                </a:stretch>
              </a:blipFill>
            </p:spPr>
            <p:txBody>
              <a:bodyPr/>
              <a:lstStyle/>
              <a:p>
                <a:r>
                  <a:rPr lang="en-US">
                    <a:noFill/>
                  </a:rPr>
                  <a:t> </a:t>
                </a:r>
              </a:p>
            </p:txBody>
          </p:sp>
        </mc:Fallback>
      </mc:AlternateContent>
    </p:spTree>
    <p:extLst>
      <p:ext uri="{BB962C8B-B14F-4D97-AF65-F5344CB8AC3E}">
        <p14:creationId xmlns:p14="http://schemas.microsoft.com/office/powerpoint/2010/main" val="356747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98FC0-6DAE-EA64-C61C-754531671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5BE9D-58FE-0B1E-1A13-F779AFA577D7}"/>
              </a:ext>
            </a:extLst>
          </p:cNvPr>
          <p:cNvSpPr>
            <a:spLocks noGrp="1"/>
          </p:cNvSpPr>
          <p:nvPr>
            <p:ph type="title"/>
          </p:nvPr>
        </p:nvSpPr>
        <p:spPr/>
        <p:txBody>
          <a:bodyPr/>
          <a:lstStyle/>
          <a:p>
            <a:r>
              <a:rPr lang="en-US" dirty="0"/>
              <a:t>Analyzing Hashing with Chaining (4)</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DA844F3-0648-D679-0DDF-1A33C2CBA7D7}"/>
                  </a:ext>
                </a:extLst>
              </p:cNvPr>
              <p:cNvSpPr>
                <a:spLocks noGrp="1"/>
              </p:cNvSpPr>
              <p:nvPr>
                <p:ph idx="1"/>
              </p:nvPr>
            </p:nvSpPr>
            <p:spPr>
              <a:xfrm>
                <a:off x="838199" y="1825625"/>
                <a:ext cx="10760243" cy="4351338"/>
              </a:xfrm>
            </p:spPr>
            <p:txBody>
              <a:bodyPr>
                <a:normAutofit lnSpcReduction="10000"/>
              </a:bodyPr>
              <a:lstStyle/>
              <a:p>
                <a:pPr algn="just">
                  <a:spcBef>
                    <a:spcPts val="600"/>
                  </a:spcBef>
                </a:pPr>
                <a:r>
                  <a:rPr lang="en-US" b="1" dirty="0"/>
                  <a:t>Theorem: </a:t>
                </a:r>
                <a:r>
                  <a:rPr lang="en-US" dirty="0"/>
                  <a:t>In a hash table in which collisions are resolved by chaining, a successful search takes average-case time </a:t>
                </a:r>
                <a14:m>
                  <m:oMath xmlns:m="http://schemas.openxmlformats.org/officeDocument/2006/math">
                    <m:r>
                      <a:rPr lang="el-GR"/>
                      <m:t>𝛩</m:t>
                    </m:r>
                    <m:d>
                      <m:dPr>
                        <m:ctrlPr>
                          <a:rPr lang="en-US" i="1"/>
                        </m:ctrlPr>
                      </m:dPr>
                      <m:e>
                        <m:r>
                          <a:rPr lang="en-US" b="0" i="0" smtClean="0"/>
                          <m:t>1+</m:t>
                        </m:r>
                        <m:r>
                          <a:rPr lang="en-US" b="0" i="1" smtClean="0">
                            <a:ea typeface="Cambria Math" panose="02040503050406030204" pitchFamily="18" charset="0"/>
                          </a:rPr>
                          <m:t>𝛼</m:t>
                        </m:r>
                      </m:e>
                    </m:d>
                    <m:r>
                      <a:rPr lang="en-US" i="1"/>
                      <m:t> </m:t>
                    </m:r>
                  </m:oMath>
                </a14:m>
                <a:r>
                  <a:rPr lang="en-US" dirty="0"/>
                  <a:t>under the assumption of simple uniform hashing.</a:t>
                </a:r>
                <a:endParaRPr lang="en-US" b="1" dirty="0"/>
              </a:p>
              <a:p>
                <a:pPr>
                  <a:spcBef>
                    <a:spcPts val="600"/>
                  </a:spcBef>
                </a:pPr>
                <a:r>
                  <a:rPr lang="en-US" b="1" dirty="0"/>
                  <a:t>Proof: </a:t>
                </a:r>
              </a:p>
              <a:p>
                <a:pPr lvl="1">
                  <a:spcBef>
                    <a:spcPts val="600"/>
                  </a:spcBef>
                </a:pPr>
                <a:r>
                  <a:rPr lang="en-US" dirty="0"/>
                  <a:t>We assume that the element being searched for is equally likely to be any of the </a:t>
                </a:r>
                <a14:m>
                  <m:oMath xmlns:m="http://schemas.openxmlformats.org/officeDocument/2006/math">
                    <m:r>
                      <a:rPr lang="en-US" i="1" dirty="0" smtClean="0"/>
                      <m:t>𝑛</m:t>
                    </m:r>
                  </m:oMath>
                </a14:m>
                <a:r>
                  <a:rPr lang="en-US" dirty="0"/>
                  <a:t> elements stored in the table.</a:t>
                </a:r>
              </a:p>
              <a:p>
                <a:pPr lvl="1">
                  <a:spcBef>
                    <a:spcPts val="600"/>
                  </a:spcBef>
                </a:pPr>
                <a:r>
                  <a:rPr lang="en-US" dirty="0"/>
                  <a:t>Let </a:t>
                </a:r>
                <a14:m>
                  <m:oMath xmlns:m="http://schemas.openxmlformats.org/officeDocument/2006/math">
                    <m:sSub>
                      <m:sSubPr>
                        <m:ctrlPr>
                          <a:rPr lang="en-US" b="0" i="1" dirty="0" smtClean="0"/>
                        </m:ctrlPr>
                      </m:sSubPr>
                      <m:e>
                        <m:r>
                          <a:rPr lang="en-US" i="1" dirty="0" smtClean="0"/>
                          <m:t>𝑥</m:t>
                        </m:r>
                      </m:e>
                      <m:sub>
                        <m:r>
                          <a:rPr lang="en-US" i="1" dirty="0" smtClean="0"/>
                          <m:t>𝑖</m:t>
                        </m:r>
                      </m:sub>
                    </m:sSub>
                  </m:oMath>
                </a14:m>
                <a:r>
                  <a:rPr lang="en-US" dirty="0"/>
                  <a:t> denote the </a:t>
                </a:r>
                <a14:m>
                  <m:oMath xmlns:m="http://schemas.openxmlformats.org/officeDocument/2006/math">
                    <m:r>
                      <a:rPr lang="en-US" i="1" dirty="0" smtClean="0"/>
                      <m:t>𝑖</m:t>
                    </m:r>
                  </m:oMath>
                </a14:m>
                <a:r>
                  <a:rPr lang="en-US" dirty="0"/>
                  <a:t> </a:t>
                </a:r>
                <a:r>
                  <a:rPr lang="en-US" dirty="0" err="1"/>
                  <a:t>th</a:t>
                </a:r>
                <a:r>
                  <a:rPr lang="en-US" dirty="0"/>
                  <a:t> element inserted into the table, for </a:t>
                </a:r>
                <a14:m>
                  <m:oMath xmlns:m="http://schemas.openxmlformats.org/officeDocument/2006/math">
                    <m:r>
                      <a:rPr lang="en-US" b="0" i="1" smtClean="0"/>
                      <m:t>𝑖</m:t>
                    </m:r>
                    <m:r>
                      <a:rPr lang="en-US" b="0" i="1" smtClean="0"/>
                      <m:t>=1, 2, …, </m:t>
                    </m:r>
                    <m:r>
                      <a:rPr lang="en-US" b="0" i="1" smtClean="0"/>
                      <m:t>𝑛</m:t>
                    </m:r>
                  </m:oMath>
                </a14:m>
                <a:r>
                  <a:rPr lang="en-US" dirty="0"/>
                  <a:t> , and let </a:t>
                </a:r>
                <a14:m>
                  <m:oMath xmlns:m="http://schemas.openxmlformats.org/officeDocument/2006/math">
                    <m:sSub>
                      <m:sSubPr>
                        <m:ctrlPr>
                          <a:rPr lang="en-US" b="0" i="1" smtClean="0"/>
                        </m:ctrlPr>
                      </m:sSubPr>
                      <m:e>
                        <m:r>
                          <a:rPr lang="en-US" b="0" i="1" smtClean="0"/>
                          <m:t>𝑘</m:t>
                        </m:r>
                      </m:e>
                      <m:sub>
                        <m:r>
                          <a:rPr lang="en-US" b="0" i="1" smtClean="0"/>
                          <m:t>𝑖</m:t>
                        </m:r>
                      </m:sub>
                    </m:sSub>
                    <m:r>
                      <a:rPr lang="en-US" b="0" i="1" smtClean="0"/>
                      <m:t>=</m:t>
                    </m:r>
                    <m:sSub>
                      <m:sSubPr>
                        <m:ctrlPr>
                          <a:rPr lang="en-US" b="0" i="1" smtClean="0"/>
                        </m:ctrlPr>
                      </m:sSubPr>
                      <m:e>
                        <m:r>
                          <a:rPr lang="en-US" b="0" i="1" smtClean="0"/>
                          <m:t>𝑥</m:t>
                        </m:r>
                      </m:e>
                      <m:sub>
                        <m:r>
                          <a:rPr lang="en-US" b="0" i="1" smtClean="0"/>
                          <m:t>𝑖</m:t>
                        </m:r>
                      </m:sub>
                    </m:sSub>
                    <m:r>
                      <a:rPr lang="en-US" b="0" i="1" smtClean="0"/>
                      <m:t>.</m:t>
                    </m:r>
                    <m:r>
                      <a:rPr lang="en-US" b="0" i="1" smtClean="0"/>
                      <m:t>𝑘𝑒𝑦</m:t>
                    </m:r>
                  </m:oMath>
                </a14:m>
                <a:r>
                  <a:rPr lang="en-US" dirty="0"/>
                  <a:t>.</a:t>
                </a:r>
              </a:p>
              <a:p>
                <a:pPr lvl="1">
                  <a:spcBef>
                    <a:spcPts val="600"/>
                  </a:spcBef>
                </a:pPr>
                <a14:m>
                  <m:oMath xmlns:m="http://schemas.openxmlformats.org/officeDocument/2006/math">
                    <m:sSub>
                      <m:sSubPr>
                        <m:ctrlPr>
                          <a:rPr lang="en-US" b="0" i="1" smtClean="0"/>
                        </m:ctrlPr>
                      </m:sSubPr>
                      <m:e>
                        <m:r>
                          <a:rPr lang="en-US" b="0" i="1" smtClean="0"/>
                          <m:t>𝑋</m:t>
                        </m:r>
                      </m:e>
                      <m:sub>
                        <m:r>
                          <a:rPr lang="en-US" b="0" i="1" smtClean="0"/>
                          <m:t>𝑖𝑗</m:t>
                        </m:r>
                      </m:sub>
                    </m:sSub>
                    <m:r>
                      <a:rPr lang="en-US" b="0" i="1" smtClean="0"/>
                      <m:t>=</m:t>
                    </m:r>
                    <m:r>
                      <a:rPr lang="en-US" b="0" i="1" smtClean="0"/>
                      <m:t>𝐼</m:t>
                    </m:r>
                    <m:d>
                      <m:dPr>
                        <m:begChr m:val="{"/>
                        <m:endChr m:val="}"/>
                        <m:ctrlPr>
                          <a:rPr lang="en-US" b="0" i="1" smtClean="0"/>
                        </m:ctrlPr>
                      </m:dPr>
                      <m:e>
                        <m:r>
                          <a:rPr lang="en-US" b="0" i="1" smtClean="0"/>
                          <m:t>h</m:t>
                        </m:r>
                        <m:d>
                          <m:dPr>
                            <m:ctrlPr>
                              <a:rPr lang="en-US" b="0" i="1" smtClean="0"/>
                            </m:ctrlPr>
                          </m:dPr>
                          <m:e>
                            <m:sSub>
                              <m:sSubPr>
                                <m:ctrlPr>
                                  <a:rPr lang="en-US" b="0" i="1" smtClean="0"/>
                                </m:ctrlPr>
                              </m:sSubPr>
                              <m:e>
                                <m:r>
                                  <a:rPr lang="en-US" b="0" i="1" smtClean="0"/>
                                  <m:t>𝑘</m:t>
                                </m:r>
                              </m:e>
                              <m:sub>
                                <m:r>
                                  <a:rPr lang="en-US" b="0" i="1" smtClean="0"/>
                                  <m:t>𝑖</m:t>
                                </m:r>
                              </m:sub>
                            </m:sSub>
                          </m:e>
                        </m:d>
                        <m:r>
                          <a:rPr lang="en-US" b="0" i="1" smtClean="0"/>
                          <m:t>=</m:t>
                        </m:r>
                        <m:r>
                          <a:rPr lang="en-US" b="0" i="1" smtClean="0"/>
                          <m:t>h</m:t>
                        </m:r>
                        <m:r>
                          <a:rPr lang="en-US" b="0" i="1" smtClean="0"/>
                          <m:t>(</m:t>
                        </m:r>
                        <m:sSub>
                          <m:sSubPr>
                            <m:ctrlPr>
                              <a:rPr lang="en-US" b="0" i="1" smtClean="0"/>
                            </m:ctrlPr>
                          </m:sSubPr>
                          <m:e>
                            <m:r>
                              <a:rPr lang="en-US" b="0" i="1" smtClean="0"/>
                              <m:t>𝑘</m:t>
                            </m:r>
                          </m:e>
                          <m:sub>
                            <m:r>
                              <a:rPr lang="en-US" b="0" i="1" smtClean="0"/>
                              <m:t>𝑗</m:t>
                            </m:r>
                          </m:sub>
                        </m:sSub>
                        <m:r>
                          <a:rPr lang="en-US" b="0" i="1" smtClean="0"/>
                          <m:t>)</m:t>
                        </m:r>
                      </m:e>
                    </m:d>
                  </m:oMath>
                </a14:m>
                <a:r>
                  <a:rPr lang="en-US" dirty="0"/>
                  <a:t>; </a:t>
                </a:r>
              </a:p>
              <a:p>
                <a:pPr lvl="1">
                  <a:spcBef>
                    <a:spcPts val="600"/>
                  </a:spcBef>
                </a:pPr>
                <a14:m>
                  <m:oMath xmlns:m="http://schemas.openxmlformats.org/officeDocument/2006/math">
                    <m:r>
                      <a:rPr lang="en-US" b="0" i="1" smtClean="0"/>
                      <m:t>𝑃𝑟</m:t>
                    </m:r>
                    <m:d>
                      <m:dPr>
                        <m:begChr m:val="{"/>
                        <m:endChr m:val="}"/>
                        <m:ctrlPr>
                          <a:rPr lang="en-US" i="1"/>
                        </m:ctrlPr>
                      </m:dPr>
                      <m:e>
                        <m:r>
                          <a:rPr lang="en-US" i="1"/>
                          <m:t>h</m:t>
                        </m:r>
                        <m:d>
                          <m:dPr>
                            <m:ctrlPr>
                              <a:rPr lang="en-US" i="1"/>
                            </m:ctrlPr>
                          </m:dPr>
                          <m:e>
                            <m:sSub>
                              <m:sSubPr>
                                <m:ctrlPr>
                                  <a:rPr lang="en-US" i="1"/>
                                </m:ctrlPr>
                              </m:sSubPr>
                              <m:e>
                                <m:r>
                                  <a:rPr lang="en-US" i="1"/>
                                  <m:t>𝑘</m:t>
                                </m:r>
                              </m:e>
                              <m:sub>
                                <m:r>
                                  <a:rPr lang="en-US" i="1"/>
                                  <m:t>𝑖</m:t>
                                </m:r>
                              </m:sub>
                            </m:sSub>
                          </m:e>
                        </m:d>
                        <m:r>
                          <a:rPr lang="en-US" i="1"/>
                          <m:t>=</m:t>
                        </m:r>
                        <m:r>
                          <a:rPr lang="en-US" i="1"/>
                          <m:t>h</m:t>
                        </m:r>
                        <m:r>
                          <a:rPr lang="en-US" i="1"/>
                          <m:t>(</m:t>
                        </m:r>
                        <m:sSub>
                          <m:sSubPr>
                            <m:ctrlPr>
                              <a:rPr lang="en-US" i="1"/>
                            </m:ctrlPr>
                          </m:sSubPr>
                          <m:e>
                            <m:r>
                              <a:rPr lang="en-US" i="1"/>
                              <m:t>𝑘</m:t>
                            </m:r>
                          </m:e>
                          <m:sub>
                            <m:r>
                              <a:rPr lang="en-US" i="1"/>
                              <m:t>𝑗</m:t>
                            </m:r>
                          </m:sub>
                        </m:sSub>
                        <m:r>
                          <a:rPr lang="en-US" i="1"/>
                          <m:t>)</m:t>
                        </m:r>
                      </m:e>
                    </m:d>
                    <m:r>
                      <a:rPr lang="en-US" b="0" i="1" smtClean="0"/>
                      <m:t>=1/</m:t>
                    </m:r>
                    <m:r>
                      <a:rPr lang="en-US" b="0" i="1" smtClean="0"/>
                      <m:t>𝑚</m:t>
                    </m:r>
                  </m:oMath>
                </a14:m>
                <a:r>
                  <a:rPr lang="en-US" dirty="0"/>
                  <a:t>;</a:t>
                </a:r>
              </a:p>
              <a:p>
                <a:pPr lvl="1">
                  <a:spcBef>
                    <a:spcPts val="600"/>
                  </a:spcBef>
                </a:pPr>
                <a:r>
                  <a:rPr lang="en-US" dirty="0"/>
                  <a:t> </a:t>
                </a:r>
                <a14:m>
                  <m:oMath xmlns:m="http://schemas.openxmlformats.org/officeDocument/2006/math">
                    <m:r>
                      <a:rPr lang="en-US" b="0" i="1" smtClean="0"/>
                      <m:t>𝐸</m:t>
                    </m:r>
                    <m:d>
                      <m:dPr>
                        <m:ctrlPr>
                          <a:rPr lang="en-US" b="0" i="1" smtClean="0"/>
                        </m:ctrlPr>
                      </m:dPr>
                      <m:e>
                        <m:sSub>
                          <m:sSubPr>
                            <m:ctrlPr>
                              <a:rPr lang="en-US" i="1"/>
                            </m:ctrlPr>
                          </m:sSubPr>
                          <m:e>
                            <m:r>
                              <a:rPr lang="en-US" i="1"/>
                              <m:t>𝑋</m:t>
                            </m:r>
                          </m:e>
                          <m:sub>
                            <m:r>
                              <a:rPr lang="en-US" i="1"/>
                              <m:t>𝑖𝑗</m:t>
                            </m:r>
                          </m:sub>
                        </m:sSub>
                      </m:e>
                    </m:d>
                    <m:r>
                      <a:rPr lang="en-US" b="0" i="1" smtClean="0"/>
                      <m:t>=1/</m:t>
                    </m:r>
                    <m:r>
                      <a:rPr lang="en-US" b="0" i="1" smtClean="0"/>
                      <m:t>𝑚</m:t>
                    </m:r>
                  </m:oMath>
                </a14:m>
                <a:endParaRPr lang="en-US" dirty="0"/>
              </a:p>
            </p:txBody>
          </p:sp>
        </mc:Choice>
        <mc:Fallback>
          <p:sp>
            <p:nvSpPr>
              <p:cNvPr id="3" name="Content Placeholder 2">
                <a:extLst>
                  <a:ext uri="{FF2B5EF4-FFF2-40B4-BE49-F238E27FC236}">
                    <a16:creationId xmlns:a16="http://schemas.microsoft.com/office/drawing/2014/main" id="{4DA844F3-0648-D679-0DDF-1A33C2CBA7D7}"/>
                  </a:ext>
                </a:extLst>
              </p:cNvPr>
              <p:cNvSpPr>
                <a:spLocks noGrp="1" noRot="1" noChangeAspect="1" noMove="1" noResize="1" noEditPoints="1" noAdjustHandles="1" noChangeArrowheads="1" noChangeShapeType="1" noTextEdit="1"/>
              </p:cNvSpPr>
              <p:nvPr>
                <p:ph idx="1"/>
              </p:nvPr>
            </p:nvSpPr>
            <p:spPr>
              <a:xfrm>
                <a:off x="838199" y="1825625"/>
                <a:ext cx="10760243" cy="4351338"/>
              </a:xfrm>
              <a:blipFill>
                <a:blip r:embed="rId3"/>
                <a:stretch>
                  <a:fillRect l="-963" t="-3081" r="-1416"/>
                </a:stretch>
              </a:blipFill>
            </p:spPr>
            <p:txBody>
              <a:bodyPr/>
              <a:lstStyle/>
              <a:p>
                <a:r>
                  <a:rPr lang="en-US">
                    <a:noFill/>
                  </a:rPr>
                  <a:t> </a:t>
                </a:r>
              </a:p>
            </p:txBody>
          </p:sp>
        </mc:Fallback>
      </mc:AlternateContent>
    </p:spTree>
    <p:extLst>
      <p:ext uri="{BB962C8B-B14F-4D97-AF65-F5344CB8AC3E}">
        <p14:creationId xmlns:p14="http://schemas.microsoft.com/office/powerpoint/2010/main" val="214628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D9029-63A9-9F16-40B7-0F7A4F003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9BF52-B518-BA6A-C6FA-653EC8020A16}"/>
              </a:ext>
            </a:extLst>
          </p:cNvPr>
          <p:cNvSpPr>
            <a:spLocks noGrp="1"/>
          </p:cNvSpPr>
          <p:nvPr>
            <p:ph type="title"/>
          </p:nvPr>
        </p:nvSpPr>
        <p:spPr/>
        <p:txBody>
          <a:bodyPr/>
          <a:lstStyle/>
          <a:p>
            <a:r>
              <a:rPr lang="en-US" dirty="0"/>
              <a:t>Analyzing Hashing with Chaining (5)</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CC57E4A-FD7F-29D5-074D-C04384828482}"/>
                  </a:ext>
                </a:extLst>
              </p:cNvPr>
              <p:cNvSpPr>
                <a:spLocks noGrp="1"/>
              </p:cNvSpPr>
              <p:nvPr>
                <p:ph idx="1"/>
              </p:nvPr>
            </p:nvSpPr>
            <p:spPr>
              <a:xfrm>
                <a:off x="838199" y="1825625"/>
                <a:ext cx="10760243" cy="4351338"/>
              </a:xfrm>
            </p:spPr>
            <p:txBody>
              <a:bodyPr>
                <a:normAutofit fontScale="92500" lnSpcReduction="20000"/>
              </a:bodyPr>
              <a:lstStyle/>
              <a:p>
                <a:pPr marL="0" indent="0" algn="just">
                  <a:spcBef>
                    <a:spcPts val="1200"/>
                  </a:spcBef>
                  <a:spcAft>
                    <a:spcPts val="1200"/>
                  </a:spcAf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sub>
                            <m:sup>
                              <m:r>
                                <a:rPr lang="en-US" b="0" i="1" smtClean="0">
                                  <a:latin typeface="Cambria Math" panose="02040503050406030204" pitchFamily="18" charset="0"/>
                                </a:rPr>
                                <m:t>𝑛</m:t>
                              </m:r>
                            </m:sup>
                            <m:e>
                              <m:d>
                                <m:dPr>
                                  <m:ctrlPr>
                                    <a:rPr lang="en-US" b="0" i="1" smtClean="0">
                                      <a:latin typeface="Cambria Math" panose="02040503050406030204" pitchFamily="18" charset="0"/>
                                    </a:rPr>
                                  </m:ctrlPr>
                                </m:dPr>
                                <m:e>
                                  <m:r>
                                    <a:rPr lang="en-US" b="0" i="1" smtClean="0">
                                      <a:latin typeface="Cambria Math" panose="02040503050406030204" pitchFamily="18" charset="0"/>
                                    </a:rPr>
                                    <m:t>1+</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𝑖𝑗</m:t>
                                          </m:r>
                                        </m:sub>
                                      </m:sSub>
                                    </m:e>
                                  </m:nary>
                                </m:e>
                              </m:d>
                            </m:e>
                          </m:nary>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sub>
                        <m:sup>
                          <m:r>
                            <a:rPr lang="en-US" i="1">
                              <a:latin typeface="Cambria Math" panose="02040503050406030204" pitchFamily="18" charset="0"/>
                            </a:rPr>
                            <m:t>𝑛</m:t>
                          </m:r>
                        </m:sup>
                        <m:e>
                          <m:d>
                            <m:dPr>
                              <m:ctrlPr>
                                <a:rPr lang="en-US" i="1">
                                  <a:latin typeface="Cambria Math" panose="02040503050406030204" pitchFamily="18" charset="0"/>
                                </a:rPr>
                              </m:ctrlPr>
                            </m:dPr>
                            <m:e>
                              <m:r>
                                <a:rPr lang="en-US" i="1">
                                  <a:latin typeface="Cambria Math" panose="02040503050406030204" pitchFamily="18" charset="0"/>
                                </a:rPr>
                                <m:t>1+</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𝐸</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𝑖𝑗</m:t>
                                          </m:r>
                                        </m:sub>
                                      </m:sSub>
                                    </m:e>
                                  </m:d>
                                </m:e>
                              </m:nary>
                            </m:e>
                          </m:d>
                        </m:e>
                      </m:nary>
                      <m:r>
                        <a:rPr lang="en-US" b="0" i="1" smtClean="0">
                          <a:latin typeface="Cambria Math" panose="02040503050406030204" pitchFamily="18" charset="0"/>
                        </a:rPr>
                        <m:t>=</m:t>
                      </m:r>
                    </m:oMath>
                  </m:oMathPara>
                </a14:m>
                <a:endParaRPr lang="en-US" b="0" dirty="0"/>
              </a:p>
              <a:p>
                <a:pPr marL="0" indent="0" algn="just">
                  <a:spcBef>
                    <a:spcPts val="1200"/>
                  </a:spcBef>
                  <a:spcAft>
                    <a:spcPts val="1200"/>
                  </a:spcAft>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sub>
                        <m:sup>
                          <m:r>
                            <a:rPr lang="en-US" i="1">
                              <a:latin typeface="Cambria Math" panose="02040503050406030204" pitchFamily="18" charset="0"/>
                            </a:rPr>
                            <m:t>𝑛</m:t>
                          </m:r>
                        </m:sup>
                        <m:e>
                          <m:d>
                            <m:dPr>
                              <m:ctrlPr>
                                <a:rPr lang="en-US" i="1">
                                  <a:latin typeface="Cambria Math" panose="02040503050406030204" pitchFamily="18" charset="0"/>
                                </a:rPr>
                              </m:ctrlPr>
                            </m:dPr>
                            <m:e>
                              <m:r>
                                <a:rPr lang="en-US" i="1">
                                  <a:latin typeface="Cambria Math" panose="02040503050406030204" pitchFamily="18" charset="0"/>
                                </a:rPr>
                                <m:t>1+</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𝑚</m:t>
                                      </m:r>
                                    </m:den>
                                  </m:f>
                                </m:e>
                              </m:nary>
                            </m:e>
                          </m:d>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𝑛</m:t>
                          </m:r>
                        </m:den>
                      </m:f>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sub>
                        <m:sup>
                          <m:r>
                            <a:rPr lang="en-US" i="1">
                              <a:latin typeface="Cambria Math" panose="02040503050406030204" pitchFamily="18" charset="0"/>
                            </a:rPr>
                            <m:t>𝑛</m:t>
                          </m:r>
                        </m:sup>
                        <m:e>
                          <m:d>
                            <m:dPr>
                              <m:ctrlPr>
                                <a:rPr lang="en-US" i="1">
                                  <a:latin typeface="Cambria Math" panose="02040503050406030204" pitchFamily="18" charset="0"/>
                                </a:rPr>
                              </m:ctrlPr>
                            </m:dPr>
                            <m:e>
                              <m:r>
                                <a:rPr lang="en-US" i="1">
                                  <a:latin typeface="Cambria Math" panose="02040503050406030204" pitchFamily="18" charset="0"/>
                                </a:rPr>
                                <m:t>1+</m:t>
                              </m:r>
                              <m:f>
                                <m:fPr>
                                  <m:ctrlPr>
                                    <a:rPr lang="en-US"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𝑖</m:t>
                                  </m:r>
                                </m:num>
                                <m:den>
                                  <m:r>
                                    <a:rPr lang="en-US" b="0" i="1" smtClean="0">
                                      <a:latin typeface="Cambria Math" panose="02040503050406030204" pitchFamily="18" charset="0"/>
                                    </a:rPr>
                                    <m:t>𝑚</m:t>
                                  </m:r>
                                </m:den>
                              </m:f>
                            </m:e>
                          </m:d>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𝑚</m:t>
                              </m:r>
                            </m:e>
                          </m:nary>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𝑛</m:t>
                              </m:r>
                            </m:e>
                          </m:nary>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r>
                                <a:rPr lang="en-US" b="0" i="1" smtClean="0">
                                  <a:latin typeface="Cambria Math" panose="02040503050406030204" pitchFamily="18" charset="0"/>
                                </a:rPr>
                                <m:t>𝑖</m:t>
                              </m:r>
                            </m:e>
                          </m:nary>
                        </m:num>
                        <m:den>
                          <m:r>
                            <a:rPr lang="en-US" b="0" i="1" smtClean="0">
                              <a:latin typeface="Cambria Math" panose="02040503050406030204" pitchFamily="18" charset="0"/>
                            </a:rPr>
                            <m:t>𝑛𝑚</m:t>
                          </m:r>
                        </m:den>
                      </m:f>
                    </m:oMath>
                  </m:oMathPara>
                </a14:m>
                <a:endParaRPr lang="en-US" b="0" dirty="0"/>
              </a:p>
              <a:p>
                <a:pPr marL="0" indent="0" algn="just">
                  <a:spcBef>
                    <a:spcPts val="1200"/>
                  </a:spcBef>
                  <a:spcAft>
                    <a:spcPts val="1200"/>
                  </a:spcAf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𝑛𝑚</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num>
                            <m:den>
                              <m:r>
                                <a:rPr lang="en-US" b="0" i="1" smtClean="0">
                                  <a:latin typeface="Cambria Math" panose="02040503050406030204" pitchFamily="18" charset="0"/>
                                </a:rPr>
                                <m:t>2</m:t>
                              </m:r>
                            </m:den>
                          </m:f>
                        </m:num>
                        <m:den>
                          <m:r>
                            <a:rPr lang="en-US" b="0" i="1" smtClean="0">
                              <a:latin typeface="Cambria Math" panose="02040503050406030204" pitchFamily="18" charset="0"/>
                            </a:rPr>
                            <m:t>𝑛𝑚</m:t>
                          </m:r>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rPr>
                            <m:t>2</m:t>
                          </m:r>
                          <m:r>
                            <a:rPr lang="en-US" b="0" i="1" smtClean="0">
                              <a:latin typeface="Cambria Math" panose="02040503050406030204" pitchFamily="18" charset="0"/>
                            </a:rPr>
                            <m:t>𝑛</m:t>
                          </m:r>
                        </m:den>
                      </m:f>
                    </m:oMath>
                  </m:oMathPara>
                </a14:m>
                <a:endParaRPr lang="en-US" b="0" dirty="0"/>
              </a:p>
              <a:p>
                <a:pPr marL="0" indent="0" algn="just">
                  <a:spcBef>
                    <a:spcPts val="1200"/>
                  </a:spcBef>
                  <a:spcAft>
                    <a:spcPts val="1200"/>
                  </a:spcAft>
                  <a:buNone/>
                </a:pPr>
                <a:r>
                  <a:rPr lang="en-US" dirty="0"/>
                  <a:t>Total time is: </a:t>
                </a:r>
                <a14:m>
                  <m:oMath xmlns:m="http://schemas.openxmlformats.org/officeDocument/2006/math">
                    <m:r>
                      <a:rPr lang="el-GR">
                        <a:latin typeface="Cambria Math" panose="02040503050406030204" pitchFamily="18" charset="0"/>
                      </a:rPr>
                      <m:t>𝛩</m:t>
                    </m:r>
                    <m:d>
                      <m:dPr>
                        <m:ctrlPr>
                          <a:rPr lang="en-US" i="1">
                            <a:latin typeface="Cambria Math" panose="02040503050406030204" pitchFamily="18" charset="0"/>
                          </a:rPr>
                        </m:ctrlPr>
                      </m:dPr>
                      <m:e>
                        <m:r>
                          <a:rPr lang="en-US">
                            <a:latin typeface="Cambria Math" panose="02040503050406030204" pitchFamily="18" charset="0"/>
                          </a:rPr>
                          <m:t>1+</m:t>
                        </m:r>
                        <m:r>
                          <a:rPr lang="en-US" i="1">
                            <a:latin typeface="Cambria Math" panose="02040503050406030204" pitchFamily="18" charset="0"/>
                            <a:ea typeface="Cambria Math" panose="02040503050406030204" pitchFamily="18" charset="0"/>
                          </a:rPr>
                          <m:t>𝛼</m:t>
                        </m:r>
                      </m:e>
                    </m:d>
                  </m:oMath>
                </a14:m>
                <a:endParaRPr lang="en-US" b="0" dirty="0"/>
              </a:p>
              <a:p>
                <a:pPr marL="0" indent="0" algn="just">
                  <a:spcBef>
                    <a:spcPts val="600"/>
                  </a:spcBef>
                  <a:buNone/>
                </a:pPr>
                <a:endParaRPr lang="en-US" dirty="0"/>
              </a:p>
            </p:txBody>
          </p:sp>
        </mc:Choice>
        <mc:Fallback>
          <p:sp>
            <p:nvSpPr>
              <p:cNvPr id="3" name="Content Placeholder 2">
                <a:extLst>
                  <a:ext uri="{FF2B5EF4-FFF2-40B4-BE49-F238E27FC236}">
                    <a16:creationId xmlns:a16="http://schemas.microsoft.com/office/drawing/2014/main" id="{5CC57E4A-FD7F-29D5-074D-C04384828482}"/>
                  </a:ext>
                </a:extLst>
              </p:cNvPr>
              <p:cNvSpPr>
                <a:spLocks noGrp="1" noRot="1" noChangeAspect="1" noMove="1" noResize="1" noEditPoints="1" noAdjustHandles="1" noChangeArrowheads="1" noChangeShapeType="1" noTextEdit="1"/>
              </p:cNvSpPr>
              <p:nvPr>
                <p:ph idx="1"/>
              </p:nvPr>
            </p:nvSpPr>
            <p:spPr>
              <a:xfrm>
                <a:off x="838199" y="1825625"/>
                <a:ext cx="10760243" cy="4351338"/>
              </a:xfrm>
              <a:blipFill>
                <a:blip r:embed="rId3"/>
                <a:stretch>
                  <a:fillRect l="-963" b="-420"/>
                </a:stretch>
              </a:blipFill>
            </p:spPr>
            <p:txBody>
              <a:bodyPr/>
              <a:lstStyle/>
              <a:p>
                <a:r>
                  <a:rPr lang="en-US">
                    <a:noFill/>
                  </a:rPr>
                  <a:t> </a:t>
                </a:r>
              </a:p>
            </p:txBody>
          </p:sp>
        </mc:Fallback>
      </mc:AlternateContent>
    </p:spTree>
    <p:extLst>
      <p:ext uri="{BB962C8B-B14F-4D97-AF65-F5344CB8AC3E}">
        <p14:creationId xmlns:p14="http://schemas.microsoft.com/office/powerpoint/2010/main" val="666659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B99D-1CA7-5C70-40BA-E7A20EB59D61}"/>
              </a:ext>
            </a:extLst>
          </p:cNvPr>
          <p:cNvSpPr>
            <a:spLocks noGrp="1"/>
          </p:cNvSpPr>
          <p:nvPr>
            <p:ph type="title"/>
          </p:nvPr>
        </p:nvSpPr>
        <p:spPr/>
        <p:txBody>
          <a:bodyPr/>
          <a:lstStyle/>
          <a:p>
            <a:r>
              <a:rPr lang="en-US" dirty="0"/>
              <a:t>Hash functions</a:t>
            </a:r>
          </a:p>
        </p:txBody>
      </p:sp>
      <p:sp>
        <p:nvSpPr>
          <p:cNvPr id="3" name="Content Placeholder 2">
            <a:extLst>
              <a:ext uri="{FF2B5EF4-FFF2-40B4-BE49-F238E27FC236}">
                <a16:creationId xmlns:a16="http://schemas.microsoft.com/office/drawing/2014/main" id="{3735C938-4CE2-4869-FAD0-16311E67A822}"/>
              </a:ext>
            </a:extLst>
          </p:cNvPr>
          <p:cNvSpPr>
            <a:spLocks noGrp="1"/>
          </p:cNvSpPr>
          <p:nvPr>
            <p:ph idx="1"/>
          </p:nvPr>
        </p:nvSpPr>
        <p:spPr/>
        <p:txBody>
          <a:bodyPr/>
          <a:lstStyle/>
          <a:p>
            <a:pPr algn="just">
              <a:spcBef>
                <a:spcPts val="1200"/>
              </a:spcBef>
            </a:pPr>
            <a:r>
              <a:rPr lang="en-US" sz="2800" b="0" i="0" u="none" strike="noStrike" baseline="0" dirty="0"/>
              <a:t>A good hash function satisfies (approximately) the assumption of simple uniform hashing.</a:t>
            </a:r>
          </a:p>
          <a:p>
            <a:pPr algn="just">
              <a:spcBef>
                <a:spcPts val="1200"/>
              </a:spcBef>
            </a:pPr>
            <a:r>
              <a:rPr lang="en-US" dirty="0"/>
              <a:t>Most hash functions assume that the universe of keys is the set of natural numbers.</a:t>
            </a:r>
          </a:p>
          <a:p>
            <a:pPr lvl="1" algn="just">
              <a:spcBef>
                <a:spcPts val="1200"/>
              </a:spcBef>
            </a:pPr>
            <a:r>
              <a:rPr lang="en-US" dirty="0"/>
              <a:t>if the keys are not natural numbers, we find a way to interpret them as natural numbers</a:t>
            </a:r>
          </a:p>
          <a:p>
            <a:pPr lvl="1" algn="just"/>
            <a:r>
              <a:rPr lang="en-US" dirty="0"/>
              <a:t>For example, a character string can be interpreted as an integer expressed in suitable radix notation.</a:t>
            </a:r>
          </a:p>
        </p:txBody>
      </p:sp>
    </p:spTree>
    <p:extLst>
      <p:ext uri="{BB962C8B-B14F-4D97-AF65-F5344CB8AC3E}">
        <p14:creationId xmlns:p14="http://schemas.microsoft.com/office/powerpoint/2010/main" val="4047703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EF381-19B2-5BEB-7719-424BF7942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27A09-4628-5637-F3BB-A0633C8DCC9F}"/>
              </a:ext>
            </a:extLst>
          </p:cNvPr>
          <p:cNvSpPr>
            <a:spLocks noGrp="1"/>
          </p:cNvSpPr>
          <p:nvPr>
            <p:ph type="title"/>
          </p:nvPr>
        </p:nvSpPr>
        <p:spPr/>
        <p:txBody>
          <a:bodyPr/>
          <a:lstStyle/>
          <a:p>
            <a:r>
              <a:rPr lang="en-US" dirty="0"/>
              <a:t>Hash functions: The Division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6F39044-16F2-1AC4-E7FE-C561FE2414C1}"/>
                  </a:ext>
                </a:extLst>
              </p:cNvPr>
              <p:cNvSpPr>
                <a:spLocks noGrp="1"/>
              </p:cNvSpPr>
              <p:nvPr>
                <p:ph idx="1"/>
              </p:nvPr>
            </p:nvSpPr>
            <p:spPr/>
            <p:txBody>
              <a:bodyPr/>
              <a:lstStyle/>
              <a:p>
                <a:pPr algn="just">
                  <a:spcBef>
                    <a:spcPts val="1200"/>
                  </a:spcBef>
                </a:pPr>
                <a:r>
                  <a:rPr lang="en-US" sz="2800" b="0" i="0" u="none" strike="noStrike" baseline="0" dirty="0"/>
                  <a:t>In the division method for creating hash functions, we map a key </a:t>
                </a:r>
                <a14:m>
                  <m:oMath xmlns:m="http://schemas.openxmlformats.org/officeDocument/2006/math">
                    <m:r>
                      <a:rPr lang="en-US" sz="2800" b="0" i="1" u="none" strike="noStrike" baseline="0" dirty="0" smtClean="0">
                        <a:latin typeface="Cambria Math" panose="02040503050406030204" pitchFamily="18" charset="0"/>
                      </a:rPr>
                      <m:t>𝑘</m:t>
                    </m:r>
                  </m:oMath>
                </a14:m>
                <a:r>
                  <a:rPr lang="en-US" sz="2800" b="0" i="0" u="none" strike="noStrike" baseline="0" dirty="0"/>
                  <a:t> into one of </a:t>
                </a:r>
                <a14:m>
                  <m:oMath xmlns:m="http://schemas.openxmlformats.org/officeDocument/2006/math">
                    <m:r>
                      <a:rPr lang="en-US" sz="2800" b="0" i="1" u="none" strike="noStrike" baseline="0" dirty="0" smtClean="0">
                        <a:latin typeface="Cambria Math" panose="02040503050406030204" pitchFamily="18" charset="0"/>
                      </a:rPr>
                      <m:t>𝑚</m:t>
                    </m:r>
                  </m:oMath>
                </a14:m>
                <a:r>
                  <a:rPr lang="en-US" sz="2800" b="0" i="0" u="none" strike="noStrike" baseline="0" dirty="0"/>
                  <a:t> slots by taking the remainder of </a:t>
                </a:r>
                <a14:m>
                  <m:oMath xmlns:m="http://schemas.openxmlformats.org/officeDocument/2006/math">
                    <m:r>
                      <a:rPr lang="en-US" sz="2800" b="0" i="1" u="none" strike="noStrike" baseline="0" dirty="0" smtClean="0">
                        <a:latin typeface="Cambria Math" panose="02040503050406030204" pitchFamily="18" charset="0"/>
                      </a:rPr>
                      <m:t>𝑘</m:t>
                    </m:r>
                  </m:oMath>
                </a14:m>
                <a:r>
                  <a:rPr lang="en-US" sz="2800" b="0" i="0" u="none" strike="noStrike" baseline="0" dirty="0"/>
                  <a:t> divided by </a:t>
                </a:r>
                <a14:m>
                  <m:oMath xmlns:m="http://schemas.openxmlformats.org/officeDocument/2006/math">
                    <m:r>
                      <a:rPr lang="en-US" sz="2800" b="0" i="1" u="none" strike="noStrike" baseline="0" dirty="0" smtClean="0">
                        <a:latin typeface="Cambria Math" panose="02040503050406030204" pitchFamily="18" charset="0"/>
                      </a:rPr>
                      <m:t>𝑚</m:t>
                    </m:r>
                  </m:oMath>
                </a14:m>
                <a:br>
                  <a:rPr lang="en-US" dirty="0"/>
                </a:br>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𝑚</m:t>
                    </m:r>
                  </m:oMath>
                </a14:m>
                <a:endParaRPr lang="en-US" dirty="0"/>
              </a:p>
              <a:p>
                <a:pPr algn="just">
                  <a:spcBef>
                    <a:spcPts val="1200"/>
                  </a:spcBef>
                </a:pPr>
                <a:r>
                  <a:rPr lang="en-US" dirty="0"/>
                  <a:t>Certain values of </a:t>
                </a:r>
                <a14:m>
                  <m:oMath xmlns:m="http://schemas.openxmlformats.org/officeDocument/2006/math">
                    <m:r>
                      <a:rPr lang="en-US" b="0" i="1" smtClean="0">
                        <a:latin typeface="Cambria Math" panose="02040503050406030204" pitchFamily="18" charset="0"/>
                      </a:rPr>
                      <m:t>𝑚</m:t>
                    </m:r>
                  </m:oMath>
                </a14:m>
                <a:r>
                  <a:rPr lang="en-US" dirty="0"/>
                  <a:t> are not good choices.</a:t>
                </a:r>
              </a:p>
              <a:p>
                <a:pPr lvl="1" algn="just">
                  <a:spcBef>
                    <a:spcPts val="1200"/>
                  </a:spcBef>
                </a:pPr>
                <a:r>
                  <a:rPr lang="en-US" dirty="0"/>
                  <a:t>m should not be a power of 2</a:t>
                </a:r>
              </a:p>
              <a:p>
                <a:pPr lvl="1" algn="just">
                  <a:spcBef>
                    <a:spcPts val="1200"/>
                  </a:spcBef>
                </a:pPr>
                <a:r>
                  <a:rPr lang="en-US" dirty="0"/>
                  <a:t>a prime not too close to an exact power of 2 is often a good choice</a:t>
                </a:r>
              </a:p>
            </p:txBody>
          </p:sp>
        </mc:Choice>
        <mc:Fallback>
          <p:sp>
            <p:nvSpPr>
              <p:cNvPr id="3" name="Content Placeholder 2">
                <a:extLst>
                  <a:ext uri="{FF2B5EF4-FFF2-40B4-BE49-F238E27FC236}">
                    <a16:creationId xmlns:a16="http://schemas.microsoft.com/office/drawing/2014/main" id="{46F39044-16F2-1AC4-E7FE-C561FE2414C1}"/>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725145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6C202-2D47-010B-7856-B4BA72D01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3D7AB-167E-55C1-4D40-8EC289CEE907}"/>
              </a:ext>
            </a:extLst>
          </p:cNvPr>
          <p:cNvSpPr>
            <a:spLocks noGrp="1"/>
          </p:cNvSpPr>
          <p:nvPr>
            <p:ph type="title"/>
          </p:nvPr>
        </p:nvSpPr>
        <p:spPr/>
        <p:txBody>
          <a:bodyPr/>
          <a:lstStyle/>
          <a:p>
            <a:r>
              <a:rPr lang="en-US" dirty="0"/>
              <a:t>Hash functions: The Multiplication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86C06FA-CBDD-11DE-25FB-8B002CD4829E}"/>
                  </a:ext>
                </a:extLst>
              </p:cNvPr>
              <p:cNvSpPr>
                <a:spLocks noGrp="1"/>
              </p:cNvSpPr>
              <p:nvPr>
                <p:ph idx="1"/>
              </p:nvPr>
            </p:nvSpPr>
            <p:spPr/>
            <p:txBody>
              <a:bodyPr/>
              <a:lstStyle/>
              <a:p>
                <a:pPr algn="just">
                  <a:spcBef>
                    <a:spcPts val="1200"/>
                  </a:spcBef>
                </a:pPr>
                <a:r>
                  <a:rPr lang="en-US" dirty="0"/>
                  <a:t>The multiplication method for creating hash functions operates in two steps.</a:t>
                </a:r>
              </a:p>
              <a:p>
                <a:pPr lvl="1" algn="just">
                  <a:spcBef>
                    <a:spcPts val="1200"/>
                  </a:spcBef>
                </a:pPr>
                <a:r>
                  <a:rPr lang="en-US" dirty="0"/>
                  <a:t>multiply the key </a:t>
                </a:r>
                <a14:m>
                  <m:oMath xmlns:m="http://schemas.openxmlformats.org/officeDocument/2006/math">
                    <m:r>
                      <a:rPr lang="en-US" i="1" dirty="0" smtClean="0">
                        <a:latin typeface="Cambria Math" panose="02040503050406030204" pitchFamily="18" charset="0"/>
                      </a:rPr>
                      <m:t>𝑘</m:t>
                    </m:r>
                  </m:oMath>
                </a14:m>
                <a:r>
                  <a:rPr lang="en-US" dirty="0"/>
                  <a:t> by a constant </a:t>
                </a:r>
                <a14:m>
                  <m:oMath xmlns:m="http://schemas.openxmlformats.org/officeDocument/2006/math">
                    <m:r>
                      <a:rPr lang="en-US" i="1" dirty="0" smtClean="0">
                        <a:latin typeface="Cambria Math" panose="02040503050406030204" pitchFamily="18" charset="0"/>
                      </a:rPr>
                      <m:t>𝐴</m:t>
                    </m:r>
                  </m:oMath>
                </a14:m>
                <a:r>
                  <a:rPr lang="en-US" dirty="0"/>
                  <a:t> in the range </a:t>
                </a:r>
                <a14:m>
                  <m:oMath xmlns:m="http://schemas.openxmlformats.org/officeDocument/2006/math">
                    <m:r>
                      <a:rPr lang="en-US" i="1" dirty="0" smtClean="0">
                        <a:latin typeface="Cambria Math" panose="02040503050406030204" pitchFamily="18" charset="0"/>
                      </a:rPr>
                      <m:t>0 &lt; </m:t>
                    </m:r>
                    <m:r>
                      <a:rPr lang="en-US" i="1" dirty="0" smtClean="0">
                        <a:latin typeface="Cambria Math" panose="02040503050406030204" pitchFamily="18" charset="0"/>
                      </a:rPr>
                      <m:t>𝐴</m:t>
                    </m:r>
                    <m:r>
                      <a:rPr lang="en-US" i="1" dirty="0" smtClean="0">
                        <a:latin typeface="Cambria Math" panose="02040503050406030204" pitchFamily="18" charset="0"/>
                      </a:rPr>
                      <m:t> &lt; 1 </m:t>
                    </m:r>
                  </m:oMath>
                </a14:m>
                <a:r>
                  <a:rPr lang="en-US" dirty="0"/>
                  <a:t>and extract the fractional part of </a:t>
                </a:r>
                <a14:m>
                  <m:oMath xmlns:m="http://schemas.openxmlformats.org/officeDocument/2006/math">
                    <m:r>
                      <a:rPr lang="en-US" i="1" dirty="0" smtClean="0">
                        <a:latin typeface="Cambria Math" panose="02040503050406030204" pitchFamily="18" charset="0"/>
                      </a:rPr>
                      <m:t>𝑘𝐴</m:t>
                    </m:r>
                  </m:oMath>
                </a14:m>
                <a:endParaRPr lang="en-US" dirty="0"/>
              </a:p>
              <a:p>
                <a:pPr lvl="1" algn="just">
                  <a:spcBef>
                    <a:spcPts val="1200"/>
                  </a:spcBef>
                </a:pPr>
                <a:r>
                  <a:rPr lang="en-US" dirty="0"/>
                  <a:t>multiply this value by </a:t>
                </a:r>
                <a14:m>
                  <m:oMath xmlns:m="http://schemas.openxmlformats.org/officeDocument/2006/math">
                    <m:r>
                      <a:rPr lang="en-US" i="1" dirty="0" smtClean="0">
                        <a:latin typeface="Cambria Math" panose="02040503050406030204" pitchFamily="18" charset="0"/>
                      </a:rPr>
                      <m:t>𝑚</m:t>
                    </m:r>
                  </m:oMath>
                </a14:m>
                <a:r>
                  <a:rPr lang="en-US" dirty="0"/>
                  <a:t> and take the floor of the result</a:t>
                </a:r>
              </a:p>
              <a:p>
                <a:pPr marL="457200" lvl="1" indent="0" algn="just">
                  <a:spcBef>
                    <a:spcPts val="1200"/>
                  </a:spcBef>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𝑘𝐴</m:t>
                          </m:r>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1)</m:t>
                          </m:r>
                        </m:e>
                      </m:d>
                    </m:oMath>
                  </m:oMathPara>
                </a14:m>
                <a:endParaRPr lang="en-US" dirty="0"/>
              </a:p>
            </p:txBody>
          </p:sp>
        </mc:Choice>
        <mc:Fallback>
          <p:sp>
            <p:nvSpPr>
              <p:cNvPr id="3" name="Content Placeholder 2">
                <a:extLst>
                  <a:ext uri="{FF2B5EF4-FFF2-40B4-BE49-F238E27FC236}">
                    <a16:creationId xmlns:a16="http://schemas.microsoft.com/office/drawing/2014/main" id="{786C06FA-CBDD-11DE-25FB-8B002CD4829E}"/>
                  </a:ext>
                </a:extLst>
              </p:cNvPr>
              <p:cNvSpPr>
                <a:spLocks noGrp="1" noRot="1" noChangeAspect="1" noMove="1" noResize="1" noEditPoints="1" noAdjustHandles="1" noChangeArrowheads="1" noChangeShapeType="1" noTextEdit="1"/>
              </p:cNvSpPr>
              <p:nvPr>
                <p:ph idx="1"/>
              </p:nvPr>
            </p:nvSpPr>
            <p:spPr>
              <a:blipFill>
                <a:blip r:embed="rId3"/>
                <a:stretch>
                  <a:fillRect l="-1043" t="-2241" r="-1159"/>
                </a:stretch>
              </a:blipFill>
            </p:spPr>
            <p:txBody>
              <a:bodyPr/>
              <a:lstStyle/>
              <a:p>
                <a:r>
                  <a:rPr lang="en-US">
                    <a:noFill/>
                  </a:rPr>
                  <a:t> </a:t>
                </a:r>
              </a:p>
            </p:txBody>
          </p:sp>
        </mc:Fallback>
      </mc:AlternateContent>
    </p:spTree>
    <p:extLst>
      <p:ext uri="{BB962C8B-B14F-4D97-AF65-F5344CB8AC3E}">
        <p14:creationId xmlns:p14="http://schemas.microsoft.com/office/powerpoint/2010/main" val="1656160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6">
            <a:extLst>
              <a:ext uri="{FF2B5EF4-FFF2-40B4-BE49-F238E27FC236}">
                <a16:creationId xmlns:a16="http://schemas.microsoft.com/office/drawing/2014/main" id="{4A447BDE-B655-E1BC-C47E-559BB019B62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Thank You</a:t>
            </a:r>
          </a:p>
        </p:txBody>
      </p:sp>
    </p:spTree>
    <p:extLst>
      <p:ext uri="{BB962C8B-B14F-4D97-AF65-F5344CB8AC3E}">
        <p14:creationId xmlns:p14="http://schemas.microsoft.com/office/powerpoint/2010/main" val="797197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4523dde-f9d1-4aa7-80a9-c0900420d3c3}"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31868</TotalTime>
  <Words>1451</Words>
  <Application>Microsoft Office PowerPoint</Application>
  <PresentationFormat>Widescreen</PresentationFormat>
  <Paragraphs>116</Paragraphs>
  <Slides>20</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Aptos</vt:lpstr>
      <vt:lpstr>Arial</vt:lpstr>
      <vt:lpstr>Calibri</vt:lpstr>
      <vt:lpstr>Calibri Light</vt:lpstr>
      <vt:lpstr>Cambria Math</vt:lpstr>
      <vt:lpstr>MT2MIT</vt:lpstr>
      <vt:lpstr>MT2SYT</vt:lpstr>
      <vt:lpstr>Times-BoldItalic</vt:lpstr>
      <vt:lpstr>Times-Italic</vt:lpstr>
      <vt:lpstr>Times-Roman</vt:lpstr>
      <vt:lpstr>Office Theme</vt:lpstr>
      <vt:lpstr>Introduction to Algorithms</vt:lpstr>
      <vt:lpstr>Course Overview</vt:lpstr>
      <vt:lpstr>Hash Tables</vt:lpstr>
      <vt:lpstr>Direct-Address Tables (1)</vt:lpstr>
      <vt:lpstr>Direct-Address Tables (2)</vt:lpstr>
      <vt:lpstr>Direct-Address Tables: Operations (3)</vt:lpstr>
      <vt:lpstr>Hash Tables (1)</vt:lpstr>
      <vt:lpstr>Hash Tables (2)</vt:lpstr>
      <vt:lpstr>Hash Tables: Collision</vt:lpstr>
      <vt:lpstr>Hash Tables with Chaining: Operations (1)</vt:lpstr>
      <vt:lpstr>Hash Tables with Chaining: Operations (2)</vt:lpstr>
      <vt:lpstr>Analyzing Hashing with Chaining (1)</vt:lpstr>
      <vt:lpstr>Analyzing Hashing with Chaining (2)</vt:lpstr>
      <vt:lpstr>Analyzing Hashing with Chaining (3)</vt:lpstr>
      <vt:lpstr>Analyzing Hashing with Chaining (4)</vt:lpstr>
      <vt:lpstr>Analyzing Hashing with Chaining (5)</vt:lpstr>
      <vt:lpstr>Hash functions</vt:lpstr>
      <vt:lpstr>Hash functions: The Division Method</vt:lpstr>
      <vt:lpstr>Hash functions: The Multiplication Method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Prazyan, Levon</dc:creator>
  <cp:lastModifiedBy>Prazyan, Levon</cp:lastModifiedBy>
  <cp:revision>6</cp:revision>
  <dcterms:created xsi:type="dcterms:W3CDTF">2024-06-18T05:26:31Z</dcterms:created>
  <dcterms:modified xsi:type="dcterms:W3CDTF">2025-03-27T22:29:49Z</dcterms:modified>
</cp:coreProperties>
</file>
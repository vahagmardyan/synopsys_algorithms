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4796" r:id="rId4"/>
    <p:sldId id="4795" r:id="rId5"/>
    <p:sldId id="4798" r:id="rId6"/>
    <p:sldId id="543" r:id="rId7"/>
    <p:sldId id="532" r:id="rId8"/>
    <p:sldId id="4799" r:id="rId9"/>
    <p:sldId id="4797" r:id="rId10"/>
    <p:sldId id="4793" r:id="rId11"/>
    <p:sldId id="479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480DA0-4967-4158-A749-8BE04975F62C}" v="8" dt="2025-09-01T19:14:19.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7879" autoAdjust="0"/>
  </p:normalViewPr>
  <p:slideViewPr>
    <p:cSldViewPr snapToGrid="0">
      <p:cViewPr varScale="1">
        <p:scale>
          <a:sx n="136" d="100"/>
          <a:sy n="136" d="100"/>
        </p:scale>
        <p:origin x="1110" y="120"/>
      </p:cViewPr>
      <p:guideLst/>
    </p:cSldViewPr>
  </p:slideViewPr>
  <p:outlineViewPr>
    <p:cViewPr>
      <p:scale>
        <a:sx n="33" d="100"/>
        <a:sy n="33" d="100"/>
      </p:scale>
      <p:origin x="0" y="-594"/>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zyan, Levon" userId="ed024b0e-4a1a-418a-8ca0-755e149680c9" providerId="ADAL" clId="{B7480DA0-4967-4158-A749-8BE04975F62C}"/>
    <pc:docChg chg="undo custSel modSld">
      <pc:chgData name="Prazyan, Levon" userId="ed024b0e-4a1a-418a-8ca0-755e149680c9" providerId="ADAL" clId="{B7480DA0-4967-4158-A749-8BE04975F62C}" dt="2025-09-01T19:37:34.869" v="183" actId="20577"/>
      <pc:docMkLst>
        <pc:docMk/>
      </pc:docMkLst>
      <pc:sldChg chg="modSp mod">
        <pc:chgData name="Prazyan, Levon" userId="ed024b0e-4a1a-418a-8ca0-755e149680c9" providerId="ADAL" clId="{B7480DA0-4967-4158-A749-8BE04975F62C}" dt="2025-09-01T07:29:43.077" v="128" actId="6549"/>
        <pc:sldMkLst>
          <pc:docMk/>
          <pc:sldMk cId="417041952" sldId="257"/>
        </pc:sldMkLst>
        <pc:spChg chg="mod">
          <ac:chgData name="Prazyan, Levon" userId="ed024b0e-4a1a-418a-8ca0-755e149680c9" providerId="ADAL" clId="{B7480DA0-4967-4158-A749-8BE04975F62C}" dt="2025-09-01T07:29:43.077" v="128" actId="6549"/>
          <ac:spMkLst>
            <pc:docMk/>
            <pc:sldMk cId="417041952" sldId="257"/>
            <ac:spMk id="3" creationId="{4BC1998C-E6BD-C71A-C3E7-04FF6D66E39F}"/>
          </ac:spMkLst>
        </pc:spChg>
      </pc:sldChg>
      <pc:sldChg chg="modSp mod">
        <pc:chgData name="Prazyan, Levon" userId="ed024b0e-4a1a-418a-8ca0-755e149680c9" providerId="ADAL" clId="{B7480DA0-4967-4158-A749-8BE04975F62C}" dt="2025-09-01T19:21:21.432" v="174" actId="6549"/>
        <pc:sldMkLst>
          <pc:docMk/>
          <pc:sldMk cId="0" sldId="532"/>
        </pc:sldMkLst>
        <pc:spChg chg="mod">
          <ac:chgData name="Prazyan, Levon" userId="ed024b0e-4a1a-418a-8ca0-755e149680c9" providerId="ADAL" clId="{B7480DA0-4967-4158-A749-8BE04975F62C}" dt="2025-09-01T19:21:21.432" v="174" actId="6549"/>
          <ac:spMkLst>
            <pc:docMk/>
            <pc:sldMk cId="0" sldId="532"/>
            <ac:spMk id="9227" creationId="{381568BA-C2E2-4DC3-A44C-13B175D83301}"/>
          </ac:spMkLst>
        </pc:spChg>
      </pc:sldChg>
      <pc:sldChg chg="modNotesTx">
        <pc:chgData name="Prazyan, Levon" userId="ed024b0e-4a1a-418a-8ca0-755e149680c9" providerId="ADAL" clId="{B7480DA0-4967-4158-A749-8BE04975F62C}" dt="2025-09-01T19:37:34.869" v="183" actId="20577"/>
        <pc:sldMkLst>
          <pc:docMk/>
          <pc:sldMk cId="3697462185" sldId="4793"/>
        </pc:sldMkLst>
      </pc:sldChg>
      <pc:sldChg chg="modNotesTx">
        <pc:chgData name="Prazyan, Levon" userId="ed024b0e-4a1a-418a-8ca0-755e149680c9" providerId="ADAL" clId="{B7480DA0-4967-4158-A749-8BE04975F62C}" dt="2025-09-01T19:11:02.844" v="143" actId="20577"/>
        <pc:sldMkLst>
          <pc:docMk/>
          <pc:sldMk cId="3773064923" sldId="4795"/>
        </pc:sldMkLst>
      </pc:sldChg>
      <pc:sldChg chg="modSp mod">
        <pc:chgData name="Prazyan, Levon" userId="ed024b0e-4a1a-418a-8ca0-755e149680c9" providerId="ADAL" clId="{B7480DA0-4967-4158-A749-8BE04975F62C}" dt="2025-09-01T19:03:40.349" v="141" actId="20577"/>
        <pc:sldMkLst>
          <pc:docMk/>
          <pc:sldMk cId="306605909" sldId="4796"/>
        </pc:sldMkLst>
        <pc:spChg chg="mod">
          <ac:chgData name="Prazyan, Levon" userId="ed024b0e-4a1a-418a-8ca0-755e149680c9" providerId="ADAL" clId="{B7480DA0-4967-4158-A749-8BE04975F62C}" dt="2025-09-01T19:03:40.349" v="141" actId="20577"/>
          <ac:spMkLst>
            <pc:docMk/>
            <pc:sldMk cId="306605909" sldId="4796"/>
            <ac:spMk id="3" creationId="{A69CD578-FD22-1684-8044-DDAFA312CC39}"/>
          </ac:spMkLst>
        </pc:spChg>
      </pc:sldChg>
      <pc:sldChg chg="modNotesTx">
        <pc:chgData name="Prazyan, Levon" userId="ed024b0e-4a1a-418a-8ca0-755e149680c9" providerId="ADAL" clId="{B7480DA0-4967-4158-A749-8BE04975F62C}" dt="2025-09-01T19:14:32.183" v="171" actId="20577"/>
        <pc:sldMkLst>
          <pc:docMk/>
          <pc:sldMk cId="680977312" sldId="479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5BE3D2-DBAF-4B88-8444-75E46AC2B577}"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US"/>
        </a:p>
      </dgm:t>
    </dgm:pt>
    <dgm:pt modelId="{E0E6914A-3E68-4D6F-8446-551AE4702348}">
      <dgm:prSet phldrT="[Text]" custT="1"/>
      <dgm:spPr/>
      <dgm:t>
        <a:bodyPr/>
        <a:lstStyle/>
        <a:p>
          <a:r>
            <a:rPr lang="en-US" sz="1400" baseline="0" dirty="0"/>
            <a:t>Undecidable</a:t>
          </a:r>
        </a:p>
      </dgm:t>
    </dgm:pt>
    <dgm:pt modelId="{3CEB21F3-C95F-4A26-B18D-2FAE725F6748}" type="parTrans" cxnId="{63C3956F-624E-4091-AC3F-0C236DA19C7C}">
      <dgm:prSet/>
      <dgm:spPr/>
      <dgm:t>
        <a:bodyPr/>
        <a:lstStyle/>
        <a:p>
          <a:endParaRPr lang="en-US"/>
        </a:p>
      </dgm:t>
    </dgm:pt>
    <dgm:pt modelId="{861952BC-248E-4C8B-9F5F-5B4C9A5042D3}" type="sibTrans" cxnId="{63C3956F-624E-4091-AC3F-0C236DA19C7C}">
      <dgm:prSet/>
      <dgm:spPr/>
      <dgm:t>
        <a:bodyPr/>
        <a:lstStyle/>
        <a:p>
          <a:endParaRPr lang="en-US"/>
        </a:p>
      </dgm:t>
    </dgm:pt>
    <dgm:pt modelId="{6251517F-169C-4023-BB2B-069DC3445992}">
      <dgm:prSet phldrT="[Text]" custT="1"/>
      <dgm:spPr/>
      <dgm:t>
        <a:bodyPr/>
        <a:lstStyle/>
        <a:p>
          <a:r>
            <a:rPr lang="en-US" sz="1400" baseline="0" dirty="0"/>
            <a:t>TM</a:t>
          </a:r>
        </a:p>
      </dgm:t>
    </dgm:pt>
    <dgm:pt modelId="{A46D83E1-F7BE-4FB7-8643-516790BF8FB2}" type="parTrans" cxnId="{AB5A56D4-0880-46B7-ABFF-7A5CED025BDC}">
      <dgm:prSet/>
      <dgm:spPr/>
      <dgm:t>
        <a:bodyPr/>
        <a:lstStyle/>
        <a:p>
          <a:endParaRPr lang="en-US"/>
        </a:p>
      </dgm:t>
    </dgm:pt>
    <dgm:pt modelId="{07D2EC8F-EB5C-4767-B0B3-3D3644FA3CE0}" type="sibTrans" cxnId="{AB5A56D4-0880-46B7-ABFF-7A5CED025BDC}">
      <dgm:prSet/>
      <dgm:spPr/>
      <dgm:t>
        <a:bodyPr/>
        <a:lstStyle/>
        <a:p>
          <a:endParaRPr lang="en-US"/>
        </a:p>
      </dgm:t>
    </dgm:pt>
    <dgm:pt modelId="{61AF0ACA-F29B-46E2-AAAA-00AC40BB6CF2}">
      <dgm:prSet phldrT="[Text]" custT="1"/>
      <dgm:spPr/>
      <dgm:t>
        <a:bodyPr/>
        <a:lstStyle/>
        <a:p>
          <a:r>
            <a:rPr lang="en-US" sz="1400" baseline="0" dirty="0"/>
            <a:t>CFL</a:t>
          </a:r>
        </a:p>
      </dgm:t>
    </dgm:pt>
    <dgm:pt modelId="{2FD40C81-B34B-44AC-958A-C8C83354948A}" type="parTrans" cxnId="{B713617A-DDE8-46A1-B124-B3F6B61E8444}">
      <dgm:prSet/>
      <dgm:spPr/>
      <dgm:t>
        <a:bodyPr/>
        <a:lstStyle/>
        <a:p>
          <a:endParaRPr lang="en-US"/>
        </a:p>
      </dgm:t>
    </dgm:pt>
    <dgm:pt modelId="{6062EB59-0DC3-465F-859E-DE0A7063FE0B}" type="sibTrans" cxnId="{B713617A-DDE8-46A1-B124-B3F6B61E8444}">
      <dgm:prSet/>
      <dgm:spPr/>
      <dgm:t>
        <a:bodyPr/>
        <a:lstStyle/>
        <a:p>
          <a:endParaRPr lang="en-US"/>
        </a:p>
      </dgm:t>
    </dgm:pt>
    <dgm:pt modelId="{0D18C021-81F7-476D-8A77-862914A74B6B}">
      <dgm:prSet phldrT="[Text]" custT="1"/>
      <dgm:spPr/>
      <dgm:t>
        <a:bodyPr/>
        <a:lstStyle/>
        <a:p>
          <a:r>
            <a:rPr lang="en-US" sz="1400" baseline="0" dirty="0"/>
            <a:t>FSM</a:t>
          </a:r>
        </a:p>
      </dgm:t>
    </dgm:pt>
    <dgm:pt modelId="{C9DAC588-4D95-4EED-837E-40DB2B13963A}" type="parTrans" cxnId="{60F8620B-D7F9-4E8B-A559-8E68AF2247EA}">
      <dgm:prSet/>
      <dgm:spPr/>
      <dgm:t>
        <a:bodyPr/>
        <a:lstStyle/>
        <a:p>
          <a:endParaRPr lang="en-US"/>
        </a:p>
      </dgm:t>
    </dgm:pt>
    <dgm:pt modelId="{B44E0121-CD4A-495B-AFC8-F1F4A58F27F9}" type="sibTrans" cxnId="{60F8620B-D7F9-4E8B-A559-8E68AF2247EA}">
      <dgm:prSet/>
      <dgm:spPr/>
      <dgm:t>
        <a:bodyPr/>
        <a:lstStyle/>
        <a:p>
          <a:endParaRPr lang="en-US"/>
        </a:p>
      </dgm:t>
    </dgm:pt>
    <dgm:pt modelId="{DA590B29-761D-4786-BAA7-84927CA1902D}" type="pres">
      <dgm:prSet presAssocID="{645BE3D2-DBAF-4B88-8444-75E46AC2B577}" presName="Name0" presStyleCnt="0">
        <dgm:presLayoutVars>
          <dgm:chMax val="7"/>
          <dgm:resizeHandles val="exact"/>
        </dgm:presLayoutVars>
      </dgm:prSet>
      <dgm:spPr/>
    </dgm:pt>
    <dgm:pt modelId="{EABE46AA-6DC4-495C-A334-1738E05DB016}" type="pres">
      <dgm:prSet presAssocID="{645BE3D2-DBAF-4B88-8444-75E46AC2B577}" presName="comp1" presStyleCnt="0"/>
      <dgm:spPr/>
    </dgm:pt>
    <dgm:pt modelId="{7BBF92B7-1F66-482C-8157-8741D83B6337}" type="pres">
      <dgm:prSet presAssocID="{645BE3D2-DBAF-4B88-8444-75E46AC2B577}" presName="circle1" presStyleLbl="node1" presStyleIdx="0" presStyleCnt="4"/>
      <dgm:spPr/>
    </dgm:pt>
    <dgm:pt modelId="{615D9AC6-F061-46CB-9E31-741F08D72721}" type="pres">
      <dgm:prSet presAssocID="{645BE3D2-DBAF-4B88-8444-75E46AC2B577}" presName="c1text" presStyleLbl="node1" presStyleIdx="0" presStyleCnt="4">
        <dgm:presLayoutVars>
          <dgm:bulletEnabled val="1"/>
        </dgm:presLayoutVars>
      </dgm:prSet>
      <dgm:spPr/>
    </dgm:pt>
    <dgm:pt modelId="{670C40CE-13AD-488D-8F7E-AD6D5CB5DB2A}" type="pres">
      <dgm:prSet presAssocID="{645BE3D2-DBAF-4B88-8444-75E46AC2B577}" presName="comp2" presStyleCnt="0"/>
      <dgm:spPr/>
    </dgm:pt>
    <dgm:pt modelId="{23D1AFFE-69AF-4AFB-8C15-97B1724F726D}" type="pres">
      <dgm:prSet presAssocID="{645BE3D2-DBAF-4B88-8444-75E46AC2B577}" presName="circle2" presStyleLbl="node1" presStyleIdx="1" presStyleCnt="4"/>
      <dgm:spPr/>
    </dgm:pt>
    <dgm:pt modelId="{AE412B8A-A6BA-4ACA-8AA7-46C57B8388B3}" type="pres">
      <dgm:prSet presAssocID="{645BE3D2-DBAF-4B88-8444-75E46AC2B577}" presName="c2text" presStyleLbl="node1" presStyleIdx="1" presStyleCnt="4">
        <dgm:presLayoutVars>
          <dgm:bulletEnabled val="1"/>
        </dgm:presLayoutVars>
      </dgm:prSet>
      <dgm:spPr/>
    </dgm:pt>
    <dgm:pt modelId="{0591BBB6-DA6F-4FF9-80C5-C9E09ADC7C38}" type="pres">
      <dgm:prSet presAssocID="{645BE3D2-DBAF-4B88-8444-75E46AC2B577}" presName="comp3" presStyleCnt="0"/>
      <dgm:spPr/>
    </dgm:pt>
    <dgm:pt modelId="{B3355DCA-981E-4C54-BCD8-7AB91C228310}" type="pres">
      <dgm:prSet presAssocID="{645BE3D2-DBAF-4B88-8444-75E46AC2B577}" presName="circle3" presStyleLbl="node1" presStyleIdx="2" presStyleCnt="4"/>
      <dgm:spPr/>
    </dgm:pt>
    <dgm:pt modelId="{41DF45D5-F1C2-4E72-AB74-F83818E5205D}" type="pres">
      <dgm:prSet presAssocID="{645BE3D2-DBAF-4B88-8444-75E46AC2B577}" presName="c3text" presStyleLbl="node1" presStyleIdx="2" presStyleCnt="4">
        <dgm:presLayoutVars>
          <dgm:bulletEnabled val="1"/>
        </dgm:presLayoutVars>
      </dgm:prSet>
      <dgm:spPr/>
    </dgm:pt>
    <dgm:pt modelId="{E93B3DD9-81EE-4E58-907B-49D3072B18BE}" type="pres">
      <dgm:prSet presAssocID="{645BE3D2-DBAF-4B88-8444-75E46AC2B577}" presName="comp4" presStyleCnt="0"/>
      <dgm:spPr/>
    </dgm:pt>
    <dgm:pt modelId="{7C86617D-82E9-4E5C-9CE6-6750738896C5}" type="pres">
      <dgm:prSet presAssocID="{645BE3D2-DBAF-4B88-8444-75E46AC2B577}" presName="circle4" presStyleLbl="node1" presStyleIdx="3" presStyleCnt="4"/>
      <dgm:spPr/>
    </dgm:pt>
    <dgm:pt modelId="{E80B3295-52D1-4F35-81D8-784E64B4E8DE}" type="pres">
      <dgm:prSet presAssocID="{645BE3D2-DBAF-4B88-8444-75E46AC2B577}" presName="c4text" presStyleLbl="node1" presStyleIdx="3" presStyleCnt="4">
        <dgm:presLayoutVars>
          <dgm:bulletEnabled val="1"/>
        </dgm:presLayoutVars>
      </dgm:prSet>
      <dgm:spPr/>
    </dgm:pt>
  </dgm:ptLst>
  <dgm:cxnLst>
    <dgm:cxn modelId="{60F8620B-D7F9-4E8B-A559-8E68AF2247EA}" srcId="{645BE3D2-DBAF-4B88-8444-75E46AC2B577}" destId="{0D18C021-81F7-476D-8A77-862914A74B6B}" srcOrd="3" destOrd="0" parTransId="{C9DAC588-4D95-4EED-837E-40DB2B13963A}" sibTransId="{B44E0121-CD4A-495B-AFC8-F1F4A58F27F9}"/>
    <dgm:cxn modelId="{6DBD630B-A312-42AF-A8C1-07073606B1E0}" type="presOf" srcId="{6251517F-169C-4023-BB2B-069DC3445992}" destId="{AE412B8A-A6BA-4ACA-8AA7-46C57B8388B3}" srcOrd="1" destOrd="0" presId="urn:microsoft.com/office/officeart/2005/8/layout/venn2"/>
    <dgm:cxn modelId="{5F5BC019-AC4E-42C9-B826-C896AFD0F0D1}" type="presOf" srcId="{E0E6914A-3E68-4D6F-8446-551AE4702348}" destId="{7BBF92B7-1F66-482C-8157-8741D83B6337}" srcOrd="0" destOrd="0" presId="urn:microsoft.com/office/officeart/2005/8/layout/venn2"/>
    <dgm:cxn modelId="{13752A2F-B8F1-42C6-9A0E-488D5B9E55F9}" type="presOf" srcId="{6251517F-169C-4023-BB2B-069DC3445992}" destId="{23D1AFFE-69AF-4AFB-8C15-97B1724F726D}" srcOrd="0" destOrd="0" presId="urn:microsoft.com/office/officeart/2005/8/layout/venn2"/>
    <dgm:cxn modelId="{A892CF60-74D5-4DA0-91A9-D54966B66660}" type="presOf" srcId="{61AF0ACA-F29B-46E2-AAAA-00AC40BB6CF2}" destId="{B3355DCA-981E-4C54-BCD8-7AB91C228310}" srcOrd="0" destOrd="0" presId="urn:microsoft.com/office/officeart/2005/8/layout/venn2"/>
    <dgm:cxn modelId="{DD35216D-915F-415B-B7DE-0FDB838FED05}" type="presOf" srcId="{0D18C021-81F7-476D-8A77-862914A74B6B}" destId="{7C86617D-82E9-4E5C-9CE6-6750738896C5}" srcOrd="0" destOrd="0" presId="urn:microsoft.com/office/officeart/2005/8/layout/venn2"/>
    <dgm:cxn modelId="{63C3956F-624E-4091-AC3F-0C236DA19C7C}" srcId="{645BE3D2-DBAF-4B88-8444-75E46AC2B577}" destId="{E0E6914A-3E68-4D6F-8446-551AE4702348}" srcOrd="0" destOrd="0" parTransId="{3CEB21F3-C95F-4A26-B18D-2FAE725F6748}" sibTransId="{861952BC-248E-4C8B-9F5F-5B4C9A5042D3}"/>
    <dgm:cxn modelId="{B713617A-DDE8-46A1-B124-B3F6B61E8444}" srcId="{645BE3D2-DBAF-4B88-8444-75E46AC2B577}" destId="{61AF0ACA-F29B-46E2-AAAA-00AC40BB6CF2}" srcOrd="2" destOrd="0" parTransId="{2FD40C81-B34B-44AC-958A-C8C83354948A}" sibTransId="{6062EB59-0DC3-465F-859E-DE0A7063FE0B}"/>
    <dgm:cxn modelId="{A0F3E68E-1F4F-4901-9085-535034616085}" type="presOf" srcId="{645BE3D2-DBAF-4B88-8444-75E46AC2B577}" destId="{DA590B29-761D-4786-BAA7-84927CA1902D}" srcOrd="0" destOrd="0" presId="urn:microsoft.com/office/officeart/2005/8/layout/venn2"/>
    <dgm:cxn modelId="{E4342691-4402-48FA-8197-ED7FE57AFB1E}" type="presOf" srcId="{E0E6914A-3E68-4D6F-8446-551AE4702348}" destId="{615D9AC6-F061-46CB-9E31-741F08D72721}" srcOrd="1" destOrd="0" presId="urn:microsoft.com/office/officeart/2005/8/layout/venn2"/>
    <dgm:cxn modelId="{157436BF-780E-4655-B035-9727AF9EEF1D}" type="presOf" srcId="{0D18C021-81F7-476D-8A77-862914A74B6B}" destId="{E80B3295-52D1-4F35-81D8-784E64B4E8DE}" srcOrd="1" destOrd="0" presId="urn:microsoft.com/office/officeart/2005/8/layout/venn2"/>
    <dgm:cxn modelId="{CB9252D1-D3AA-44BD-92B9-1828F4A51799}" type="presOf" srcId="{61AF0ACA-F29B-46E2-AAAA-00AC40BB6CF2}" destId="{41DF45D5-F1C2-4E72-AB74-F83818E5205D}" srcOrd="1" destOrd="0" presId="urn:microsoft.com/office/officeart/2005/8/layout/venn2"/>
    <dgm:cxn modelId="{AB5A56D4-0880-46B7-ABFF-7A5CED025BDC}" srcId="{645BE3D2-DBAF-4B88-8444-75E46AC2B577}" destId="{6251517F-169C-4023-BB2B-069DC3445992}" srcOrd="1" destOrd="0" parTransId="{A46D83E1-F7BE-4FB7-8643-516790BF8FB2}" sibTransId="{07D2EC8F-EB5C-4767-B0B3-3D3644FA3CE0}"/>
    <dgm:cxn modelId="{9F2B791D-4270-438F-B2E5-0A74FC115DD3}" type="presParOf" srcId="{DA590B29-761D-4786-BAA7-84927CA1902D}" destId="{EABE46AA-6DC4-495C-A334-1738E05DB016}" srcOrd="0" destOrd="0" presId="urn:microsoft.com/office/officeart/2005/8/layout/venn2"/>
    <dgm:cxn modelId="{A784DB71-D39D-469E-A591-09A2B2104AC4}" type="presParOf" srcId="{EABE46AA-6DC4-495C-A334-1738E05DB016}" destId="{7BBF92B7-1F66-482C-8157-8741D83B6337}" srcOrd="0" destOrd="0" presId="urn:microsoft.com/office/officeart/2005/8/layout/venn2"/>
    <dgm:cxn modelId="{3CB76078-55B3-4E23-B594-B18D89711680}" type="presParOf" srcId="{EABE46AA-6DC4-495C-A334-1738E05DB016}" destId="{615D9AC6-F061-46CB-9E31-741F08D72721}" srcOrd="1" destOrd="0" presId="urn:microsoft.com/office/officeart/2005/8/layout/venn2"/>
    <dgm:cxn modelId="{FD08A7CF-2D31-464A-80F6-CEEFD0CED3EC}" type="presParOf" srcId="{DA590B29-761D-4786-BAA7-84927CA1902D}" destId="{670C40CE-13AD-488D-8F7E-AD6D5CB5DB2A}" srcOrd="1" destOrd="0" presId="urn:microsoft.com/office/officeart/2005/8/layout/venn2"/>
    <dgm:cxn modelId="{FC0FEA0A-411D-457C-922C-F34E5EE55D87}" type="presParOf" srcId="{670C40CE-13AD-488D-8F7E-AD6D5CB5DB2A}" destId="{23D1AFFE-69AF-4AFB-8C15-97B1724F726D}" srcOrd="0" destOrd="0" presId="urn:microsoft.com/office/officeart/2005/8/layout/venn2"/>
    <dgm:cxn modelId="{38DE27D1-1C94-455A-AF2B-9367A5A7DA11}" type="presParOf" srcId="{670C40CE-13AD-488D-8F7E-AD6D5CB5DB2A}" destId="{AE412B8A-A6BA-4ACA-8AA7-46C57B8388B3}" srcOrd="1" destOrd="0" presId="urn:microsoft.com/office/officeart/2005/8/layout/venn2"/>
    <dgm:cxn modelId="{23026C29-58B7-445C-81CC-3FCC2A01E154}" type="presParOf" srcId="{DA590B29-761D-4786-BAA7-84927CA1902D}" destId="{0591BBB6-DA6F-4FF9-80C5-C9E09ADC7C38}" srcOrd="2" destOrd="0" presId="urn:microsoft.com/office/officeart/2005/8/layout/venn2"/>
    <dgm:cxn modelId="{75C3F76A-103A-4C3E-9F92-1C29B86385B2}" type="presParOf" srcId="{0591BBB6-DA6F-4FF9-80C5-C9E09ADC7C38}" destId="{B3355DCA-981E-4C54-BCD8-7AB91C228310}" srcOrd="0" destOrd="0" presId="urn:microsoft.com/office/officeart/2005/8/layout/venn2"/>
    <dgm:cxn modelId="{2A6FD8D6-B97C-42F1-9894-7B1A00FEDD3C}" type="presParOf" srcId="{0591BBB6-DA6F-4FF9-80C5-C9E09ADC7C38}" destId="{41DF45D5-F1C2-4E72-AB74-F83818E5205D}" srcOrd="1" destOrd="0" presId="urn:microsoft.com/office/officeart/2005/8/layout/venn2"/>
    <dgm:cxn modelId="{DF1E746E-A34D-47D8-AB63-10C3AD32A68C}" type="presParOf" srcId="{DA590B29-761D-4786-BAA7-84927CA1902D}" destId="{E93B3DD9-81EE-4E58-907B-49D3072B18BE}" srcOrd="3" destOrd="0" presId="urn:microsoft.com/office/officeart/2005/8/layout/venn2"/>
    <dgm:cxn modelId="{B8CC5501-DF95-493C-A019-8BCA4C5124F4}" type="presParOf" srcId="{E93B3DD9-81EE-4E58-907B-49D3072B18BE}" destId="{7C86617D-82E9-4E5C-9CE6-6750738896C5}" srcOrd="0" destOrd="0" presId="urn:microsoft.com/office/officeart/2005/8/layout/venn2"/>
    <dgm:cxn modelId="{7B6A3378-B5D1-4EF8-9B4E-5FA607B5A54B}" type="presParOf" srcId="{E93B3DD9-81EE-4E58-907B-49D3072B18BE}" destId="{E80B3295-52D1-4F35-81D8-784E64B4E8DE}" srcOrd="1" destOrd="0" presId="urn:microsoft.com/office/officeart/2005/8/layout/ven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BF92B7-1F66-482C-8157-8741D83B6337}">
      <dsp:nvSpPr>
        <dsp:cNvPr id="0" name=""/>
        <dsp:cNvSpPr/>
      </dsp:nvSpPr>
      <dsp:spPr>
        <a:xfrm>
          <a:off x="415130" y="0"/>
          <a:ext cx="4351338" cy="435133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baseline="0" dirty="0"/>
            <a:t>Undecidable</a:t>
          </a:r>
        </a:p>
      </dsp:txBody>
      <dsp:txXfrm>
        <a:off x="1982482" y="217566"/>
        <a:ext cx="1216634" cy="652700"/>
      </dsp:txXfrm>
    </dsp:sp>
    <dsp:sp modelId="{23D1AFFE-69AF-4AFB-8C15-97B1724F726D}">
      <dsp:nvSpPr>
        <dsp:cNvPr id="0" name=""/>
        <dsp:cNvSpPr/>
      </dsp:nvSpPr>
      <dsp:spPr>
        <a:xfrm>
          <a:off x="850264" y="870267"/>
          <a:ext cx="3481070" cy="348107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baseline="0" dirty="0"/>
            <a:t>TM</a:t>
          </a:r>
        </a:p>
      </dsp:txBody>
      <dsp:txXfrm>
        <a:off x="1982482" y="1079131"/>
        <a:ext cx="1216634" cy="626592"/>
      </dsp:txXfrm>
    </dsp:sp>
    <dsp:sp modelId="{B3355DCA-981E-4C54-BCD8-7AB91C228310}">
      <dsp:nvSpPr>
        <dsp:cNvPr id="0" name=""/>
        <dsp:cNvSpPr/>
      </dsp:nvSpPr>
      <dsp:spPr>
        <a:xfrm>
          <a:off x="1285398" y="1740535"/>
          <a:ext cx="2610802" cy="2610802"/>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baseline="0" dirty="0"/>
            <a:t>CFL</a:t>
          </a:r>
        </a:p>
      </dsp:txBody>
      <dsp:txXfrm>
        <a:off x="1982482" y="1936345"/>
        <a:ext cx="1216634" cy="587430"/>
      </dsp:txXfrm>
    </dsp:sp>
    <dsp:sp modelId="{7C86617D-82E9-4E5C-9CE6-6750738896C5}">
      <dsp:nvSpPr>
        <dsp:cNvPr id="0" name=""/>
        <dsp:cNvSpPr/>
      </dsp:nvSpPr>
      <dsp:spPr>
        <a:xfrm>
          <a:off x="1720532" y="2610802"/>
          <a:ext cx="1740535" cy="1740535"/>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baseline="0" dirty="0"/>
            <a:t>FSM</a:t>
          </a:r>
        </a:p>
      </dsp:txBody>
      <dsp:txXfrm>
        <a:off x="1975427" y="3045936"/>
        <a:ext cx="1230744" cy="870267"/>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DB5702-F164-4492-9EF6-882193065F88}" type="datetimeFigureOut">
              <a:rPr lang="en-US" smtClean="0"/>
              <a:t>9/1/2025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22A58C-8E2F-4CF4-BCC2-14D73B27F336}" type="slidenum">
              <a:rPr lang="en-US" smtClean="0"/>
              <a:t>‹#›</a:t>
            </a:fld>
            <a:endParaRPr lang="en-US"/>
          </a:p>
        </p:txBody>
      </p:sp>
    </p:spTree>
    <p:extLst>
      <p:ext uri="{BB962C8B-B14F-4D97-AF65-F5344CB8AC3E}">
        <p14:creationId xmlns:p14="http://schemas.microsoft.com/office/powerpoint/2010/main" val="780355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y-AM" dirty="0"/>
              <a:t>Ալգորիթմ – հստակ, միարժեք հրահանգների սահմանափակ բազմություն, որի շնորհիվ հնարավոր է որոշակի ելքային արդյունք ստանալ՝ օգտագործելով որոշակի տիպի մուտքային տվյալներ։</a:t>
            </a:r>
            <a:endParaRPr lang="en-US" dirty="0"/>
          </a:p>
          <a:p>
            <a:endParaRPr lang="en-US" dirty="0"/>
          </a:p>
          <a:p>
            <a:r>
              <a:rPr lang="hy-AM" dirty="0"/>
              <a:t>Ալգորիթմների տեսությունը գիտություն է, որը ուսումնասիրում է ալգորիթմների ընդհանուր հատկությունները, օրինաչափությունները և դրանց ներկայացման տարբեր ֆորմալ մոդելները։</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4</a:t>
            </a:fld>
            <a:endParaRPr lang="en-US"/>
          </a:p>
        </p:txBody>
      </p:sp>
    </p:spTree>
    <p:extLst>
      <p:ext uri="{BB962C8B-B14F-4D97-AF65-F5344CB8AC3E}">
        <p14:creationId xmlns:p14="http://schemas.microsoft.com/office/powerpoint/2010/main" val="336090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y-AM" dirty="0"/>
              <a:t>Ալգորիթմը որոշակի լեզվով տրված սահմանափակ հրահանգների ամբողջություն է, որը սահմանում է տարրական գործողությունների վերջավոր հաջորդականություն՝ հնարավոր խնդիրների լուծման համար, որոնք ընդհանուր են հնարավոր մուտքային տվյալների դասի համար։</a:t>
            </a:r>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5</a:t>
            </a:fld>
            <a:endParaRPr lang="en-US"/>
          </a:p>
        </p:txBody>
      </p:sp>
    </p:spTree>
    <p:extLst>
      <p:ext uri="{BB962C8B-B14F-4D97-AF65-F5344CB8AC3E}">
        <p14:creationId xmlns:p14="http://schemas.microsoft.com/office/powerpoint/2010/main" val="2296494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Finite State Machine (FSM)</a:t>
            </a:r>
            <a:r>
              <a:rPr lang="en-US" dirty="0"/>
              <a:t>: This is </a:t>
            </a:r>
            <a:r>
              <a:rPr lang="en-US"/>
              <a:t>a simplest computational </a:t>
            </a:r>
            <a:r>
              <a:rPr lang="en-US" dirty="0"/>
              <a:t>model with a finite number of states. FSMs are used to represent and control execution flow in software and hardware systems. They are limited in their computational power and can only recognize regular languages.</a:t>
            </a:r>
          </a:p>
          <a:p>
            <a:r>
              <a:rPr lang="en-US" b="1" dirty="0"/>
              <a:t>Context Free Language (CFL)</a:t>
            </a:r>
            <a:r>
              <a:rPr lang="en-US" dirty="0"/>
              <a:t>: This is a type of formal language which is generated by a context-free grammar. Context-free languages are more powerful than regular languages (recognized by FSMs) and can be recognized by pushdown automata. They are used in programming languages and natural language processing.</a:t>
            </a:r>
          </a:p>
          <a:p>
            <a:r>
              <a:rPr lang="en-US" b="1" dirty="0"/>
              <a:t>Turing Machine (TM)</a:t>
            </a:r>
            <a:r>
              <a:rPr lang="en-US" dirty="0"/>
              <a:t>: This is a theoretical computational model that is more powerful than FSMs and pushdown automata. Turing machines can simulate any computation that can be performed by any modern computer, given enough time and memory. They are used to define the class of problems that are computable (Turing-complete).</a:t>
            </a:r>
          </a:p>
          <a:p>
            <a:r>
              <a:rPr lang="en-US" b="1" dirty="0"/>
              <a:t>Undecidable</a:t>
            </a:r>
            <a:r>
              <a:rPr lang="en-US" dirty="0"/>
              <a:t>: This term refers to problems for which no algorithm can be constructed that always leads to a correct yes-or-no answer. These problems are beyond the capabilities of Turing machines.</a:t>
            </a:r>
          </a:p>
          <a:p>
            <a:endParaRPr lang="en-US" dirty="0"/>
          </a:p>
        </p:txBody>
      </p:sp>
      <p:sp>
        <p:nvSpPr>
          <p:cNvPr id="4" name="Slide Number Placeholder 3"/>
          <p:cNvSpPr>
            <a:spLocks noGrp="1"/>
          </p:cNvSpPr>
          <p:nvPr>
            <p:ph type="sldNum" sz="quarter" idx="5"/>
          </p:nvPr>
        </p:nvSpPr>
        <p:spPr/>
        <p:txBody>
          <a:bodyPr/>
          <a:lstStyle/>
          <a:p>
            <a:fld id="{BD22A58C-8E2F-4CF4-BCC2-14D73B27F336}" type="slidenum">
              <a:rPr lang="en-US" smtClean="0"/>
              <a:t>10</a:t>
            </a:fld>
            <a:endParaRPr lang="en-US"/>
          </a:p>
        </p:txBody>
      </p:sp>
    </p:spTree>
    <p:extLst>
      <p:ext uri="{BB962C8B-B14F-4D97-AF65-F5344CB8AC3E}">
        <p14:creationId xmlns:p14="http://schemas.microsoft.com/office/powerpoint/2010/main" val="3635943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251D-1AB8-4A55-9051-A4850FF0DE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C6D16F-41EB-C530-78CE-0B18178A86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18606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C5360-8393-F8A7-9B4E-A5F91C25F4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338C8A-E199-A705-6FB1-EFB25F2552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872B8-8F94-B6C1-3137-90E3C7B59C81}"/>
              </a:ext>
            </a:extLst>
          </p:cNvPr>
          <p:cNvSpPr>
            <a:spLocks noGrp="1"/>
          </p:cNvSpPr>
          <p:nvPr>
            <p:ph type="dt" sz="half" idx="10"/>
          </p:nvPr>
        </p:nvSpPr>
        <p:spPr/>
        <p:txBody>
          <a:bodyPr/>
          <a:lstStyle/>
          <a:p>
            <a:fld id="{40AC09B7-BC59-4FDF-B344-E8A7C51BB8C6}" type="datetimeFigureOut">
              <a:rPr lang="en-US" smtClean="0"/>
              <a:t>9/1/2025</a:t>
            </a:fld>
            <a:endParaRPr lang="en-US"/>
          </a:p>
        </p:txBody>
      </p:sp>
      <p:sp>
        <p:nvSpPr>
          <p:cNvPr id="5" name="Footer Placeholder 4">
            <a:extLst>
              <a:ext uri="{FF2B5EF4-FFF2-40B4-BE49-F238E27FC236}">
                <a16:creationId xmlns:a16="http://schemas.microsoft.com/office/drawing/2014/main" id="{C267A7F3-F5E8-E21B-CA86-E578C83C98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1585B-DFE4-AA74-C10F-1BDADACE73C1}"/>
              </a:ext>
            </a:extLst>
          </p:cNvPr>
          <p:cNvSpPr>
            <a:spLocks noGrp="1"/>
          </p:cNvSpPr>
          <p:nvPr>
            <p:ph type="sldNum" sz="quarter" idx="12"/>
          </p:nvPr>
        </p:nvSpPr>
        <p:spPr/>
        <p:txBody>
          <a:bodyPr/>
          <a:lstStyle/>
          <a:p>
            <a:fld id="{3393447A-3B3E-403A-8835-99E0FFC7C0C8}" type="slidenum">
              <a:rPr lang="en-US" smtClean="0"/>
              <a:t>‹#›</a:t>
            </a:fld>
            <a:endParaRPr lang="en-US"/>
          </a:p>
        </p:txBody>
      </p:sp>
    </p:spTree>
    <p:extLst>
      <p:ext uri="{BB962C8B-B14F-4D97-AF65-F5344CB8AC3E}">
        <p14:creationId xmlns:p14="http://schemas.microsoft.com/office/powerpoint/2010/main" val="1964739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5B468-8243-B0E9-A019-1B9445C348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2F40F6-9706-8C8D-2DF2-B51050C322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EA4183-BAA7-0B79-A0AA-A700AAB253C1}"/>
              </a:ext>
            </a:extLst>
          </p:cNvPr>
          <p:cNvSpPr>
            <a:spLocks noGrp="1"/>
          </p:cNvSpPr>
          <p:nvPr>
            <p:ph type="dt" sz="half" idx="10"/>
          </p:nvPr>
        </p:nvSpPr>
        <p:spPr/>
        <p:txBody>
          <a:bodyPr/>
          <a:lstStyle/>
          <a:p>
            <a:fld id="{40AC09B7-BC59-4FDF-B344-E8A7C51BB8C6}" type="datetimeFigureOut">
              <a:rPr lang="en-US" smtClean="0"/>
              <a:t>9/1/2025</a:t>
            </a:fld>
            <a:endParaRPr lang="en-US"/>
          </a:p>
        </p:txBody>
      </p:sp>
      <p:sp>
        <p:nvSpPr>
          <p:cNvPr id="5" name="Footer Placeholder 4">
            <a:extLst>
              <a:ext uri="{FF2B5EF4-FFF2-40B4-BE49-F238E27FC236}">
                <a16:creationId xmlns:a16="http://schemas.microsoft.com/office/drawing/2014/main" id="{9910D003-B433-16F0-6348-16048167AA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C807A1-7565-6E01-2D59-D66D5A01D829}"/>
              </a:ext>
            </a:extLst>
          </p:cNvPr>
          <p:cNvSpPr>
            <a:spLocks noGrp="1"/>
          </p:cNvSpPr>
          <p:nvPr>
            <p:ph type="sldNum" sz="quarter" idx="12"/>
          </p:nvPr>
        </p:nvSpPr>
        <p:spPr/>
        <p:txBody>
          <a:bodyPr/>
          <a:lstStyle/>
          <a:p>
            <a:fld id="{3393447A-3B3E-403A-8835-99E0FFC7C0C8}" type="slidenum">
              <a:rPr lang="en-US" smtClean="0"/>
              <a:t>‹#›</a:t>
            </a:fld>
            <a:endParaRPr lang="en-US"/>
          </a:p>
        </p:txBody>
      </p:sp>
    </p:spTree>
    <p:extLst>
      <p:ext uri="{BB962C8B-B14F-4D97-AF65-F5344CB8AC3E}">
        <p14:creationId xmlns:p14="http://schemas.microsoft.com/office/powerpoint/2010/main" val="809636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BAAA8-63B4-C2F0-8CA3-B8F798B633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0962E5-19BA-1876-5AE3-9E174F29AE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83F4F3-8D6D-20EF-D16A-9D4CF970F1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EA0B1A-0D87-5C43-32C0-1358CFD136DF}"/>
              </a:ext>
            </a:extLst>
          </p:cNvPr>
          <p:cNvSpPr>
            <a:spLocks noGrp="1"/>
          </p:cNvSpPr>
          <p:nvPr>
            <p:ph type="dt" sz="half" idx="10"/>
          </p:nvPr>
        </p:nvSpPr>
        <p:spPr/>
        <p:txBody>
          <a:bodyPr/>
          <a:lstStyle/>
          <a:p>
            <a:fld id="{40AC09B7-BC59-4FDF-B344-E8A7C51BB8C6}" type="datetimeFigureOut">
              <a:rPr lang="en-US" smtClean="0"/>
              <a:t>9/1/2025</a:t>
            </a:fld>
            <a:endParaRPr lang="en-US"/>
          </a:p>
        </p:txBody>
      </p:sp>
      <p:sp>
        <p:nvSpPr>
          <p:cNvPr id="6" name="Footer Placeholder 5">
            <a:extLst>
              <a:ext uri="{FF2B5EF4-FFF2-40B4-BE49-F238E27FC236}">
                <a16:creationId xmlns:a16="http://schemas.microsoft.com/office/drawing/2014/main" id="{6187086C-C7D0-4D1F-FA23-54332C668A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D90FBE-A8B2-329E-CCA0-94DB075C2832}"/>
              </a:ext>
            </a:extLst>
          </p:cNvPr>
          <p:cNvSpPr>
            <a:spLocks noGrp="1"/>
          </p:cNvSpPr>
          <p:nvPr>
            <p:ph type="sldNum" sz="quarter" idx="12"/>
          </p:nvPr>
        </p:nvSpPr>
        <p:spPr/>
        <p:txBody>
          <a:bodyPr/>
          <a:lstStyle/>
          <a:p>
            <a:fld id="{3393447A-3B3E-403A-8835-99E0FFC7C0C8}" type="slidenum">
              <a:rPr lang="en-US" smtClean="0"/>
              <a:t>‹#›</a:t>
            </a:fld>
            <a:endParaRPr lang="en-US"/>
          </a:p>
        </p:txBody>
      </p:sp>
    </p:spTree>
    <p:extLst>
      <p:ext uri="{BB962C8B-B14F-4D97-AF65-F5344CB8AC3E}">
        <p14:creationId xmlns:p14="http://schemas.microsoft.com/office/powerpoint/2010/main" val="3580741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4A20B-C9A8-6031-2DC7-6B412D8DE8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A4FC9F-7BEC-554C-4B1F-3D5125729B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B22F46-6193-B43E-0D4C-6F5BC1B6D5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E8F3A4-E020-78E9-B267-50E92C5297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40B438-BB33-DF3F-BA12-F7C1B8C4CC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4D0D84-87B3-C51C-AC29-D9845F466299}"/>
              </a:ext>
            </a:extLst>
          </p:cNvPr>
          <p:cNvSpPr>
            <a:spLocks noGrp="1"/>
          </p:cNvSpPr>
          <p:nvPr>
            <p:ph type="dt" sz="half" idx="10"/>
          </p:nvPr>
        </p:nvSpPr>
        <p:spPr/>
        <p:txBody>
          <a:bodyPr/>
          <a:lstStyle/>
          <a:p>
            <a:fld id="{40AC09B7-BC59-4FDF-B344-E8A7C51BB8C6}" type="datetimeFigureOut">
              <a:rPr lang="en-US" smtClean="0"/>
              <a:t>9/1/2025</a:t>
            </a:fld>
            <a:endParaRPr lang="en-US"/>
          </a:p>
        </p:txBody>
      </p:sp>
      <p:sp>
        <p:nvSpPr>
          <p:cNvPr id="8" name="Footer Placeholder 7">
            <a:extLst>
              <a:ext uri="{FF2B5EF4-FFF2-40B4-BE49-F238E27FC236}">
                <a16:creationId xmlns:a16="http://schemas.microsoft.com/office/drawing/2014/main" id="{9DA2DCA0-A536-8D48-7378-A626BECDB8B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876080-45E6-416C-00C6-347A8A98AB02}"/>
              </a:ext>
            </a:extLst>
          </p:cNvPr>
          <p:cNvSpPr>
            <a:spLocks noGrp="1"/>
          </p:cNvSpPr>
          <p:nvPr>
            <p:ph type="sldNum" sz="quarter" idx="12"/>
          </p:nvPr>
        </p:nvSpPr>
        <p:spPr/>
        <p:txBody>
          <a:bodyPr/>
          <a:lstStyle/>
          <a:p>
            <a:fld id="{3393447A-3B3E-403A-8835-99E0FFC7C0C8}" type="slidenum">
              <a:rPr lang="en-US" smtClean="0"/>
              <a:t>‹#›</a:t>
            </a:fld>
            <a:endParaRPr lang="en-US"/>
          </a:p>
        </p:txBody>
      </p:sp>
    </p:spTree>
    <p:extLst>
      <p:ext uri="{BB962C8B-B14F-4D97-AF65-F5344CB8AC3E}">
        <p14:creationId xmlns:p14="http://schemas.microsoft.com/office/powerpoint/2010/main" val="3921325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A7D1-749D-7264-FEEC-BD7FD8728D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59877B-B058-565C-757C-2907747E10F9}"/>
              </a:ext>
            </a:extLst>
          </p:cNvPr>
          <p:cNvSpPr>
            <a:spLocks noGrp="1"/>
          </p:cNvSpPr>
          <p:nvPr>
            <p:ph type="dt" sz="half" idx="10"/>
          </p:nvPr>
        </p:nvSpPr>
        <p:spPr/>
        <p:txBody>
          <a:bodyPr/>
          <a:lstStyle/>
          <a:p>
            <a:fld id="{40AC09B7-BC59-4FDF-B344-E8A7C51BB8C6}" type="datetimeFigureOut">
              <a:rPr lang="en-US" smtClean="0"/>
              <a:t>9/1/2025</a:t>
            </a:fld>
            <a:endParaRPr lang="en-US"/>
          </a:p>
        </p:txBody>
      </p:sp>
      <p:sp>
        <p:nvSpPr>
          <p:cNvPr id="4" name="Footer Placeholder 3">
            <a:extLst>
              <a:ext uri="{FF2B5EF4-FFF2-40B4-BE49-F238E27FC236}">
                <a16:creationId xmlns:a16="http://schemas.microsoft.com/office/drawing/2014/main" id="{85444686-960D-94DB-FEB0-DA72E035D9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A8E631-05EE-2866-77A5-78C8249547A6}"/>
              </a:ext>
            </a:extLst>
          </p:cNvPr>
          <p:cNvSpPr>
            <a:spLocks noGrp="1"/>
          </p:cNvSpPr>
          <p:nvPr>
            <p:ph type="sldNum" sz="quarter" idx="12"/>
          </p:nvPr>
        </p:nvSpPr>
        <p:spPr/>
        <p:txBody>
          <a:bodyPr/>
          <a:lstStyle/>
          <a:p>
            <a:fld id="{3393447A-3B3E-403A-8835-99E0FFC7C0C8}" type="slidenum">
              <a:rPr lang="en-US" smtClean="0"/>
              <a:t>‹#›</a:t>
            </a:fld>
            <a:endParaRPr lang="en-US"/>
          </a:p>
        </p:txBody>
      </p:sp>
    </p:spTree>
    <p:extLst>
      <p:ext uri="{BB962C8B-B14F-4D97-AF65-F5344CB8AC3E}">
        <p14:creationId xmlns:p14="http://schemas.microsoft.com/office/powerpoint/2010/main" val="3319396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2388AF-A5D5-0A2A-82A6-9CD7A811F9CF}"/>
              </a:ext>
            </a:extLst>
          </p:cNvPr>
          <p:cNvSpPr>
            <a:spLocks noGrp="1"/>
          </p:cNvSpPr>
          <p:nvPr>
            <p:ph type="dt" sz="half" idx="10"/>
          </p:nvPr>
        </p:nvSpPr>
        <p:spPr/>
        <p:txBody>
          <a:bodyPr/>
          <a:lstStyle/>
          <a:p>
            <a:fld id="{40AC09B7-BC59-4FDF-B344-E8A7C51BB8C6}" type="datetimeFigureOut">
              <a:rPr lang="en-US" smtClean="0"/>
              <a:t>9/1/2025</a:t>
            </a:fld>
            <a:endParaRPr lang="en-US"/>
          </a:p>
        </p:txBody>
      </p:sp>
      <p:sp>
        <p:nvSpPr>
          <p:cNvPr id="3" name="Footer Placeholder 2">
            <a:extLst>
              <a:ext uri="{FF2B5EF4-FFF2-40B4-BE49-F238E27FC236}">
                <a16:creationId xmlns:a16="http://schemas.microsoft.com/office/drawing/2014/main" id="{3FBF5736-623E-B24E-3971-2F6AD9FFFD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DBE808-390D-38AE-4A34-B1E033B13D7D}"/>
              </a:ext>
            </a:extLst>
          </p:cNvPr>
          <p:cNvSpPr>
            <a:spLocks noGrp="1"/>
          </p:cNvSpPr>
          <p:nvPr>
            <p:ph type="sldNum" sz="quarter" idx="12"/>
          </p:nvPr>
        </p:nvSpPr>
        <p:spPr/>
        <p:txBody>
          <a:bodyPr/>
          <a:lstStyle/>
          <a:p>
            <a:fld id="{3393447A-3B3E-403A-8835-99E0FFC7C0C8}" type="slidenum">
              <a:rPr lang="en-US" smtClean="0"/>
              <a:t>‹#›</a:t>
            </a:fld>
            <a:endParaRPr lang="en-US"/>
          </a:p>
        </p:txBody>
      </p:sp>
    </p:spTree>
    <p:extLst>
      <p:ext uri="{BB962C8B-B14F-4D97-AF65-F5344CB8AC3E}">
        <p14:creationId xmlns:p14="http://schemas.microsoft.com/office/powerpoint/2010/main" val="486480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5E8AA-1F34-5D9C-A547-B828AF2092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2A2B504-3687-EE8F-6159-9F4195A21E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17951D-8F58-D234-7143-C946F4901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11AA36-9E0C-BAF8-2AF6-495CF68A9303}"/>
              </a:ext>
            </a:extLst>
          </p:cNvPr>
          <p:cNvSpPr>
            <a:spLocks noGrp="1"/>
          </p:cNvSpPr>
          <p:nvPr>
            <p:ph type="dt" sz="half" idx="10"/>
          </p:nvPr>
        </p:nvSpPr>
        <p:spPr/>
        <p:txBody>
          <a:bodyPr/>
          <a:lstStyle/>
          <a:p>
            <a:fld id="{40AC09B7-BC59-4FDF-B344-E8A7C51BB8C6}" type="datetimeFigureOut">
              <a:rPr lang="en-US" smtClean="0"/>
              <a:t>9/1/2025</a:t>
            </a:fld>
            <a:endParaRPr lang="en-US"/>
          </a:p>
        </p:txBody>
      </p:sp>
      <p:sp>
        <p:nvSpPr>
          <p:cNvPr id="6" name="Footer Placeholder 5">
            <a:extLst>
              <a:ext uri="{FF2B5EF4-FFF2-40B4-BE49-F238E27FC236}">
                <a16:creationId xmlns:a16="http://schemas.microsoft.com/office/drawing/2014/main" id="{D8CC3457-1A37-75E2-CDEF-A08D51C833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46739D-88BC-0A95-048E-487986B62A3B}"/>
              </a:ext>
            </a:extLst>
          </p:cNvPr>
          <p:cNvSpPr>
            <a:spLocks noGrp="1"/>
          </p:cNvSpPr>
          <p:nvPr>
            <p:ph type="sldNum" sz="quarter" idx="12"/>
          </p:nvPr>
        </p:nvSpPr>
        <p:spPr/>
        <p:txBody>
          <a:bodyPr/>
          <a:lstStyle/>
          <a:p>
            <a:fld id="{3393447A-3B3E-403A-8835-99E0FFC7C0C8}" type="slidenum">
              <a:rPr lang="en-US" smtClean="0"/>
              <a:t>‹#›</a:t>
            </a:fld>
            <a:endParaRPr lang="en-US"/>
          </a:p>
        </p:txBody>
      </p:sp>
    </p:spTree>
    <p:extLst>
      <p:ext uri="{BB962C8B-B14F-4D97-AF65-F5344CB8AC3E}">
        <p14:creationId xmlns:p14="http://schemas.microsoft.com/office/powerpoint/2010/main" val="2672395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585F3-E3A2-0034-D209-A44746D56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72E9A8-1577-EDFF-BA82-F43C0786B6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D70423-A7D2-FD06-9B28-CE2A07D754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A9DF61-F71D-5569-F144-7856376755FC}"/>
              </a:ext>
            </a:extLst>
          </p:cNvPr>
          <p:cNvSpPr>
            <a:spLocks noGrp="1"/>
          </p:cNvSpPr>
          <p:nvPr>
            <p:ph type="dt" sz="half" idx="10"/>
          </p:nvPr>
        </p:nvSpPr>
        <p:spPr/>
        <p:txBody>
          <a:bodyPr/>
          <a:lstStyle/>
          <a:p>
            <a:fld id="{40AC09B7-BC59-4FDF-B344-E8A7C51BB8C6}" type="datetimeFigureOut">
              <a:rPr lang="en-US" smtClean="0"/>
              <a:t>9/1/2025</a:t>
            </a:fld>
            <a:endParaRPr lang="en-US"/>
          </a:p>
        </p:txBody>
      </p:sp>
      <p:sp>
        <p:nvSpPr>
          <p:cNvPr id="6" name="Footer Placeholder 5">
            <a:extLst>
              <a:ext uri="{FF2B5EF4-FFF2-40B4-BE49-F238E27FC236}">
                <a16:creationId xmlns:a16="http://schemas.microsoft.com/office/drawing/2014/main" id="{65EF9E7B-F0D5-2CF7-553A-892F1053CD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41547A-AB84-C515-772E-0B7683FD330B}"/>
              </a:ext>
            </a:extLst>
          </p:cNvPr>
          <p:cNvSpPr>
            <a:spLocks noGrp="1"/>
          </p:cNvSpPr>
          <p:nvPr>
            <p:ph type="sldNum" sz="quarter" idx="12"/>
          </p:nvPr>
        </p:nvSpPr>
        <p:spPr/>
        <p:txBody>
          <a:bodyPr/>
          <a:lstStyle/>
          <a:p>
            <a:fld id="{3393447A-3B3E-403A-8835-99E0FFC7C0C8}" type="slidenum">
              <a:rPr lang="en-US" smtClean="0"/>
              <a:t>‹#›</a:t>
            </a:fld>
            <a:endParaRPr lang="en-US"/>
          </a:p>
        </p:txBody>
      </p:sp>
    </p:spTree>
    <p:extLst>
      <p:ext uri="{BB962C8B-B14F-4D97-AF65-F5344CB8AC3E}">
        <p14:creationId xmlns:p14="http://schemas.microsoft.com/office/powerpoint/2010/main" val="3807585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5F46B-8307-541C-E9CF-83AF33F6A7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CE2592-5CE7-58A5-373B-321A1130F1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F874E-49CB-B018-23C5-E5897AC8E5EF}"/>
              </a:ext>
            </a:extLst>
          </p:cNvPr>
          <p:cNvSpPr>
            <a:spLocks noGrp="1"/>
          </p:cNvSpPr>
          <p:nvPr>
            <p:ph type="dt" sz="half" idx="10"/>
          </p:nvPr>
        </p:nvSpPr>
        <p:spPr/>
        <p:txBody>
          <a:bodyPr/>
          <a:lstStyle/>
          <a:p>
            <a:fld id="{40AC09B7-BC59-4FDF-B344-E8A7C51BB8C6}" type="datetimeFigureOut">
              <a:rPr lang="en-US" smtClean="0"/>
              <a:t>9/1/2025</a:t>
            </a:fld>
            <a:endParaRPr lang="en-US"/>
          </a:p>
        </p:txBody>
      </p:sp>
      <p:sp>
        <p:nvSpPr>
          <p:cNvPr id="5" name="Footer Placeholder 4">
            <a:extLst>
              <a:ext uri="{FF2B5EF4-FFF2-40B4-BE49-F238E27FC236}">
                <a16:creationId xmlns:a16="http://schemas.microsoft.com/office/drawing/2014/main" id="{8DAB249B-5A2E-3F8C-C0D2-08BF53130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7D5739-EB31-644D-B898-70968DCE944E}"/>
              </a:ext>
            </a:extLst>
          </p:cNvPr>
          <p:cNvSpPr>
            <a:spLocks noGrp="1"/>
          </p:cNvSpPr>
          <p:nvPr>
            <p:ph type="sldNum" sz="quarter" idx="12"/>
          </p:nvPr>
        </p:nvSpPr>
        <p:spPr/>
        <p:txBody>
          <a:bodyPr/>
          <a:lstStyle/>
          <a:p>
            <a:fld id="{3393447A-3B3E-403A-8835-99E0FFC7C0C8}" type="slidenum">
              <a:rPr lang="en-US" smtClean="0"/>
              <a:t>‹#›</a:t>
            </a:fld>
            <a:endParaRPr lang="en-US"/>
          </a:p>
        </p:txBody>
      </p:sp>
    </p:spTree>
    <p:extLst>
      <p:ext uri="{BB962C8B-B14F-4D97-AF65-F5344CB8AC3E}">
        <p14:creationId xmlns:p14="http://schemas.microsoft.com/office/powerpoint/2010/main" val="2898040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DBD635-112D-AB74-DA68-5A8F79D582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7BA7F6-B791-16DD-20EC-DB18789367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49D594-7827-EE34-6C2E-F620C151B61A}"/>
              </a:ext>
            </a:extLst>
          </p:cNvPr>
          <p:cNvSpPr>
            <a:spLocks noGrp="1"/>
          </p:cNvSpPr>
          <p:nvPr>
            <p:ph type="dt" sz="half" idx="10"/>
          </p:nvPr>
        </p:nvSpPr>
        <p:spPr/>
        <p:txBody>
          <a:bodyPr/>
          <a:lstStyle/>
          <a:p>
            <a:fld id="{40AC09B7-BC59-4FDF-B344-E8A7C51BB8C6}" type="datetimeFigureOut">
              <a:rPr lang="en-US" smtClean="0"/>
              <a:t>9/1/2025</a:t>
            </a:fld>
            <a:endParaRPr lang="en-US"/>
          </a:p>
        </p:txBody>
      </p:sp>
      <p:sp>
        <p:nvSpPr>
          <p:cNvPr id="5" name="Footer Placeholder 4">
            <a:extLst>
              <a:ext uri="{FF2B5EF4-FFF2-40B4-BE49-F238E27FC236}">
                <a16:creationId xmlns:a16="http://schemas.microsoft.com/office/drawing/2014/main" id="{05044812-33F0-EAB7-7CE0-3153610CC2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CFADD4-1D22-273D-EEA9-2710F284B43A}"/>
              </a:ext>
            </a:extLst>
          </p:cNvPr>
          <p:cNvSpPr>
            <a:spLocks noGrp="1"/>
          </p:cNvSpPr>
          <p:nvPr>
            <p:ph type="sldNum" sz="quarter" idx="12"/>
          </p:nvPr>
        </p:nvSpPr>
        <p:spPr/>
        <p:txBody>
          <a:bodyPr/>
          <a:lstStyle/>
          <a:p>
            <a:fld id="{3393447A-3B3E-403A-8835-99E0FFC7C0C8}" type="slidenum">
              <a:rPr lang="en-US" smtClean="0"/>
              <a:t>‹#›</a:t>
            </a:fld>
            <a:endParaRPr lang="en-US"/>
          </a:p>
        </p:txBody>
      </p:sp>
    </p:spTree>
    <p:extLst>
      <p:ext uri="{BB962C8B-B14F-4D97-AF65-F5344CB8AC3E}">
        <p14:creationId xmlns:p14="http://schemas.microsoft.com/office/powerpoint/2010/main" val="3992901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862182-6389-D39E-EB48-051E9B7F6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71F1FB-EE6D-B1EF-1BFC-F76DDD70C1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B1F4C2-B8D9-56AA-BF23-257D597AF1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AC09B7-BC59-4FDF-B344-E8A7C51BB8C6}" type="datetimeFigureOut">
              <a:rPr lang="en-US" smtClean="0"/>
              <a:t>9/1/2025</a:t>
            </a:fld>
            <a:endParaRPr lang="en-US"/>
          </a:p>
        </p:txBody>
      </p:sp>
      <p:sp>
        <p:nvSpPr>
          <p:cNvPr id="5" name="Footer Placeholder 4">
            <a:extLst>
              <a:ext uri="{FF2B5EF4-FFF2-40B4-BE49-F238E27FC236}">
                <a16:creationId xmlns:a16="http://schemas.microsoft.com/office/drawing/2014/main" id="{2F11E698-2BE3-B173-F1AE-1366188D37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80946E3-415D-563B-A77E-FA512FACD4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93447A-3B3E-403A-8835-99E0FFC7C0C8}" type="slidenum">
              <a:rPr lang="en-US" smtClean="0"/>
              <a:t>‹#›</a:t>
            </a:fld>
            <a:endParaRPr lang="en-US"/>
          </a:p>
        </p:txBody>
      </p:sp>
    </p:spTree>
    <p:extLst>
      <p:ext uri="{BB962C8B-B14F-4D97-AF65-F5344CB8AC3E}">
        <p14:creationId xmlns:p14="http://schemas.microsoft.com/office/powerpoint/2010/main" val="4147649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BCD6C4D-9BB3-2AA1-B3BD-B852BA6BA07B}"/>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Introduction to Algorithms</a:t>
            </a:r>
          </a:p>
        </p:txBody>
      </p:sp>
      <p:sp>
        <p:nvSpPr>
          <p:cNvPr id="3" name="Subtitle 2">
            <a:extLst>
              <a:ext uri="{FF2B5EF4-FFF2-40B4-BE49-F238E27FC236}">
                <a16:creationId xmlns:a16="http://schemas.microsoft.com/office/drawing/2014/main" id="{FB9410EE-202B-D036-4508-61A95E9374C1}"/>
              </a:ext>
            </a:extLst>
          </p:cNvPr>
          <p:cNvSpPr>
            <a:spLocks noGrp="1"/>
          </p:cNvSpPr>
          <p:nvPr>
            <p:ph type="subTitle" idx="1"/>
          </p:nvPr>
        </p:nvSpPr>
        <p:spPr>
          <a:xfrm>
            <a:off x="1350682" y="4870824"/>
            <a:ext cx="10005951" cy="1458258"/>
          </a:xfrm>
        </p:spPr>
        <p:txBody>
          <a:bodyPr anchor="ctr">
            <a:normAutofit/>
          </a:bodyPr>
          <a:lstStyle/>
          <a:p>
            <a:pPr algn="l"/>
            <a:r>
              <a:rPr lang="en-US"/>
              <a:t>Levon Prazyan</a:t>
            </a:r>
            <a:endParaRPr lang="en-US" dirty="0"/>
          </a:p>
        </p:txBody>
      </p:sp>
    </p:spTree>
    <p:extLst>
      <p:ext uri="{BB962C8B-B14F-4D97-AF65-F5344CB8AC3E}">
        <p14:creationId xmlns:p14="http://schemas.microsoft.com/office/powerpoint/2010/main" val="360046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1CF4-2135-E26A-87F1-B3EE885508E2}"/>
              </a:ext>
            </a:extLst>
          </p:cNvPr>
          <p:cNvSpPr>
            <a:spLocks noGrp="1"/>
          </p:cNvSpPr>
          <p:nvPr>
            <p:ph type="title"/>
          </p:nvPr>
        </p:nvSpPr>
        <p:spPr/>
        <p:txBody>
          <a:bodyPr>
            <a:normAutofit/>
          </a:bodyPr>
          <a:lstStyle/>
          <a:p>
            <a:r>
              <a:rPr lang="en-US" sz="4000" dirty="0"/>
              <a:t>Course Overview</a:t>
            </a:r>
          </a:p>
        </p:txBody>
      </p:sp>
      <p:sp>
        <p:nvSpPr>
          <p:cNvPr id="3" name="Content Placeholder 2">
            <a:extLst>
              <a:ext uri="{FF2B5EF4-FFF2-40B4-BE49-F238E27FC236}">
                <a16:creationId xmlns:a16="http://schemas.microsoft.com/office/drawing/2014/main" id="{4BC1998C-E6BD-C71A-C3E7-04FF6D66E39F}"/>
              </a:ext>
            </a:extLst>
          </p:cNvPr>
          <p:cNvSpPr>
            <a:spLocks noGrp="1"/>
          </p:cNvSpPr>
          <p:nvPr>
            <p:ph idx="1"/>
          </p:nvPr>
        </p:nvSpPr>
        <p:spPr/>
        <p:txBody>
          <a:bodyPr>
            <a:normAutofit fontScale="92500" lnSpcReduction="20000"/>
          </a:bodyPr>
          <a:lstStyle/>
          <a:p>
            <a:r>
              <a:rPr lang="en-US" sz="1800" b="1" dirty="0">
                <a:solidFill>
                  <a:schemeClr val="tx2">
                    <a:lumMod val="50000"/>
                    <a:lumOff val="50000"/>
                  </a:schemeClr>
                </a:solidFill>
                <a:effectLst/>
                <a:latin typeface="Arial" panose="020B0604020202020204" pitchFamily="34" charset="0"/>
                <a:ea typeface="Times New Roman" panose="02020603050405020304" pitchFamily="18" charset="0"/>
              </a:rPr>
              <a:t>Introduction</a:t>
            </a:r>
          </a:p>
          <a:p>
            <a:pPr lvl="1"/>
            <a:r>
              <a:rPr lang="en-US" sz="1400" b="1" dirty="0">
                <a:solidFill>
                  <a:schemeClr val="tx2">
                    <a:lumMod val="50000"/>
                    <a:lumOff val="50000"/>
                  </a:schemeClr>
                </a:solidFill>
                <a:latin typeface="Arial" panose="020B0604020202020204" pitchFamily="34" charset="0"/>
              </a:rPr>
              <a:t>1 lecture</a:t>
            </a:r>
          </a:p>
          <a:p>
            <a:r>
              <a:rPr lang="en-US" sz="1800" b="1" dirty="0">
                <a:effectLst/>
                <a:latin typeface="Arial" panose="020B0604020202020204" pitchFamily="34" charset="0"/>
                <a:ea typeface="Times New Roman" panose="02020603050405020304" pitchFamily="18" charset="0"/>
              </a:rPr>
              <a:t>Analyzing Algorithms</a:t>
            </a:r>
          </a:p>
          <a:p>
            <a:pPr lvl="1"/>
            <a:r>
              <a:rPr lang="en-US" sz="1400" b="1" dirty="0">
                <a:latin typeface="Arial" panose="020B0604020202020204" pitchFamily="34" charset="0"/>
              </a:rPr>
              <a:t>2 lectures</a:t>
            </a:r>
          </a:p>
          <a:p>
            <a:r>
              <a:rPr lang="en-US" sz="1800" b="1" dirty="0">
                <a:effectLst/>
                <a:latin typeface="Arial" panose="020B0604020202020204" pitchFamily="34" charset="0"/>
                <a:ea typeface="Times New Roman" panose="02020603050405020304" pitchFamily="18" charset="0"/>
              </a:rPr>
              <a:t>Recurrences</a:t>
            </a:r>
            <a:endParaRPr lang="en-US" sz="1800" b="1" dirty="0">
              <a:latin typeface="Arial" panose="020B0604020202020204" pitchFamily="34" charset="0"/>
            </a:endParaRPr>
          </a:p>
          <a:p>
            <a:pPr lvl="1"/>
            <a:r>
              <a:rPr lang="hy-AM" sz="1400" b="1" dirty="0">
                <a:latin typeface="Arial" panose="020B0604020202020204" pitchFamily="34" charset="0"/>
              </a:rPr>
              <a:t>2</a:t>
            </a:r>
            <a:r>
              <a:rPr lang="en-US" sz="1400" b="1" dirty="0">
                <a:latin typeface="Arial" panose="020B0604020202020204" pitchFamily="34" charset="0"/>
              </a:rPr>
              <a:t> lectures</a:t>
            </a:r>
          </a:p>
          <a:p>
            <a:r>
              <a:rPr lang="en-US" sz="1800" b="1" dirty="0">
                <a:effectLst/>
                <a:latin typeface="Arial" panose="020B0604020202020204" pitchFamily="34" charset="0"/>
                <a:ea typeface="Times New Roman" panose="02020603050405020304" pitchFamily="18" charset="0"/>
              </a:rPr>
              <a:t>Probabilistic Analysis and Randomized Algorithms</a:t>
            </a:r>
            <a:endParaRPr lang="en-US" sz="1800" b="1" dirty="0">
              <a:latin typeface="Arial" panose="020B0604020202020204" pitchFamily="34" charset="0"/>
            </a:endParaRPr>
          </a:p>
          <a:p>
            <a:pPr lvl="1"/>
            <a:r>
              <a:rPr lang="en-US" sz="1400" b="1" dirty="0">
                <a:latin typeface="Arial" panose="020B0604020202020204" pitchFamily="34" charset="0"/>
              </a:rPr>
              <a:t>2 lecture</a:t>
            </a:r>
          </a:p>
          <a:p>
            <a:r>
              <a:rPr lang="en-US" sz="1800" b="1" dirty="0">
                <a:effectLst/>
                <a:latin typeface="Arial" panose="020B0604020202020204" pitchFamily="34" charset="0"/>
                <a:ea typeface="Times New Roman" panose="02020603050405020304" pitchFamily="18" charset="0"/>
              </a:rPr>
              <a:t>Sorting and Searching</a:t>
            </a:r>
            <a:endParaRPr lang="en-US" sz="1800" b="1" dirty="0">
              <a:latin typeface="Arial" panose="020B0604020202020204" pitchFamily="34" charset="0"/>
            </a:endParaRPr>
          </a:p>
          <a:p>
            <a:pPr lvl="1"/>
            <a:r>
              <a:rPr lang="en-US" sz="1400" b="1" dirty="0">
                <a:latin typeface="Arial" panose="020B0604020202020204" pitchFamily="34" charset="0"/>
              </a:rPr>
              <a:t>4 lectures</a:t>
            </a:r>
          </a:p>
          <a:p>
            <a:r>
              <a:rPr lang="en-US" sz="1800" b="1" dirty="0">
                <a:latin typeface="Arial" panose="020B0604020202020204" pitchFamily="34" charset="0"/>
              </a:rPr>
              <a:t>Heaps</a:t>
            </a:r>
          </a:p>
          <a:p>
            <a:pPr lvl="1"/>
            <a:r>
              <a:rPr lang="en-US" sz="1400" b="1" dirty="0">
                <a:latin typeface="Arial" panose="020B0604020202020204" pitchFamily="34" charset="0"/>
              </a:rPr>
              <a:t>1 lecture</a:t>
            </a:r>
          </a:p>
          <a:p>
            <a:r>
              <a:rPr lang="en-US" sz="1800" b="1" dirty="0">
                <a:latin typeface="Arial" panose="020B0604020202020204" pitchFamily="34" charset="0"/>
              </a:rPr>
              <a:t>Arrays, Lists</a:t>
            </a:r>
          </a:p>
          <a:p>
            <a:pPr lvl="1"/>
            <a:r>
              <a:rPr lang="en-US" sz="1400" b="1" dirty="0">
                <a:latin typeface="Arial" panose="020B0604020202020204" pitchFamily="34" charset="0"/>
              </a:rPr>
              <a:t>1 lectures</a:t>
            </a:r>
          </a:p>
          <a:p>
            <a:r>
              <a:rPr lang="en-US" sz="1800" b="1" dirty="0">
                <a:effectLst/>
                <a:latin typeface="Arial" panose="020B0604020202020204" pitchFamily="34" charset="0"/>
                <a:ea typeface="Times New Roman" panose="02020603050405020304" pitchFamily="18" charset="0"/>
              </a:rPr>
              <a:t>Stack, Queue, Double Ended Queue</a:t>
            </a:r>
          </a:p>
          <a:p>
            <a:pPr lvl="1"/>
            <a:r>
              <a:rPr lang="en-US" sz="1400" b="1" dirty="0">
                <a:latin typeface="Arial" panose="020B0604020202020204" pitchFamily="34" charset="0"/>
              </a:rPr>
              <a:t>2 lectures</a:t>
            </a:r>
          </a:p>
          <a:p>
            <a:pPr lvl="1"/>
            <a:endParaRPr lang="en-US" sz="1800" b="1" dirty="0">
              <a:latin typeface="Arial" panose="020B0604020202020204" pitchFamily="34" charset="0"/>
            </a:endParaRPr>
          </a:p>
          <a:p>
            <a:endParaRPr lang="en-US" b="1" dirty="0">
              <a:latin typeface="Arial" panose="020B0604020202020204" pitchFamily="34" charset="0"/>
            </a:endParaRPr>
          </a:p>
        </p:txBody>
      </p:sp>
    </p:spTree>
    <p:extLst>
      <p:ext uri="{BB962C8B-B14F-4D97-AF65-F5344CB8AC3E}">
        <p14:creationId xmlns:p14="http://schemas.microsoft.com/office/powerpoint/2010/main" val="417041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A34C3-A818-8B94-83D9-D9A6FB26F894}"/>
              </a:ext>
            </a:extLst>
          </p:cNvPr>
          <p:cNvSpPr>
            <a:spLocks noGrp="1"/>
          </p:cNvSpPr>
          <p:nvPr>
            <p:ph type="title"/>
          </p:nvPr>
        </p:nvSpPr>
        <p:spPr/>
        <p:txBody>
          <a:bodyPr>
            <a:normAutofit/>
          </a:bodyPr>
          <a:lstStyle/>
          <a:p>
            <a:r>
              <a:rPr lang="en-US" altLang="en-US" sz="4000" dirty="0"/>
              <a:t>Introduction to Algorithms: </a:t>
            </a:r>
            <a:r>
              <a:rPr lang="en-US" sz="4000" dirty="0"/>
              <a:t>Goals and Objectives</a:t>
            </a:r>
          </a:p>
        </p:txBody>
      </p:sp>
      <p:sp>
        <p:nvSpPr>
          <p:cNvPr id="3" name="Content Placeholder 2">
            <a:extLst>
              <a:ext uri="{FF2B5EF4-FFF2-40B4-BE49-F238E27FC236}">
                <a16:creationId xmlns:a16="http://schemas.microsoft.com/office/drawing/2014/main" id="{A69CD578-FD22-1684-8044-DDAFA312CC39}"/>
              </a:ext>
            </a:extLst>
          </p:cNvPr>
          <p:cNvSpPr>
            <a:spLocks noGrp="1"/>
          </p:cNvSpPr>
          <p:nvPr>
            <p:ph idx="1"/>
          </p:nvPr>
        </p:nvSpPr>
        <p:spPr/>
        <p:txBody>
          <a:bodyPr/>
          <a:lstStyle/>
          <a:p>
            <a:r>
              <a:rPr lang="en-US" dirty="0"/>
              <a:t>Formalization of the concept of "algorithm“</a:t>
            </a:r>
          </a:p>
          <a:p>
            <a:r>
              <a:rPr lang="x-none" dirty="0"/>
              <a:t>Analyzing time and space complexity of algorithms;</a:t>
            </a:r>
            <a:endParaRPr lang="en-US" dirty="0"/>
          </a:p>
          <a:p>
            <a:r>
              <a:rPr lang="x-none" dirty="0"/>
              <a:t>Understand the basic concepts and principles of various data structures.</a:t>
            </a:r>
            <a:endParaRPr lang="en-US" dirty="0"/>
          </a:p>
          <a:p>
            <a:r>
              <a:rPr lang="x-none" dirty="0"/>
              <a:t>Designing efficient algorithms for sorting, searching, and selection problems</a:t>
            </a:r>
            <a:r>
              <a:rPr lang="en-US" dirty="0"/>
              <a:t>.</a:t>
            </a:r>
          </a:p>
          <a:p>
            <a:pPr lvl="0"/>
            <a:r>
              <a:rPr lang="x-none" dirty="0"/>
              <a:t>Analyze the time and space complexity of algorithms involving different data structures</a:t>
            </a:r>
            <a:endParaRPr lang="en-US" dirty="0"/>
          </a:p>
          <a:p>
            <a:pPr marL="0" indent="0">
              <a:buNone/>
            </a:pPr>
            <a:endParaRPr lang="en-US" dirty="0"/>
          </a:p>
          <a:p>
            <a:endParaRPr lang="en-US" dirty="0"/>
          </a:p>
        </p:txBody>
      </p:sp>
    </p:spTree>
    <p:extLst>
      <p:ext uri="{BB962C8B-B14F-4D97-AF65-F5344CB8AC3E}">
        <p14:creationId xmlns:p14="http://schemas.microsoft.com/office/powerpoint/2010/main" val="306605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81CF4-2135-E26A-87F1-B3EE885508E2}"/>
              </a:ext>
            </a:extLst>
          </p:cNvPr>
          <p:cNvSpPr>
            <a:spLocks noGrp="1"/>
          </p:cNvSpPr>
          <p:nvPr>
            <p:ph type="title"/>
          </p:nvPr>
        </p:nvSpPr>
        <p:spPr/>
        <p:txBody>
          <a:bodyPr>
            <a:normAutofit/>
          </a:bodyPr>
          <a:lstStyle/>
          <a:p>
            <a:r>
              <a:rPr lang="en-US" altLang="en-US" sz="4000" dirty="0"/>
              <a:t>Introduction to Algorithms : Definition</a:t>
            </a:r>
            <a:endParaRPr lang="en-US" sz="4000" dirty="0"/>
          </a:p>
        </p:txBody>
      </p:sp>
      <p:sp>
        <p:nvSpPr>
          <p:cNvPr id="3" name="Content Placeholder 2">
            <a:extLst>
              <a:ext uri="{FF2B5EF4-FFF2-40B4-BE49-F238E27FC236}">
                <a16:creationId xmlns:a16="http://schemas.microsoft.com/office/drawing/2014/main" id="{4BC1998C-E6BD-C71A-C3E7-04FF6D66E39F}"/>
              </a:ext>
            </a:extLst>
          </p:cNvPr>
          <p:cNvSpPr>
            <a:spLocks noGrp="1"/>
          </p:cNvSpPr>
          <p:nvPr>
            <p:ph idx="1"/>
          </p:nvPr>
        </p:nvSpPr>
        <p:spPr/>
        <p:txBody>
          <a:bodyPr>
            <a:normAutofit/>
          </a:bodyPr>
          <a:lstStyle/>
          <a:p>
            <a:r>
              <a:rPr lang="en-US" altLang="en-US" dirty="0">
                <a:solidFill>
                  <a:srgbClr val="0000FF"/>
                </a:solidFill>
              </a:rPr>
              <a:t>Algorithm</a:t>
            </a:r>
            <a:r>
              <a:rPr lang="en-US" altLang="en-US" dirty="0"/>
              <a:t> - a finite set of clear, unambiguous instructions, due to which a certain output result can be obtained using input data of a definite type. </a:t>
            </a:r>
          </a:p>
          <a:p>
            <a:r>
              <a:rPr lang="en-US" dirty="0"/>
              <a:t>The theory of algorithms is a science that studies the general properties and patterns of algorithms and various formal models for their representation. </a:t>
            </a:r>
          </a:p>
          <a:p>
            <a:r>
              <a:rPr lang="en-US" altLang="en-US" dirty="0"/>
              <a:t>Several examples: </a:t>
            </a:r>
          </a:p>
          <a:p>
            <a:pPr lvl="1"/>
            <a:r>
              <a:rPr lang="en-US" altLang="en-US" dirty="0"/>
              <a:t>An algorithm to add numbers in a column</a:t>
            </a:r>
          </a:p>
          <a:p>
            <a:pPr lvl="1"/>
            <a:r>
              <a:rPr lang="en-US" altLang="en-US" dirty="0"/>
              <a:t>Various algorithms to construct with compass and ruler</a:t>
            </a:r>
          </a:p>
          <a:p>
            <a:pPr lvl="1"/>
            <a:r>
              <a:rPr lang="en-US" altLang="en-US" dirty="0"/>
              <a:t>An algorithm to solve quadratic equations</a:t>
            </a:r>
            <a:endParaRPr lang="ru-RU" altLang="en-US" dirty="0"/>
          </a:p>
        </p:txBody>
      </p:sp>
    </p:spTree>
    <p:extLst>
      <p:ext uri="{BB962C8B-B14F-4D97-AF65-F5344CB8AC3E}">
        <p14:creationId xmlns:p14="http://schemas.microsoft.com/office/powerpoint/2010/main" val="3773064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3CDC7-18B5-F06B-491A-588342CF4746}"/>
              </a:ext>
            </a:extLst>
          </p:cNvPr>
          <p:cNvSpPr>
            <a:spLocks noGrp="1"/>
          </p:cNvSpPr>
          <p:nvPr>
            <p:ph type="title"/>
          </p:nvPr>
        </p:nvSpPr>
        <p:spPr/>
        <p:txBody>
          <a:bodyPr>
            <a:normAutofit/>
          </a:bodyPr>
          <a:lstStyle/>
          <a:p>
            <a:r>
              <a:rPr lang="en-US" altLang="en-US" sz="4000" dirty="0"/>
              <a:t>Formalization of Algorithm Concept</a:t>
            </a:r>
            <a:endParaRPr lang="en-US" sz="4000" dirty="0"/>
          </a:p>
        </p:txBody>
      </p:sp>
      <p:sp>
        <p:nvSpPr>
          <p:cNvPr id="3" name="Content Placeholder 2">
            <a:extLst>
              <a:ext uri="{FF2B5EF4-FFF2-40B4-BE49-F238E27FC236}">
                <a16:creationId xmlns:a16="http://schemas.microsoft.com/office/drawing/2014/main" id="{6830D34E-B8DB-0590-A875-CCF37745367C}"/>
              </a:ext>
            </a:extLst>
          </p:cNvPr>
          <p:cNvSpPr>
            <a:spLocks noGrp="1"/>
          </p:cNvSpPr>
          <p:nvPr>
            <p:ph idx="1"/>
          </p:nvPr>
        </p:nvSpPr>
        <p:spPr/>
        <p:txBody>
          <a:bodyPr/>
          <a:lstStyle/>
          <a:p>
            <a:r>
              <a:rPr lang="en-US" altLang="en-US" dirty="0"/>
              <a:t>An </a:t>
            </a:r>
            <a:r>
              <a:rPr lang="en-US" altLang="en-US" dirty="0">
                <a:solidFill>
                  <a:srgbClr val="0000FF"/>
                </a:solidFill>
              </a:rPr>
              <a:t>algorithm</a:t>
            </a:r>
            <a:r>
              <a:rPr lang="en-US" altLang="en-US" dirty="0"/>
              <a:t> is a finite instruction given at some language that specifies a finite sequence of elementary operations’ feasible solutions to problems, common to the class of possible input data.</a:t>
            </a:r>
          </a:p>
          <a:p>
            <a:r>
              <a:rPr lang="en-US" altLang="en-US" dirty="0"/>
              <a:t>Let D be the region (set) of input data of the problem, and R - the set of possible outcomes, then it can be stated that the algorithm reflects the D </a:t>
            </a:r>
            <a:r>
              <a:rPr lang="en-US" altLang="en-US" dirty="0">
                <a:sym typeface="Wingdings" panose="05000000000000000000" pitchFamily="2" charset="2"/>
              </a:rPr>
              <a:t></a:t>
            </a:r>
            <a:r>
              <a:rPr lang="en-US" altLang="en-US" dirty="0"/>
              <a:t> R. Since such reflection can be incomplete, the following concepts are inserted:</a:t>
            </a:r>
          </a:p>
          <a:p>
            <a:pPr lvl="1"/>
            <a:r>
              <a:rPr lang="en-US" altLang="en-US" sz="1800" dirty="0"/>
              <a:t>An algorithm is called </a:t>
            </a:r>
            <a:r>
              <a:rPr lang="en-US" altLang="en-US" sz="1800" dirty="0">
                <a:solidFill>
                  <a:srgbClr val="0000FF"/>
                </a:solidFill>
              </a:rPr>
              <a:t>partial</a:t>
            </a:r>
            <a:r>
              <a:rPr lang="en-US" altLang="en-US" sz="1800" dirty="0"/>
              <a:t> if the result is obtained only for some d </a:t>
            </a:r>
            <a:r>
              <a:rPr lang="az-Cyrl-AZ" altLang="en-US" sz="1800" dirty="0"/>
              <a:t>є</a:t>
            </a:r>
            <a:r>
              <a:rPr lang="en-US" altLang="en-US" sz="1800" dirty="0"/>
              <a:t> D and </a:t>
            </a:r>
            <a:r>
              <a:rPr lang="en-US" altLang="en-US" sz="1800" dirty="0">
                <a:solidFill>
                  <a:srgbClr val="0000FF"/>
                </a:solidFill>
              </a:rPr>
              <a:t>complete</a:t>
            </a:r>
            <a:r>
              <a:rPr lang="en-US" altLang="en-US" sz="1800" dirty="0"/>
              <a:t> if the algorithm gets the correct result for all d </a:t>
            </a:r>
            <a:r>
              <a:rPr lang="az-Cyrl-AZ" altLang="en-US" sz="1800" dirty="0"/>
              <a:t>є</a:t>
            </a:r>
            <a:r>
              <a:rPr lang="en-US" altLang="en-US" sz="1800" dirty="0"/>
              <a:t> D.</a:t>
            </a:r>
          </a:p>
          <a:p>
            <a:endParaRPr lang="en-US" dirty="0"/>
          </a:p>
        </p:txBody>
      </p:sp>
    </p:spTree>
    <p:extLst>
      <p:ext uri="{BB962C8B-B14F-4D97-AF65-F5344CB8AC3E}">
        <p14:creationId xmlns:p14="http://schemas.microsoft.com/office/powerpoint/2010/main" val="680977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a:extLst>
              <a:ext uri="{FF2B5EF4-FFF2-40B4-BE49-F238E27FC236}">
                <a16:creationId xmlns:a16="http://schemas.microsoft.com/office/drawing/2014/main" id="{79EAF5E0-ED0F-0B89-8A4A-11236AA5231D}"/>
              </a:ext>
            </a:extLst>
          </p:cNvPr>
          <p:cNvSpPr>
            <a:spLocks noGrp="1" noChangeArrowheads="1"/>
          </p:cNvSpPr>
          <p:nvPr>
            <p:ph type="title"/>
          </p:nvPr>
        </p:nvSpPr>
        <p:spPr/>
        <p:txBody>
          <a:bodyPr/>
          <a:lstStyle/>
          <a:p>
            <a:r>
              <a:rPr lang="en-US" altLang="en-US"/>
              <a:t>Correct and Incorrect Algorithms</a:t>
            </a:r>
            <a:endParaRPr lang="ru-RU" altLang="en-US"/>
          </a:p>
        </p:txBody>
      </p:sp>
      <p:sp>
        <p:nvSpPr>
          <p:cNvPr id="15363" name="Rectangle 3">
            <a:extLst>
              <a:ext uri="{FF2B5EF4-FFF2-40B4-BE49-F238E27FC236}">
                <a16:creationId xmlns:a16="http://schemas.microsoft.com/office/drawing/2014/main" id="{3D699AFB-91A2-FE69-064F-0F18504E11F8}"/>
              </a:ext>
            </a:extLst>
          </p:cNvPr>
          <p:cNvSpPr>
            <a:spLocks noChangeArrowheads="1"/>
          </p:cNvSpPr>
          <p:nvPr/>
        </p:nvSpPr>
        <p:spPr bwMode="auto">
          <a:xfrm>
            <a:off x="3638550" y="1398588"/>
            <a:ext cx="3429000" cy="379412"/>
          </a:xfrm>
          <a:prstGeom prst="rect">
            <a:avLst/>
          </a:prstGeom>
          <a:solidFill>
            <a:schemeClr val="accent1"/>
          </a:solidFill>
          <a:ln w="9525" algn="ctr">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600" dirty="0">
                <a:solidFill>
                  <a:schemeClr val="bg2"/>
                </a:solidFill>
              </a:rPr>
              <a:t>Problem</a:t>
            </a:r>
          </a:p>
        </p:txBody>
      </p:sp>
      <p:cxnSp>
        <p:nvCxnSpPr>
          <p:cNvPr id="15364" name="Straight Arrow Connector 6">
            <a:extLst>
              <a:ext uri="{FF2B5EF4-FFF2-40B4-BE49-F238E27FC236}">
                <a16:creationId xmlns:a16="http://schemas.microsoft.com/office/drawing/2014/main" id="{E28F7616-E6C5-869A-D604-C14333C12C43}"/>
              </a:ext>
            </a:extLst>
          </p:cNvPr>
          <p:cNvCxnSpPr>
            <a:cxnSpLocks noChangeShapeType="1"/>
          </p:cNvCxnSpPr>
          <p:nvPr/>
        </p:nvCxnSpPr>
        <p:spPr bwMode="auto">
          <a:xfrm rot="10800000" flipV="1">
            <a:off x="3028950" y="4754564"/>
            <a:ext cx="533400" cy="15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65" name="Straight Arrow Connector 8">
            <a:extLst>
              <a:ext uri="{FF2B5EF4-FFF2-40B4-BE49-F238E27FC236}">
                <a16:creationId xmlns:a16="http://schemas.microsoft.com/office/drawing/2014/main" id="{ADD3DD62-37B4-6C50-8548-959E04057A2C}"/>
              </a:ext>
            </a:extLst>
          </p:cNvPr>
          <p:cNvCxnSpPr>
            <a:cxnSpLocks noChangeShapeType="1"/>
          </p:cNvCxnSpPr>
          <p:nvPr/>
        </p:nvCxnSpPr>
        <p:spPr bwMode="auto">
          <a:xfrm>
            <a:off x="5353050" y="5475289"/>
            <a:ext cx="381000" cy="15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66" name="Straight Arrow Connector 9">
            <a:extLst>
              <a:ext uri="{FF2B5EF4-FFF2-40B4-BE49-F238E27FC236}">
                <a16:creationId xmlns:a16="http://schemas.microsoft.com/office/drawing/2014/main" id="{2244D1C3-A951-E8A1-C14F-D71C04D0BC2F}"/>
              </a:ext>
            </a:extLst>
          </p:cNvPr>
          <p:cNvCxnSpPr>
            <a:cxnSpLocks noChangeShapeType="1"/>
          </p:cNvCxnSpPr>
          <p:nvPr/>
        </p:nvCxnSpPr>
        <p:spPr bwMode="auto">
          <a:xfrm>
            <a:off x="7181850" y="4754564"/>
            <a:ext cx="381000" cy="15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367" name="Subtitle 2">
            <a:extLst>
              <a:ext uri="{FF2B5EF4-FFF2-40B4-BE49-F238E27FC236}">
                <a16:creationId xmlns:a16="http://schemas.microsoft.com/office/drawing/2014/main" id="{2D58BF84-68BB-E894-BFC0-0364DA92714E}"/>
              </a:ext>
            </a:extLst>
          </p:cNvPr>
          <p:cNvSpPr txBox="1">
            <a:spLocks/>
          </p:cNvSpPr>
          <p:nvPr/>
        </p:nvSpPr>
        <p:spPr bwMode="auto">
          <a:xfrm>
            <a:off x="3790950" y="5199063"/>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buClr>
                <a:schemeClr val="folHlink"/>
              </a:buClr>
              <a:buSzPct val="60000"/>
              <a:buFont typeface="Wingdings" panose="05000000000000000000" pitchFamily="2" charset="2"/>
              <a:buNone/>
            </a:pPr>
            <a:r>
              <a:rPr lang="en-US" altLang="en-US" sz="1600">
                <a:latin typeface="Arial LatArm" pitchFamily="34" charset="0"/>
              </a:rPr>
              <a:t>Often yes</a:t>
            </a:r>
            <a:endParaRPr lang="ru-RU" altLang="en-US" sz="1600">
              <a:latin typeface="Arial LatArm" pitchFamily="34" charset="0"/>
            </a:endParaRPr>
          </a:p>
        </p:txBody>
      </p:sp>
      <p:sp>
        <p:nvSpPr>
          <p:cNvPr id="15368" name="Subtitle 2">
            <a:extLst>
              <a:ext uri="{FF2B5EF4-FFF2-40B4-BE49-F238E27FC236}">
                <a16:creationId xmlns:a16="http://schemas.microsoft.com/office/drawing/2014/main" id="{CF764303-72E7-E534-8083-58C2E703CADB}"/>
              </a:ext>
            </a:extLst>
          </p:cNvPr>
          <p:cNvSpPr txBox="1">
            <a:spLocks/>
          </p:cNvSpPr>
          <p:nvPr/>
        </p:nvSpPr>
        <p:spPr bwMode="auto">
          <a:xfrm>
            <a:off x="7143750" y="4208463"/>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buClr>
                <a:schemeClr val="folHlink"/>
              </a:buClr>
              <a:buSzPct val="60000"/>
              <a:buFontTx/>
              <a:buNone/>
            </a:pPr>
            <a:r>
              <a:rPr lang="en-US" altLang="en-US" sz="1600">
                <a:latin typeface="Arial LatArm" pitchFamily="34" charset="0"/>
              </a:rPr>
              <a:t>Always no</a:t>
            </a:r>
            <a:endParaRPr lang="ru-RU" altLang="en-US" sz="1600">
              <a:latin typeface="Arial LatArm" pitchFamily="34" charset="0"/>
            </a:endParaRPr>
          </a:p>
        </p:txBody>
      </p:sp>
      <p:sp>
        <p:nvSpPr>
          <p:cNvPr id="15369" name="Subtitle 2">
            <a:extLst>
              <a:ext uri="{FF2B5EF4-FFF2-40B4-BE49-F238E27FC236}">
                <a16:creationId xmlns:a16="http://schemas.microsoft.com/office/drawing/2014/main" id="{F70676D7-2318-211B-C5C1-F2726337249D}"/>
              </a:ext>
            </a:extLst>
          </p:cNvPr>
          <p:cNvSpPr txBox="1">
            <a:spLocks/>
          </p:cNvSpPr>
          <p:nvPr/>
        </p:nvSpPr>
        <p:spPr bwMode="auto">
          <a:xfrm>
            <a:off x="2266950" y="4208463"/>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buClr>
                <a:schemeClr val="folHlink"/>
              </a:buClr>
              <a:buSzPct val="60000"/>
              <a:buFont typeface="Wingdings" panose="05000000000000000000" pitchFamily="2" charset="2"/>
              <a:buNone/>
            </a:pPr>
            <a:r>
              <a:rPr lang="en-US" altLang="en-US" sz="1600">
                <a:latin typeface="Arial LatArm" pitchFamily="34" charset="0"/>
              </a:rPr>
              <a:t>Always yes</a:t>
            </a:r>
            <a:endParaRPr lang="ru-RU" altLang="en-US" sz="1600">
              <a:latin typeface="Arial LatArm" pitchFamily="34" charset="0"/>
            </a:endParaRPr>
          </a:p>
        </p:txBody>
      </p:sp>
      <p:sp>
        <p:nvSpPr>
          <p:cNvPr id="15370" name="Rectangle 18">
            <a:extLst>
              <a:ext uri="{FF2B5EF4-FFF2-40B4-BE49-F238E27FC236}">
                <a16:creationId xmlns:a16="http://schemas.microsoft.com/office/drawing/2014/main" id="{677E243D-9893-425E-E642-84009C791EAC}"/>
              </a:ext>
            </a:extLst>
          </p:cNvPr>
          <p:cNvSpPr>
            <a:spLocks noChangeArrowheads="1"/>
          </p:cNvSpPr>
          <p:nvPr/>
        </p:nvSpPr>
        <p:spPr bwMode="auto">
          <a:xfrm>
            <a:off x="3638550" y="2008189"/>
            <a:ext cx="3429000" cy="382587"/>
          </a:xfrm>
          <a:prstGeom prst="rect">
            <a:avLst/>
          </a:prstGeom>
          <a:solidFill>
            <a:schemeClr val="accent1"/>
          </a:solidFill>
          <a:ln w="9525" algn="ctr">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600">
                <a:solidFill>
                  <a:schemeClr val="bg2"/>
                </a:solidFill>
              </a:rPr>
              <a:t>Algorithm</a:t>
            </a:r>
          </a:p>
        </p:txBody>
      </p:sp>
      <p:sp>
        <p:nvSpPr>
          <p:cNvPr id="15371" name="Rectangle 19">
            <a:extLst>
              <a:ext uri="{FF2B5EF4-FFF2-40B4-BE49-F238E27FC236}">
                <a16:creationId xmlns:a16="http://schemas.microsoft.com/office/drawing/2014/main" id="{7CDFA479-E709-B800-1658-EB0FDD689EFD}"/>
              </a:ext>
            </a:extLst>
          </p:cNvPr>
          <p:cNvSpPr>
            <a:spLocks noChangeArrowheads="1"/>
          </p:cNvSpPr>
          <p:nvPr/>
        </p:nvSpPr>
        <p:spPr bwMode="auto">
          <a:xfrm>
            <a:off x="3638550" y="2635251"/>
            <a:ext cx="3429000" cy="384175"/>
          </a:xfrm>
          <a:prstGeom prst="rect">
            <a:avLst/>
          </a:prstGeom>
          <a:solidFill>
            <a:schemeClr val="accent1"/>
          </a:solidFill>
          <a:ln w="9525" algn="ctr">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600">
                <a:solidFill>
                  <a:schemeClr val="bg2"/>
                </a:solidFill>
              </a:rPr>
              <a:t>Solution </a:t>
            </a:r>
          </a:p>
        </p:txBody>
      </p:sp>
      <p:sp>
        <p:nvSpPr>
          <p:cNvPr id="15372" name="Rectangle 20">
            <a:extLst>
              <a:ext uri="{FF2B5EF4-FFF2-40B4-BE49-F238E27FC236}">
                <a16:creationId xmlns:a16="http://schemas.microsoft.com/office/drawing/2014/main" id="{119309F3-8D33-1360-AC4C-85F976A27040}"/>
              </a:ext>
            </a:extLst>
          </p:cNvPr>
          <p:cNvSpPr>
            <a:spLocks noChangeArrowheads="1"/>
          </p:cNvSpPr>
          <p:nvPr/>
        </p:nvSpPr>
        <p:spPr bwMode="auto">
          <a:xfrm>
            <a:off x="7231063" y="1419226"/>
            <a:ext cx="2590800" cy="758825"/>
          </a:xfrm>
          <a:prstGeom prst="rect">
            <a:avLst/>
          </a:prstGeom>
          <a:solidFill>
            <a:schemeClr val="accent1"/>
          </a:solidFill>
          <a:ln w="9525" algn="ctr">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600" dirty="0">
                <a:solidFill>
                  <a:schemeClr val="bg2"/>
                </a:solidFill>
              </a:rPr>
              <a:t>Requirements set towards </a:t>
            </a:r>
          </a:p>
          <a:p>
            <a:pPr algn="ctr" eaLnBrk="1" hangingPunct="1">
              <a:spcBef>
                <a:spcPct val="0"/>
              </a:spcBef>
              <a:buClrTx/>
              <a:buSzTx/>
              <a:buFontTx/>
              <a:buNone/>
            </a:pPr>
            <a:r>
              <a:rPr lang="en-US" altLang="en-US" sz="1600" dirty="0">
                <a:solidFill>
                  <a:schemeClr val="bg2"/>
                </a:solidFill>
              </a:rPr>
              <a:t>solving the problem</a:t>
            </a:r>
          </a:p>
        </p:txBody>
      </p:sp>
      <p:sp>
        <p:nvSpPr>
          <p:cNvPr id="15373" name="Rectangle 21">
            <a:extLst>
              <a:ext uri="{FF2B5EF4-FFF2-40B4-BE49-F238E27FC236}">
                <a16:creationId xmlns:a16="http://schemas.microsoft.com/office/drawing/2014/main" id="{D05CBBF2-5F97-109A-26A0-648703868EBF}"/>
              </a:ext>
            </a:extLst>
          </p:cNvPr>
          <p:cNvSpPr>
            <a:spLocks noChangeArrowheads="1"/>
          </p:cNvSpPr>
          <p:nvPr/>
        </p:nvSpPr>
        <p:spPr bwMode="auto">
          <a:xfrm>
            <a:off x="3638550" y="3259139"/>
            <a:ext cx="3429000" cy="796925"/>
          </a:xfrm>
          <a:prstGeom prst="rect">
            <a:avLst/>
          </a:prstGeom>
          <a:solidFill>
            <a:schemeClr val="accent1"/>
          </a:solidFill>
          <a:ln w="9525" algn="ctr">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600">
                <a:solidFill>
                  <a:schemeClr val="bg2"/>
                </a:solidFill>
              </a:rPr>
              <a:t>Comparison of solution </a:t>
            </a:r>
          </a:p>
          <a:p>
            <a:pPr algn="ctr" eaLnBrk="1" hangingPunct="1">
              <a:spcBef>
                <a:spcPct val="0"/>
              </a:spcBef>
              <a:buClrTx/>
              <a:buSzTx/>
              <a:buFontTx/>
              <a:buNone/>
            </a:pPr>
            <a:r>
              <a:rPr lang="en-US" altLang="en-US" sz="1600">
                <a:solidFill>
                  <a:schemeClr val="bg2"/>
                </a:solidFill>
              </a:rPr>
              <a:t>results and set requirements  </a:t>
            </a:r>
          </a:p>
        </p:txBody>
      </p:sp>
      <p:sp>
        <p:nvSpPr>
          <p:cNvPr id="10254" name="Flowchart: Decision 26">
            <a:extLst>
              <a:ext uri="{FF2B5EF4-FFF2-40B4-BE49-F238E27FC236}">
                <a16:creationId xmlns:a16="http://schemas.microsoft.com/office/drawing/2014/main" id="{E89AAC93-EF35-47C2-8D76-DEA379845935}"/>
              </a:ext>
            </a:extLst>
          </p:cNvPr>
          <p:cNvSpPr>
            <a:spLocks noChangeArrowheads="1"/>
          </p:cNvSpPr>
          <p:nvPr/>
        </p:nvSpPr>
        <p:spPr bwMode="auto">
          <a:xfrm>
            <a:off x="3524250" y="4259264"/>
            <a:ext cx="3657600" cy="993775"/>
          </a:xfrm>
          <a:prstGeom prst="flowChartDecision">
            <a:avLst/>
          </a:prstGeom>
          <a:solidFill>
            <a:schemeClr val="accent1">
              <a:lumMod val="40000"/>
              <a:lumOff val="60000"/>
            </a:schemeClr>
          </a:solidFill>
          <a:ln w="9525" algn="ctr">
            <a:solidFill>
              <a:schemeClr val="tx1"/>
            </a:solidFill>
            <a:round/>
            <a:headEnd/>
            <a:tailEnd/>
          </a:ln>
        </p:spPr>
        <p:txBody>
          <a:bodyPr wrap="none" anchor="ctr"/>
          <a:lstStyle/>
          <a:p>
            <a:pPr algn="ctr" eaLnBrk="1" hangingPunct="1">
              <a:defRPr/>
            </a:pPr>
            <a:r>
              <a:rPr lang="en-US" sz="1600">
                <a:latin typeface="Arial" charset="0"/>
                <a:cs typeface="Arial" charset="0"/>
              </a:rPr>
              <a:t>Requirements met</a:t>
            </a:r>
          </a:p>
        </p:txBody>
      </p:sp>
      <p:cxnSp>
        <p:nvCxnSpPr>
          <p:cNvPr id="15375" name="Straight Connector 30">
            <a:extLst>
              <a:ext uri="{FF2B5EF4-FFF2-40B4-BE49-F238E27FC236}">
                <a16:creationId xmlns:a16="http://schemas.microsoft.com/office/drawing/2014/main" id="{B8E58C67-E957-AE85-4A0E-F10AEA9D94C4}"/>
              </a:ext>
            </a:extLst>
          </p:cNvPr>
          <p:cNvCxnSpPr>
            <a:cxnSpLocks noChangeShapeType="1"/>
          </p:cNvCxnSpPr>
          <p:nvPr/>
        </p:nvCxnSpPr>
        <p:spPr bwMode="auto">
          <a:xfrm rot="5400000">
            <a:off x="5238751" y="5372101"/>
            <a:ext cx="227012"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5376" name="Straight Arrow Connector 38">
            <a:extLst>
              <a:ext uri="{FF2B5EF4-FFF2-40B4-BE49-F238E27FC236}">
                <a16:creationId xmlns:a16="http://schemas.microsoft.com/office/drawing/2014/main" id="{A24674F0-C4C3-7064-A1DF-68C8D89A1899}"/>
              </a:ext>
            </a:extLst>
          </p:cNvPr>
          <p:cNvCxnSpPr>
            <a:cxnSpLocks noChangeShapeType="1"/>
          </p:cNvCxnSpPr>
          <p:nvPr/>
        </p:nvCxnSpPr>
        <p:spPr bwMode="auto">
          <a:xfrm rot="5400000">
            <a:off x="5233195" y="2505870"/>
            <a:ext cx="231775" cy="15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77" name="Straight Arrow Connector 39">
            <a:extLst>
              <a:ext uri="{FF2B5EF4-FFF2-40B4-BE49-F238E27FC236}">
                <a16:creationId xmlns:a16="http://schemas.microsoft.com/office/drawing/2014/main" id="{180BE157-61F2-C509-A67E-B96991C6CCF0}"/>
              </a:ext>
            </a:extLst>
          </p:cNvPr>
          <p:cNvCxnSpPr>
            <a:cxnSpLocks noChangeShapeType="1"/>
          </p:cNvCxnSpPr>
          <p:nvPr/>
        </p:nvCxnSpPr>
        <p:spPr bwMode="auto">
          <a:xfrm rot="5400000">
            <a:off x="5245895" y="3142458"/>
            <a:ext cx="231775" cy="15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78" name="Straight Arrow Connector 40">
            <a:extLst>
              <a:ext uri="{FF2B5EF4-FFF2-40B4-BE49-F238E27FC236}">
                <a16:creationId xmlns:a16="http://schemas.microsoft.com/office/drawing/2014/main" id="{FC045AC9-73BD-E4B7-668D-17D91D004C9E}"/>
              </a:ext>
            </a:extLst>
          </p:cNvPr>
          <p:cNvCxnSpPr>
            <a:cxnSpLocks noChangeShapeType="1"/>
          </p:cNvCxnSpPr>
          <p:nvPr/>
        </p:nvCxnSpPr>
        <p:spPr bwMode="auto">
          <a:xfrm rot="5400000">
            <a:off x="5225257" y="4158457"/>
            <a:ext cx="231775" cy="15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79" name="Straight Arrow Connector 41">
            <a:extLst>
              <a:ext uri="{FF2B5EF4-FFF2-40B4-BE49-F238E27FC236}">
                <a16:creationId xmlns:a16="http://schemas.microsoft.com/office/drawing/2014/main" id="{7FCCECEF-A2CB-F749-B1FF-F63EB8F8FF25}"/>
              </a:ext>
            </a:extLst>
          </p:cNvPr>
          <p:cNvCxnSpPr>
            <a:cxnSpLocks noChangeShapeType="1"/>
          </p:cNvCxnSpPr>
          <p:nvPr/>
        </p:nvCxnSpPr>
        <p:spPr bwMode="auto">
          <a:xfrm rot="5400000">
            <a:off x="5225257" y="1894682"/>
            <a:ext cx="231775" cy="15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80" name="Straight Arrow Connector 42">
            <a:extLst>
              <a:ext uri="{FF2B5EF4-FFF2-40B4-BE49-F238E27FC236}">
                <a16:creationId xmlns:a16="http://schemas.microsoft.com/office/drawing/2014/main" id="{91645AD5-B837-770C-C84A-A495CB2B6400}"/>
              </a:ext>
            </a:extLst>
          </p:cNvPr>
          <p:cNvCxnSpPr>
            <a:cxnSpLocks noChangeShapeType="1"/>
          </p:cNvCxnSpPr>
          <p:nvPr/>
        </p:nvCxnSpPr>
        <p:spPr bwMode="auto">
          <a:xfrm rot="10800000">
            <a:off x="7078663" y="3549650"/>
            <a:ext cx="1371600" cy="15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381" name="Straight Connector 46">
            <a:extLst>
              <a:ext uri="{FF2B5EF4-FFF2-40B4-BE49-F238E27FC236}">
                <a16:creationId xmlns:a16="http://schemas.microsoft.com/office/drawing/2014/main" id="{D525D489-A273-60DC-3174-14B791B4551B}"/>
              </a:ext>
            </a:extLst>
          </p:cNvPr>
          <p:cNvCxnSpPr>
            <a:cxnSpLocks noChangeShapeType="1"/>
          </p:cNvCxnSpPr>
          <p:nvPr/>
        </p:nvCxnSpPr>
        <p:spPr bwMode="auto">
          <a:xfrm rot="5400000">
            <a:off x="7765257" y="2863057"/>
            <a:ext cx="1371600" cy="15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5382" name="Subtitle 2">
            <a:extLst>
              <a:ext uri="{FF2B5EF4-FFF2-40B4-BE49-F238E27FC236}">
                <a16:creationId xmlns:a16="http://schemas.microsoft.com/office/drawing/2014/main" id="{F0817BBF-FBF4-2F5F-F5B1-C54621A061C8}"/>
              </a:ext>
            </a:extLst>
          </p:cNvPr>
          <p:cNvSpPr txBox="1">
            <a:spLocks/>
          </p:cNvSpPr>
          <p:nvPr/>
        </p:nvSpPr>
        <p:spPr bwMode="auto">
          <a:xfrm>
            <a:off x="7283450" y="4783138"/>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buClr>
                <a:schemeClr val="folHlink"/>
              </a:buClr>
              <a:buSzPct val="60000"/>
              <a:buFont typeface="Wingdings" panose="05000000000000000000" pitchFamily="2" charset="2"/>
              <a:buNone/>
            </a:pPr>
            <a:r>
              <a:rPr lang="en-US" altLang="en-US" sz="1600" u="sng">
                <a:latin typeface="Arial LatArm" pitchFamily="34" charset="0"/>
              </a:rPr>
              <a:t>Incorrect algorithm</a:t>
            </a:r>
            <a:endParaRPr lang="ru-RU" altLang="en-US" sz="1600" u="sng">
              <a:latin typeface="Tahoma" panose="020B0604030504040204" pitchFamily="34" charset="0"/>
            </a:endParaRPr>
          </a:p>
        </p:txBody>
      </p:sp>
      <p:sp>
        <p:nvSpPr>
          <p:cNvPr id="15383" name="Subtitle 2">
            <a:extLst>
              <a:ext uri="{FF2B5EF4-FFF2-40B4-BE49-F238E27FC236}">
                <a16:creationId xmlns:a16="http://schemas.microsoft.com/office/drawing/2014/main" id="{5E122A19-4E43-F75E-EE74-C97A848BEB57}"/>
              </a:ext>
            </a:extLst>
          </p:cNvPr>
          <p:cNvSpPr txBox="1">
            <a:spLocks/>
          </p:cNvSpPr>
          <p:nvPr/>
        </p:nvSpPr>
        <p:spPr bwMode="auto">
          <a:xfrm>
            <a:off x="5448301" y="5456239"/>
            <a:ext cx="3095625"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buClr>
                <a:schemeClr val="folHlink"/>
              </a:buClr>
              <a:buSzPct val="60000"/>
              <a:buFont typeface="Wingdings" panose="05000000000000000000" pitchFamily="2" charset="2"/>
              <a:buNone/>
            </a:pPr>
            <a:r>
              <a:rPr lang="en-US" altLang="en-US" sz="1600">
                <a:latin typeface="Arial LatArm" pitchFamily="34" charset="0"/>
              </a:rPr>
              <a:t>Incorrect but </a:t>
            </a:r>
            <a:r>
              <a:rPr lang="en-US" altLang="en-US" sz="1600">
                <a:solidFill>
                  <a:srgbClr val="0000FF"/>
                </a:solidFill>
                <a:latin typeface="Arial LatArm" pitchFamily="34" charset="0"/>
              </a:rPr>
              <a:t>useful algorithm</a:t>
            </a:r>
            <a:endParaRPr lang="ru-RU" altLang="en-US" sz="1600" u="sng">
              <a:solidFill>
                <a:srgbClr val="0000FF"/>
              </a:solidFill>
              <a:latin typeface="Tahoma" panose="020B0604030504040204" pitchFamily="34" charset="0"/>
            </a:endParaRPr>
          </a:p>
        </p:txBody>
      </p:sp>
      <p:sp>
        <p:nvSpPr>
          <p:cNvPr id="15384" name="Subtitle 2">
            <a:extLst>
              <a:ext uri="{FF2B5EF4-FFF2-40B4-BE49-F238E27FC236}">
                <a16:creationId xmlns:a16="http://schemas.microsoft.com/office/drawing/2014/main" id="{8E61B7A3-661D-099E-A059-30F6A779715F}"/>
              </a:ext>
            </a:extLst>
          </p:cNvPr>
          <p:cNvSpPr txBox="1">
            <a:spLocks/>
          </p:cNvSpPr>
          <p:nvPr/>
        </p:nvSpPr>
        <p:spPr bwMode="auto">
          <a:xfrm>
            <a:off x="1885950" y="4818063"/>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buClr>
                <a:schemeClr val="folHlink"/>
              </a:buClr>
              <a:buSzPct val="60000"/>
              <a:buFontTx/>
              <a:buNone/>
            </a:pPr>
            <a:r>
              <a:rPr lang="en-US" altLang="en-US" sz="1600" u="sng">
                <a:latin typeface="Arial LatArm" pitchFamily="34" charset="0"/>
              </a:rPr>
              <a:t>Correct algorithm</a:t>
            </a:r>
            <a:endParaRPr lang="ru-RU" altLang="en-US" sz="1600" u="sng">
              <a:latin typeface="Tahom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a:extLst>
              <a:ext uri="{FF2B5EF4-FFF2-40B4-BE49-F238E27FC236}">
                <a16:creationId xmlns:a16="http://schemas.microsoft.com/office/drawing/2014/main" id="{13214B29-1F76-4376-9A1D-70DCF1566BAE}"/>
              </a:ext>
            </a:extLst>
          </p:cNvPr>
          <p:cNvSpPr>
            <a:spLocks noGrp="1" noChangeArrowheads="1"/>
          </p:cNvSpPr>
          <p:nvPr>
            <p:ph type="title"/>
          </p:nvPr>
        </p:nvSpPr>
        <p:spPr/>
        <p:txBody>
          <a:bodyPr>
            <a:normAutofit/>
          </a:bodyPr>
          <a:lstStyle/>
          <a:p>
            <a:pPr>
              <a:defRPr/>
            </a:pPr>
            <a:r>
              <a:rPr lang="en-US" sz="4000" dirty="0">
                <a:latin typeface="+mn-lt"/>
              </a:rPr>
              <a:t>Formalization of the Concept of Algorithm (2)</a:t>
            </a:r>
            <a:endParaRPr lang="ru-RU" sz="4000" b="0" dirty="0">
              <a:latin typeface="+mn-lt"/>
            </a:endParaRPr>
          </a:p>
        </p:txBody>
      </p:sp>
      <p:sp>
        <p:nvSpPr>
          <p:cNvPr id="9227" name="Subtitle 2">
            <a:extLst>
              <a:ext uri="{FF2B5EF4-FFF2-40B4-BE49-F238E27FC236}">
                <a16:creationId xmlns:a16="http://schemas.microsoft.com/office/drawing/2014/main" id="{381568BA-C2E2-4DC3-A44C-13B175D83301}"/>
              </a:ext>
            </a:extLst>
          </p:cNvPr>
          <p:cNvSpPr txBox="1">
            <a:spLocks/>
          </p:cNvSpPr>
          <p:nvPr/>
        </p:nvSpPr>
        <p:spPr bwMode="auto">
          <a:xfrm>
            <a:off x="1881188" y="3908425"/>
            <a:ext cx="8229600" cy="1644650"/>
          </a:xfrm>
          <a:prstGeom prst="rect">
            <a:avLst/>
          </a:prstGeom>
          <a:noFill/>
          <a:ln>
            <a:noFill/>
          </a:ln>
        </p:spPr>
        <p:txBody>
          <a:bodyPr/>
          <a:lstStyle>
            <a:lvl1pPr eaLnBrk="0" hangingPunct="0">
              <a:defRPr sz="1400">
                <a:solidFill>
                  <a:schemeClr val="tx1"/>
                </a:solidFill>
                <a:latin typeface="Times New Roman" pitchFamily="18" charset="0"/>
                <a:cs typeface="Arial" charset="0"/>
              </a:defRPr>
            </a:lvl1pPr>
            <a:lvl2pPr marL="742950" indent="-285750" eaLnBrk="0" hangingPunct="0">
              <a:defRPr sz="1400">
                <a:solidFill>
                  <a:schemeClr val="tx1"/>
                </a:solidFill>
                <a:latin typeface="Times New Roman" pitchFamily="18" charset="0"/>
                <a:cs typeface="Arial" charset="0"/>
              </a:defRPr>
            </a:lvl2pPr>
            <a:lvl3pPr marL="1143000" indent="-228600" eaLnBrk="0" hangingPunct="0">
              <a:defRPr sz="1400">
                <a:solidFill>
                  <a:schemeClr val="tx1"/>
                </a:solidFill>
                <a:latin typeface="Times New Roman" pitchFamily="18" charset="0"/>
                <a:cs typeface="Arial" charset="0"/>
              </a:defRPr>
            </a:lvl3pPr>
            <a:lvl4pPr marL="1600200" indent="-228600" eaLnBrk="0" hangingPunct="0">
              <a:defRPr sz="1400">
                <a:solidFill>
                  <a:schemeClr val="tx1"/>
                </a:solidFill>
                <a:latin typeface="Times New Roman" pitchFamily="18" charset="0"/>
                <a:cs typeface="Arial" charset="0"/>
              </a:defRPr>
            </a:lvl4pPr>
            <a:lvl5pPr marL="2057400" indent="-228600" eaLnBrk="0" hangingPunct="0">
              <a:defRPr sz="1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1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1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1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1400">
                <a:solidFill>
                  <a:schemeClr val="tx1"/>
                </a:solidFill>
                <a:latin typeface="Times New Roman" pitchFamily="18" charset="0"/>
                <a:cs typeface="Arial" charset="0"/>
              </a:defRPr>
            </a:lvl9pPr>
          </a:lstStyle>
          <a:p>
            <a:pPr>
              <a:spcBef>
                <a:spcPct val="20000"/>
              </a:spcBef>
              <a:buClr>
                <a:schemeClr val="folHlink"/>
              </a:buClr>
              <a:buSzPct val="60000"/>
              <a:buFont typeface="Wingdings" pitchFamily="2" charset="2"/>
              <a:buNone/>
              <a:defRPr/>
            </a:pPr>
            <a:r>
              <a:rPr lang="en-US" dirty="0">
                <a:latin typeface="+mn-lt"/>
              </a:rPr>
              <a:t>For example, sorting problem</a:t>
            </a:r>
          </a:p>
          <a:p>
            <a:pPr>
              <a:spcBef>
                <a:spcPct val="20000"/>
              </a:spcBef>
              <a:buClr>
                <a:schemeClr val="folHlink"/>
              </a:buClr>
              <a:buSzPct val="60000"/>
              <a:buFont typeface="Wingdings" pitchFamily="2" charset="2"/>
              <a:buNone/>
              <a:defRPr/>
            </a:pPr>
            <a:r>
              <a:rPr lang="en-US" u="sng" dirty="0">
                <a:latin typeface="+mn-lt"/>
              </a:rPr>
              <a:t>Input:</a:t>
            </a:r>
            <a:r>
              <a:rPr lang="en-US" dirty="0">
                <a:latin typeface="+mn-lt"/>
              </a:rPr>
              <a:t> sequence of </a:t>
            </a:r>
            <a:r>
              <a:rPr lang="ru-RU" dirty="0">
                <a:latin typeface="+mn-lt"/>
              </a:rPr>
              <a:t>n </a:t>
            </a:r>
            <a:r>
              <a:rPr lang="en-US" dirty="0">
                <a:latin typeface="+mn-lt"/>
              </a:rPr>
              <a:t>numbers </a:t>
            </a:r>
            <a:r>
              <a:rPr lang="ru-RU" dirty="0">
                <a:latin typeface="+mn-lt"/>
              </a:rPr>
              <a:t>a</a:t>
            </a:r>
            <a:r>
              <a:rPr lang="ru-RU" b="1" baseline="-25000" dirty="0">
                <a:latin typeface="+mn-lt"/>
              </a:rPr>
              <a:t>1</a:t>
            </a:r>
            <a:r>
              <a:rPr lang="ru-RU" dirty="0">
                <a:latin typeface="+mn-lt"/>
              </a:rPr>
              <a:t>, a</a:t>
            </a:r>
            <a:r>
              <a:rPr lang="ru-RU" b="1" baseline="-25000" dirty="0">
                <a:latin typeface="+mn-lt"/>
              </a:rPr>
              <a:t>2</a:t>
            </a:r>
            <a:r>
              <a:rPr lang="ru-RU" dirty="0">
                <a:latin typeface="+mn-lt"/>
              </a:rPr>
              <a:t>, . . .,a</a:t>
            </a:r>
            <a:r>
              <a:rPr lang="ru-RU" b="1" baseline="-25000" dirty="0">
                <a:latin typeface="+mn-lt"/>
              </a:rPr>
              <a:t>n</a:t>
            </a:r>
          </a:p>
          <a:p>
            <a:pPr>
              <a:spcBef>
                <a:spcPct val="20000"/>
              </a:spcBef>
              <a:buClr>
                <a:schemeClr val="folHlink"/>
              </a:buClr>
              <a:buSzPct val="60000"/>
              <a:defRPr/>
            </a:pPr>
            <a:r>
              <a:rPr lang="en-US" u="sng" dirty="0">
                <a:latin typeface="+mn-lt"/>
              </a:rPr>
              <a:t>Output:</a:t>
            </a:r>
            <a:r>
              <a:rPr lang="en-US" dirty="0">
                <a:latin typeface="+mn-lt"/>
              </a:rPr>
              <a:t> such move of </a:t>
            </a:r>
            <a:r>
              <a:rPr lang="ru-RU" dirty="0">
                <a:latin typeface="+mn-lt"/>
              </a:rPr>
              <a:t>(a</a:t>
            </a:r>
            <a:r>
              <a:rPr lang="ru-RU" b="1" baseline="-25000" dirty="0">
                <a:latin typeface="+mn-lt"/>
              </a:rPr>
              <a:t>1</a:t>
            </a:r>
            <a:r>
              <a:rPr lang="ru-RU" dirty="0">
                <a:latin typeface="+mn-lt"/>
              </a:rPr>
              <a:t>, a</a:t>
            </a:r>
            <a:r>
              <a:rPr lang="ru-RU" b="1" baseline="-25000" dirty="0">
                <a:latin typeface="+mn-lt"/>
              </a:rPr>
              <a:t>2</a:t>
            </a:r>
            <a:r>
              <a:rPr lang="ru-RU" dirty="0">
                <a:latin typeface="+mn-lt"/>
              </a:rPr>
              <a:t>, . . .,a</a:t>
            </a:r>
            <a:r>
              <a:rPr lang="ru-RU" b="1" baseline="-25000" dirty="0">
                <a:latin typeface="+mn-lt"/>
              </a:rPr>
              <a:t>n</a:t>
            </a:r>
            <a:r>
              <a:rPr lang="ru-RU" dirty="0">
                <a:latin typeface="+mn-lt"/>
              </a:rPr>
              <a:t>)</a:t>
            </a:r>
            <a:r>
              <a:rPr lang="en-US" dirty="0">
                <a:latin typeface="+mn-lt"/>
              </a:rPr>
              <a:t> into </a:t>
            </a:r>
            <a:r>
              <a:rPr lang="ru-RU" dirty="0">
                <a:latin typeface="+mn-lt"/>
              </a:rPr>
              <a:t>(a</a:t>
            </a:r>
            <a:r>
              <a:rPr lang="ru-RU" b="1" baseline="-25000" dirty="0">
                <a:latin typeface="+mn-lt"/>
              </a:rPr>
              <a:t>1k</a:t>
            </a:r>
            <a:r>
              <a:rPr lang="ru-RU" dirty="0">
                <a:latin typeface="+mn-lt"/>
              </a:rPr>
              <a:t>, a</a:t>
            </a:r>
            <a:r>
              <a:rPr lang="ru-RU" b="1" baseline="-25000" dirty="0">
                <a:latin typeface="+mn-lt"/>
              </a:rPr>
              <a:t>2k</a:t>
            </a:r>
            <a:r>
              <a:rPr lang="ru-RU" dirty="0">
                <a:latin typeface="+mn-lt"/>
              </a:rPr>
              <a:t>, . . .,a</a:t>
            </a:r>
            <a:r>
              <a:rPr lang="ru-RU" b="1" baseline="-25000" dirty="0">
                <a:latin typeface="+mn-lt"/>
              </a:rPr>
              <a:t>nk</a:t>
            </a:r>
            <a:r>
              <a:rPr lang="ru-RU" dirty="0">
                <a:latin typeface="+mn-lt"/>
              </a:rPr>
              <a:t>)</a:t>
            </a:r>
            <a:r>
              <a:rPr lang="en-US" dirty="0">
                <a:latin typeface="+mn-lt"/>
              </a:rPr>
              <a:t> which will satisfy the following condition:</a:t>
            </a:r>
            <a:br>
              <a:rPr lang="en-US" dirty="0">
                <a:latin typeface="+mn-lt"/>
              </a:rPr>
            </a:br>
            <a:r>
              <a:rPr lang="en-US" dirty="0">
                <a:latin typeface="+mn-lt"/>
              </a:rPr>
              <a:t> </a:t>
            </a:r>
            <a:r>
              <a:rPr lang="ru-RU" dirty="0">
                <a:latin typeface="+mn-lt"/>
              </a:rPr>
              <a:t>a</a:t>
            </a:r>
            <a:r>
              <a:rPr lang="ru-RU" b="1" baseline="-25000" dirty="0">
                <a:latin typeface="+mn-lt"/>
              </a:rPr>
              <a:t>1k</a:t>
            </a:r>
            <a:r>
              <a:rPr lang="ru-RU" dirty="0">
                <a:latin typeface="+mn-lt"/>
                <a:cs typeface="Arial" pitchFamily="34" charset="0"/>
              </a:rPr>
              <a:t> ≤</a:t>
            </a:r>
            <a:r>
              <a:rPr lang="ru-RU" dirty="0">
                <a:latin typeface="+mn-lt"/>
              </a:rPr>
              <a:t> a</a:t>
            </a:r>
            <a:r>
              <a:rPr lang="ru-RU" b="1" baseline="-25000" dirty="0">
                <a:latin typeface="+mn-lt"/>
              </a:rPr>
              <a:t>2k</a:t>
            </a:r>
            <a:r>
              <a:rPr lang="ru-RU" dirty="0">
                <a:latin typeface="+mn-lt"/>
                <a:cs typeface="Arial" pitchFamily="34" charset="0"/>
              </a:rPr>
              <a:t> ≤</a:t>
            </a:r>
            <a:r>
              <a:rPr lang="ru-RU" dirty="0">
                <a:latin typeface="+mn-lt"/>
              </a:rPr>
              <a:t> . . .</a:t>
            </a:r>
            <a:r>
              <a:rPr lang="ru-RU" dirty="0">
                <a:latin typeface="+mn-lt"/>
                <a:cs typeface="Arial" pitchFamily="34" charset="0"/>
              </a:rPr>
              <a:t> ≤ </a:t>
            </a:r>
            <a:r>
              <a:rPr lang="ru-RU" dirty="0">
                <a:latin typeface="+mn-lt"/>
              </a:rPr>
              <a:t>a</a:t>
            </a:r>
            <a:r>
              <a:rPr lang="ru-RU" b="1" baseline="-25000" dirty="0">
                <a:latin typeface="+mn-lt"/>
              </a:rPr>
              <a:t>nk</a:t>
            </a:r>
            <a:endParaRPr lang="en-US" dirty="0">
              <a:latin typeface="+mn-lt"/>
            </a:endParaRPr>
          </a:p>
          <a:p>
            <a:pPr>
              <a:spcBef>
                <a:spcPct val="20000"/>
              </a:spcBef>
              <a:buClr>
                <a:schemeClr val="folHlink"/>
              </a:buClr>
              <a:buSzPct val="60000"/>
              <a:defRPr/>
            </a:pPr>
            <a:r>
              <a:rPr lang="ru-RU" dirty="0">
                <a:latin typeface="+mn-lt"/>
              </a:rPr>
              <a:t>(10, 4, 59, 2, 4, 31,) </a:t>
            </a:r>
            <a:r>
              <a:rPr lang="en-US" dirty="0">
                <a:latin typeface="+mn-lt"/>
              </a:rPr>
              <a:t>     --&gt;         </a:t>
            </a:r>
            <a:r>
              <a:rPr lang="ru-RU" dirty="0">
                <a:latin typeface="+mn-lt"/>
              </a:rPr>
              <a:t>(2, 4, 4, 10, 31, 59)</a:t>
            </a:r>
          </a:p>
          <a:p>
            <a:pPr>
              <a:spcBef>
                <a:spcPct val="20000"/>
              </a:spcBef>
              <a:buClr>
                <a:schemeClr val="folHlink"/>
              </a:buClr>
              <a:buSzPct val="60000"/>
              <a:defRPr/>
            </a:pPr>
            <a:r>
              <a:rPr lang="en-US" dirty="0">
                <a:latin typeface="+mn-lt"/>
              </a:rPr>
              <a:t>In general, there are </a:t>
            </a:r>
            <a:r>
              <a:rPr lang="en-US" dirty="0">
                <a:solidFill>
                  <a:srgbClr val="0000FF"/>
                </a:solidFill>
                <a:latin typeface="+mn-lt"/>
              </a:rPr>
              <a:t>different algorithms of solving the same problem</a:t>
            </a:r>
            <a:r>
              <a:rPr lang="en-US" dirty="0">
                <a:latin typeface="+mn-lt"/>
              </a:rPr>
              <a:t>. </a:t>
            </a:r>
            <a:endParaRPr lang="ru-RU" u="sng" dirty="0">
              <a:latin typeface="+mn-lt"/>
            </a:endParaRPr>
          </a:p>
        </p:txBody>
      </p:sp>
      <p:grpSp>
        <p:nvGrpSpPr>
          <p:cNvPr id="14341" name="Group 19">
            <a:extLst>
              <a:ext uri="{FF2B5EF4-FFF2-40B4-BE49-F238E27FC236}">
                <a16:creationId xmlns:a16="http://schemas.microsoft.com/office/drawing/2014/main" id="{763B051A-6C1A-0988-F77C-827D8C5BC8E9}"/>
              </a:ext>
            </a:extLst>
          </p:cNvPr>
          <p:cNvGrpSpPr>
            <a:grpSpLocks/>
          </p:cNvGrpSpPr>
          <p:nvPr/>
        </p:nvGrpSpPr>
        <p:grpSpPr bwMode="auto">
          <a:xfrm>
            <a:off x="1927225" y="1909764"/>
            <a:ext cx="8275638" cy="1716087"/>
            <a:chOff x="402816" y="1725613"/>
            <a:chExt cx="8276727" cy="1716087"/>
          </a:xfrm>
        </p:grpSpPr>
        <p:sp>
          <p:nvSpPr>
            <p:cNvPr id="9219" name="Rectangle 3">
              <a:extLst>
                <a:ext uri="{FF2B5EF4-FFF2-40B4-BE49-F238E27FC236}">
                  <a16:creationId xmlns:a16="http://schemas.microsoft.com/office/drawing/2014/main" id="{AF6E6201-BFA7-44CA-AC55-AD0BB035C86E}"/>
                </a:ext>
              </a:extLst>
            </p:cNvPr>
            <p:cNvSpPr>
              <a:spLocks noChangeArrowheads="1"/>
            </p:cNvSpPr>
            <p:nvPr/>
          </p:nvSpPr>
          <p:spPr bwMode="auto">
            <a:xfrm>
              <a:off x="2682766" y="1993900"/>
              <a:ext cx="3429451" cy="1447800"/>
            </a:xfrm>
            <a:prstGeom prst="rect">
              <a:avLst/>
            </a:prstGeom>
            <a:solidFill>
              <a:schemeClr val="accent1"/>
            </a:solidFill>
            <a:ln w="9525" algn="ctr">
              <a:solidFill>
                <a:schemeClr val="tx1"/>
              </a:solidFill>
              <a:round/>
              <a:headEnd/>
              <a:tailEnd/>
            </a:ln>
          </p:spPr>
          <p:txBody>
            <a:bodyPr wrap="none"/>
            <a:lstStyle/>
            <a:p>
              <a:pPr algn="ctr" eaLnBrk="1" hangingPunct="1">
                <a:spcBef>
                  <a:spcPct val="20000"/>
                </a:spcBef>
                <a:buClr>
                  <a:schemeClr val="folHlink"/>
                </a:buClr>
                <a:buSzPct val="60000"/>
                <a:buFont typeface="Wingdings" pitchFamily="2" charset="2"/>
                <a:buNone/>
                <a:defRPr/>
              </a:pPr>
              <a:r>
                <a:rPr lang="en-US" sz="1600" dirty="0">
                  <a:solidFill>
                    <a:schemeClr val="bg2"/>
                  </a:solidFill>
                  <a:cs typeface="Arial" charset="0"/>
                </a:rPr>
                <a:t>Formalized computational </a:t>
              </a:r>
            </a:p>
            <a:p>
              <a:pPr algn="ctr" eaLnBrk="1" hangingPunct="1">
                <a:spcBef>
                  <a:spcPct val="20000"/>
                </a:spcBef>
                <a:buClr>
                  <a:schemeClr val="folHlink"/>
                </a:buClr>
                <a:buSzPct val="60000"/>
                <a:buFont typeface="Wingdings" pitchFamily="2" charset="2"/>
                <a:buNone/>
                <a:defRPr/>
              </a:pPr>
              <a:r>
                <a:rPr lang="en-US" sz="1600" dirty="0">
                  <a:solidFill>
                    <a:schemeClr val="bg2"/>
                  </a:solidFill>
                  <a:cs typeface="Arial" charset="0"/>
                </a:rPr>
                <a:t>procedure</a:t>
              </a:r>
            </a:p>
            <a:p>
              <a:pPr algn="ctr" eaLnBrk="1" hangingPunct="1">
                <a:spcBef>
                  <a:spcPct val="20000"/>
                </a:spcBef>
                <a:buClr>
                  <a:schemeClr val="folHlink"/>
                </a:buClr>
                <a:buSzPct val="60000"/>
                <a:buFont typeface="Wingdings" pitchFamily="2" charset="2"/>
                <a:buNone/>
                <a:defRPr/>
              </a:pPr>
              <a:r>
                <a:rPr lang="ru-RU" sz="1600" dirty="0">
                  <a:solidFill>
                    <a:schemeClr val="bg2"/>
                  </a:solidFill>
                  <a:cs typeface="Arial" charset="0"/>
                </a:rPr>
                <a:t>(</a:t>
              </a:r>
              <a:r>
                <a:rPr lang="en-US" sz="1600" dirty="0">
                  <a:solidFill>
                    <a:schemeClr val="bg2"/>
                  </a:solidFill>
                  <a:cs typeface="Arial" charset="0"/>
                </a:rPr>
                <a:t>algorithm</a:t>
              </a:r>
              <a:r>
                <a:rPr lang="ru-RU" sz="1600" dirty="0">
                  <a:solidFill>
                    <a:schemeClr val="bg2"/>
                  </a:solidFill>
                  <a:cs typeface="Arial" charset="0"/>
                </a:rPr>
                <a:t>)</a:t>
              </a:r>
              <a:endParaRPr lang="en-US" sz="1600" dirty="0">
                <a:solidFill>
                  <a:schemeClr val="bg2"/>
                </a:solidFill>
                <a:cs typeface="Arial" charset="0"/>
              </a:endParaRPr>
            </a:p>
            <a:p>
              <a:pPr algn="ctr" eaLnBrk="1" hangingPunct="1">
                <a:spcBef>
                  <a:spcPct val="20000"/>
                </a:spcBef>
                <a:buClr>
                  <a:schemeClr val="folHlink"/>
                </a:buClr>
                <a:buSzPct val="60000"/>
                <a:buFont typeface="Wingdings" pitchFamily="2" charset="2"/>
                <a:buNone/>
                <a:defRPr/>
              </a:pPr>
              <a:r>
                <a:rPr lang="ru-RU" baseline="-25000" dirty="0">
                  <a:solidFill>
                    <a:schemeClr val="bg2"/>
                  </a:solidFill>
                  <a:cs typeface="Arial" charset="0"/>
                </a:rPr>
                <a:t>D -</a:t>
              </a:r>
              <a:r>
                <a:rPr lang="en-US" baseline="-25000" dirty="0">
                  <a:solidFill>
                    <a:schemeClr val="bg2"/>
                  </a:solidFill>
                  <a:cs typeface="Arial" charset="0"/>
                </a:rPr>
                <a:t>-</a:t>
              </a:r>
              <a:r>
                <a:rPr lang="ru-RU" baseline="-25000" dirty="0">
                  <a:solidFill>
                    <a:schemeClr val="bg2"/>
                  </a:solidFill>
                  <a:cs typeface="Arial" charset="0"/>
                </a:rPr>
                <a:t>&gt; R</a:t>
              </a:r>
              <a:endParaRPr lang="ru-RU" dirty="0">
                <a:solidFill>
                  <a:schemeClr val="bg2"/>
                </a:solidFill>
                <a:cs typeface="Arial" charset="0"/>
              </a:endParaRPr>
            </a:p>
            <a:p>
              <a:pPr algn="ctr" eaLnBrk="1" hangingPunct="1">
                <a:defRPr/>
              </a:pPr>
              <a:endParaRPr lang="en-US" dirty="0">
                <a:cs typeface="Arial" charset="0"/>
              </a:endParaRPr>
            </a:p>
          </p:txBody>
        </p:sp>
        <p:cxnSp>
          <p:nvCxnSpPr>
            <p:cNvPr id="14343" name="Straight Arrow Connector 6">
              <a:extLst>
                <a:ext uri="{FF2B5EF4-FFF2-40B4-BE49-F238E27FC236}">
                  <a16:creationId xmlns:a16="http://schemas.microsoft.com/office/drawing/2014/main" id="{2A866483-46AC-9316-239C-3C72E78DDA6E}"/>
                </a:ext>
              </a:extLst>
            </p:cNvPr>
            <p:cNvCxnSpPr>
              <a:cxnSpLocks noChangeShapeType="1"/>
            </p:cNvCxnSpPr>
            <p:nvPr/>
          </p:nvCxnSpPr>
          <p:spPr bwMode="auto">
            <a:xfrm>
              <a:off x="6110296" y="2597150"/>
              <a:ext cx="381000" cy="15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344" name="Straight Arrow Connector 7">
              <a:extLst>
                <a:ext uri="{FF2B5EF4-FFF2-40B4-BE49-F238E27FC236}">
                  <a16:creationId xmlns:a16="http://schemas.microsoft.com/office/drawing/2014/main" id="{9AF33FEB-EA44-8AD6-5BBD-28B99F968E4E}"/>
                </a:ext>
              </a:extLst>
            </p:cNvPr>
            <p:cNvCxnSpPr>
              <a:cxnSpLocks noChangeShapeType="1"/>
            </p:cNvCxnSpPr>
            <p:nvPr/>
          </p:nvCxnSpPr>
          <p:spPr bwMode="auto">
            <a:xfrm>
              <a:off x="2286003" y="2297113"/>
              <a:ext cx="381000" cy="15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345" name="Straight Arrow Connector 8">
              <a:extLst>
                <a:ext uri="{FF2B5EF4-FFF2-40B4-BE49-F238E27FC236}">
                  <a16:creationId xmlns:a16="http://schemas.microsoft.com/office/drawing/2014/main" id="{6C0D4D78-F751-E054-C414-076F69BAEB08}"/>
                </a:ext>
              </a:extLst>
            </p:cNvPr>
            <p:cNvCxnSpPr>
              <a:cxnSpLocks noChangeShapeType="1"/>
            </p:cNvCxnSpPr>
            <p:nvPr/>
          </p:nvCxnSpPr>
          <p:spPr bwMode="auto">
            <a:xfrm>
              <a:off x="2286003" y="2525713"/>
              <a:ext cx="381000" cy="15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346" name="Straight Arrow Connector 9">
              <a:extLst>
                <a:ext uri="{FF2B5EF4-FFF2-40B4-BE49-F238E27FC236}">
                  <a16:creationId xmlns:a16="http://schemas.microsoft.com/office/drawing/2014/main" id="{97A6475F-F928-28F3-4021-70D18C1C9EA6}"/>
                </a:ext>
              </a:extLst>
            </p:cNvPr>
            <p:cNvCxnSpPr>
              <a:cxnSpLocks noChangeShapeType="1"/>
            </p:cNvCxnSpPr>
            <p:nvPr/>
          </p:nvCxnSpPr>
          <p:spPr bwMode="auto">
            <a:xfrm>
              <a:off x="2286003" y="3135313"/>
              <a:ext cx="381000" cy="1587"/>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2" name="Subtitle 2">
              <a:extLst>
                <a:ext uri="{FF2B5EF4-FFF2-40B4-BE49-F238E27FC236}">
                  <a16:creationId xmlns:a16="http://schemas.microsoft.com/office/drawing/2014/main" id="{E99CA0DD-11E4-4E92-8272-72F5253959AD}"/>
                </a:ext>
              </a:extLst>
            </p:cNvPr>
            <p:cNvSpPr txBox="1">
              <a:spLocks/>
            </p:cNvSpPr>
            <p:nvPr/>
          </p:nvSpPr>
          <p:spPr bwMode="auto">
            <a:xfrm>
              <a:off x="1763483" y="2487613"/>
              <a:ext cx="431857" cy="342900"/>
            </a:xfrm>
            <a:prstGeom prst="rect">
              <a:avLst/>
            </a:prstGeom>
            <a:noFill/>
            <a:ln>
              <a:noFill/>
            </a:ln>
          </p:spPr>
          <p:txBody>
            <a:bodyPr/>
            <a:lstStyle>
              <a:lvl1pPr eaLnBrk="0" hangingPunct="0">
                <a:defRPr sz="3600" baseline="-25000">
                  <a:solidFill>
                    <a:schemeClr val="tx1"/>
                  </a:solidFill>
                  <a:latin typeface="Arial LatArm" pitchFamily="34" charset="0"/>
                </a:defRPr>
              </a:lvl1pPr>
              <a:lvl2pPr marL="742950" indent="-285750" eaLnBrk="0" hangingPunct="0">
                <a:defRPr sz="3600" baseline="-25000">
                  <a:solidFill>
                    <a:schemeClr val="tx1"/>
                  </a:solidFill>
                  <a:latin typeface="Arial LatArm" pitchFamily="34" charset="0"/>
                </a:defRPr>
              </a:lvl2pPr>
              <a:lvl3pPr marL="1143000" indent="-228600" eaLnBrk="0" hangingPunct="0">
                <a:defRPr sz="3600" baseline="-25000">
                  <a:solidFill>
                    <a:schemeClr val="tx1"/>
                  </a:solidFill>
                  <a:latin typeface="Arial LatArm" pitchFamily="34" charset="0"/>
                </a:defRPr>
              </a:lvl3pPr>
              <a:lvl4pPr marL="1600200" indent="-228600" eaLnBrk="0" hangingPunct="0">
                <a:defRPr sz="3600" baseline="-25000">
                  <a:solidFill>
                    <a:schemeClr val="tx1"/>
                  </a:solidFill>
                  <a:latin typeface="Arial LatArm" pitchFamily="34" charset="0"/>
                </a:defRPr>
              </a:lvl4pPr>
              <a:lvl5pPr marL="2057400" indent="-228600" eaLnBrk="0" hangingPunct="0">
                <a:defRPr sz="3600" baseline="-25000">
                  <a:solidFill>
                    <a:schemeClr val="tx1"/>
                  </a:solidFill>
                  <a:latin typeface="Arial LatArm" pitchFamily="34" charset="0"/>
                </a:defRPr>
              </a:lvl5pPr>
              <a:lvl6pPr marL="2514600" indent="-228600" algn="ctr" eaLnBrk="0" fontAlgn="base" hangingPunct="0">
                <a:spcBef>
                  <a:spcPct val="0"/>
                </a:spcBef>
                <a:spcAft>
                  <a:spcPct val="0"/>
                </a:spcAft>
                <a:defRPr sz="3600" baseline="-25000">
                  <a:solidFill>
                    <a:schemeClr val="tx1"/>
                  </a:solidFill>
                  <a:latin typeface="Arial LatArm" pitchFamily="34" charset="0"/>
                </a:defRPr>
              </a:lvl6pPr>
              <a:lvl7pPr marL="2971800" indent="-228600" algn="ctr" eaLnBrk="0" fontAlgn="base" hangingPunct="0">
                <a:spcBef>
                  <a:spcPct val="0"/>
                </a:spcBef>
                <a:spcAft>
                  <a:spcPct val="0"/>
                </a:spcAft>
                <a:defRPr sz="3600" baseline="-25000">
                  <a:solidFill>
                    <a:schemeClr val="tx1"/>
                  </a:solidFill>
                  <a:latin typeface="Arial LatArm" pitchFamily="34" charset="0"/>
                </a:defRPr>
              </a:lvl7pPr>
              <a:lvl8pPr marL="3429000" indent="-228600" algn="ctr" eaLnBrk="0" fontAlgn="base" hangingPunct="0">
                <a:spcBef>
                  <a:spcPct val="0"/>
                </a:spcBef>
                <a:spcAft>
                  <a:spcPct val="0"/>
                </a:spcAft>
                <a:defRPr sz="3600" baseline="-25000">
                  <a:solidFill>
                    <a:schemeClr val="tx1"/>
                  </a:solidFill>
                  <a:latin typeface="Arial LatArm" pitchFamily="34" charset="0"/>
                </a:defRPr>
              </a:lvl8pPr>
              <a:lvl9pPr marL="3886200" indent="-228600" algn="ctr" eaLnBrk="0" fontAlgn="base" hangingPunct="0">
                <a:spcBef>
                  <a:spcPct val="0"/>
                </a:spcBef>
                <a:spcAft>
                  <a:spcPct val="0"/>
                </a:spcAft>
                <a:defRPr sz="3600" baseline="-25000">
                  <a:solidFill>
                    <a:schemeClr val="tx1"/>
                  </a:solidFill>
                  <a:latin typeface="Arial LatArm" pitchFamily="34" charset="0"/>
                </a:defRPr>
              </a:lvl9pPr>
            </a:lstStyle>
            <a:p>
              <a:pPr>
                <a:spcBef>
                  <a:spcPct val="20000"/>
                </a:spcBef>
                <a:buClr>
                  <a:schemeClr val="folHlink"/>
                </a:buClr>
                <a:buSzPct val="60000"/>
                <a:buFont typeface="Wingdings" pitchFamily="2" charset="2"/>
                <a:buNone/>
                <a:defRPr/>
              </a:pPr>
              <a:r>
                <a:rPr lang="ru-RU" sz="2400" dirty="0">
                  <a:latin typeface="+mn-lt"/>
                  <a:cs typeface="Arial" charset="0"/>
                </a:rPr>
                <a:t>D</a:t>
              </a:r>
              <a:endParaRPr lang="ru-RU" sz="2400" kern="0" dirty="0">
                <a:solidFill>
                  <a:srgbClr val="000000"/>
                </a:solidFill>
                <a:latin typeface="+mn-lt"/>
                <a:cs typeface="Arial"/>
              </a:endParaRPr>
            </a:p>
          </p:txBody>
        </p:sp>
        <p:sp>
          <p:nvSpPr>
            <p:cNvPr id="14" name="Subtitle 2">
              <a:extLst>
                <a:ext uri="{FF2B5EF4-FFF2-40B4-BE49-F238E27FC236}">
                  <a16:creationId xmlns:a16="http://schemas.microsoft.com/office/drawing/2014/main" id="{CD4C204E-45A8-475E-AA91-432DA57C268E}"/>
                </a:ext>
              </a:extLst>
            </p:cNvPr>
            <p:cNvSpPr txBox="1">
              <a:spLocks/>
            </p:cNvSpPr>
            <p:nvPr/>
          </p:nvSpPr>
          <p:spPr bwMode="auto">
            <a:xfrm>
              <a:off x="6659977" y="2201863"/>
              <a:ext cx="2019566" cy="1089025"/>
            </a:xfrm>
            <a:prstGeom prst="rect">
              <a:avLst/>
            </a:prstGeom>
            <a:noFill/>
            <a:ln>
              <a:miter lim="800000"/>
              <a:headEnd/>
              <a:tailEnd/>
            </a:ln>
          </p:spPr>
          <p:txBody>
            <a:bodyPr/>
            <a:lstStyle/>
            <a:p>
              <a:pPr algn="ctr">
                <a:spcBef>
                  <a:spcPct val="20000"/>
                </a:spcBef>
                <a:buClr>
                  <a:schemeClr val="folHlink"/>
                </a:buClr>
                <a:buSzPct val="60000"/>
                <a:buFont typeface="Wingdings" pitchFamily="2" charset="2"/>
                <a:buNone/>
                <a:defRPr/>
              </a:pPr>
              <a:r>
                <a:rPr lang="en-US" dirty="0">
                  <a:cs typeface="Arial" charset="0"/>
                </a:rPr>
                <a:t>Set of possible results</a:t>
              </a:r>
              <a:endParaRPr lang="ru-RU" kern="0" dirty="0">
                <a:cs typeface="Arial" charset="0"/>
              </a:endParaRPr>
            </a:p>
          </p:txBody>
        </p:sp>
        <p:sp>
          <p:nvSpPr>
            <p:cNvPr id="2" name="Rectangle 1">
              <a:extLst>
                <a:ext uri="{FF2B5EF4-FFF2-40B4-BE49-F238E27FC236}">
                  <a16:creationId xmlns:a16="http://schemas.microsoft.com/office/drawing/2014/main" id="{5C0B86FC-1DEA-4677-8E2E-6C0F90069EF8}"/>
                </a:ext>
              </a:extLst>
            </p:cNvPr>
            <p:cNvSpPr/>
            <p:nvPr/>
          </p:nvSpPr>
          <p:spPr>
            <a:xfrm>
              <a:off x="1682509" y="1725613"/>
              <a:ext cx="1368605" cy="369887"/>
            </a:xfrm>
            <a:prstGeom prst="rect">
              <a:avLst/>
            </a:prstGeom>
          </p:spPr>
          <p:txBody>
            <a:bodyPr>
              <a:spAutoFit/>
            </a:bodyPr>
            <a:lstStyle/>
            <a:p>
              <a:pPr marL="344488" lvl="1">
                <a:spcBef>
                  <a:spcPct val="20000"/>
                </a:spcBef>
                <a:buClr>
                  <a:srgbClr val="000099"/>
                </a:buClr>
                <a:buSzPct val="60000"/>
                <a:defRPr/>
              </a:pPr>
              <a:r>
                <a:rPr lang="ru-RU" kern="0" dirty="0">
                  <a:solidFill>
                    <a:srgbClr val="000000"/>
                  </a:solidFill>
                  <a:cs typeface="Arial"/>
                </a:rPr>
                <a:t>input</a:t>
              </a:r>
            </a:p>
          </p:txBody>
        </p:sp>
        <p:sp>
          <p:nvSpPr>
            <p:cNvPr id="19" name="Rectangle 18">
              <a:extLst>
                <a:ext uri="{FF2B5EF4-FFF2-40B4-BE49-F238E27FC236}">
                  <a16:creationId xmlns:a16="http://schemas.microsoft.com/office/drawing/2014/main" id="{036DAD8C-3057-4E17-9342-1AD2BD6E4FB0}"/>
                </a:ext>
              </a:extLst>
            </p:cNvPr>
            <p:cNvSpPr/>
            <p:nvPr/>
          </p:nvSpPr>
          <p:spPr>
            <a:xfrm>
              <a:off x="5724816" y="1728788"/>
              <a:ext cx="1368605" cy="369887"/>
            </a:xfrm>
            <a:prstGeom prst="rect">
              <a:avLst/>
            </a:prstGeom>
          </p:spPr>
          <p:txBody>
            <a:bodyPr>
              <a:spAutoFit/>
            </a:bodyPr>
            <a:lstStyle/>
            <a:p>
              <a:pPr marL="344488" lvl="1">
                <a:spcBef>
                  <a:spcPct val="20000"/>
                </a:spcBef>
                <a:buClr>
                  <a:srgbClr val="000099"/>
                </a:buClr>
                <a:buSzPct val="60000"/>
                <a:defRPr/>
              </a:pPr>
              <a:r>
                <a:rPr lang="ru-RU" dirty="0">
                  <a:cs typeface="Arial" charset="0"/>
                </a:rPr>
                <a:t>output</a:t>
              </a:r>
              <a:endParaRPr lang="ru-RU" kern="0" dirty="0">
                <a:solidFill>
                  <a:srgbClr val="000000"/>
                </a:solidFill>
                <a:cs typeface="Arial"/>
              </a:endParaRPr>
            </a:p>
          </p:txBody>
        </p:sp>
        <p:sp>
          <p:nvSpPr>
            <p:cNvPr id="9231" name="Left Brace 2">
              <a:extLst>
                <a:ext uri="{FF2B5EF4-FFF2-40B4-BE49-F238E27FC236}">
                  <a16:creationId xmlns:a16="http://schemas.microsoft.com/office/drawing/2014/main" id="{279C763A-BBCD-450C-98BA-CDB20769CD02}"/>
                </a:ext>
              </a:extLst>
            </p:cNvPr>
            <p:cNvSpPr>
              <a:spLocks/>
            </p:cNvSpPr>
            <p:nvPr/>
          </p:nvSpPr>
          <p:spPr bwMode="auto">
            <a:xfrm>
              <a:off x="2052446" y="2243138"/>
              <a:ext cx="154007" cy="1001712"/>
            </a:xfrm>
            <a:prstGeom prst="leftBrace">
              <a:avLst>
                <a:gd name="adj1" fmla="val 8403"/>
                <a:gd name="adj2" fmla="val 50000"/>
              </a:avLst>
            </a:prstGeom>
            <a:noFill/>
            <a:ln w="9525" algn="ctr">
              <a:solidFill>
                <a:schemeClr val="tx1"/>
              </a:solidFill>
              <a:round/>
              <a:headEnd/>
              <a:tailEnd/>
            </a:ln>
          </p:spPr>
          <p:txBody>
            <a:bodyPr anchor="ctr"/>
            <a:lstStyle/>
            <a:p>
              <a:pPr eaLnBrk="1" hangingPunct="1">
                <a:defRPr/>
              </a:pPr>
              <a:endParaRPr lang="en-US" sz="1600">
                <a:cs typeface="Arial" charset="0"/>
              </a:endParaRPr>
            </a:p>
          </p:txBody>
        </p:sp>
        <p:sp>
          <p:nvSpPr>
            <p:cNvPr id="9232" name="Rectangle 3">
              <a:extLst>
                <a:ext uri="{FF2B5EF4-FFF2-40B4-BE49-F238E27FC236}">
                  <a16:creationId xmlns:a16="http://schemas.microsoft.com/office/drawing/2014/main" id="{331DFDAA-4EB7-4E58-B43A-DFA249D2191D}"/>
                </a:ext>
              </a:extLst>
            </p:cNvPr>
            <p:cNvSpPr>
              <a:spLocks noChangeArrowheads="1"/>
            </p:cNvSpPr>
            <p:nvPr/>
          </p:nvSpPr>
          <p:spPr bwMode="auto">
            <a:xfrm>
              <a:off x="402816" y="2201863"/>
              <a:ext cx="1613112" cy="646112"/>
            </a:xfrm>
            <a:prstGeom prst="rect">
              <a:avLst/>
            </a:prstGeom>
            <a:noFill/>
            <a:ln>
              <a:noFill/>
            </a:ln>
          </p:spPr>
          <p:txBody>
            <a:bodyPr>
              <a:spAutoFit/>
            </a:bodyPr>
            <a:lstStyle/>
            <a:p>
              <a:pPr algn="ctr" eaLnBrk="1" hangingPunct="1">
                <a:defRPr/>
              </a:pPr>
              <a:r>
                <a:rPr lang="en-US" dirty="0">
                  <a:cs typeface="Arial" charset="0"/>
                </a:rPr>
                <a:t>Set of input data</a:t>
              </a:r>
            </a:p>
          </p:txBody>
        </p:sp>
        <p:cxnSp>
          <p:nvCxnSpPr>
            <p:cNvPr id="14353" name="Straight Arrow Connector 23">
              <a:extLst>
                <a:ext uri="{FF2B5EF4-FFF2-40B4-BE49-F238E27FC236}">
                  <a16:creationId xmlns:a16="http://schemas.microsoft.com/office/drawing/2014/main" id="{3162AEEE-AD25-EC99-84F3-8A31B8E41D5F}"/>
                </a:ext>
              </a:extLst>
            </p:cNvPr>
            <p:cNvCxnSpPr>
              <a:cxnSpLocks noChangeShapeType="1"/>
            </p:cNvCxnSpPr>
            <p:nvPr/>
          </p:nvCxnSpPr>
          <p:spPr bwMode="auto">
            <a:xfrm>
              <a:off x="6118234" y="2324100"/>
              <a:ext cx="381000" cy="15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354" name="Straight Arrow Connector 24">
              <a:extLst>
                <a:ext uri="{FF2B5EF4-FFF2-40B4-BE49-F238E27FC236}">
                  <a16:creationId xmlns:a16="http://schemas.microsoft.com/office/drawing/2014/main" id="{E69844AE-41DF-0E12-7407-072D2584D552}"/>
                </a:ext>
              </a:extLst>
            </p:cNvPr>
            <p:cNvCxnSpPr>
              <a:cxnSpLocks noChangeShapeType="1"/>
            </p:cNvCxnSpPr>
            <p:nvPr/>
          </p:nvCxnSpPr>
          <p:spPr bwMode="auto">
            <a:xfrm>
              <a:off x="6134112" y="3133725"/>
              <a:ext cx="381000" cy="1588"/>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235" name="Rectangle 17">
              <a:extLst>
                <a:ext uri="{FF2B5EF4-FFF2-40B4-BE49-F238E27FC236}">
                  <a16:creationId xmlns:a16="http://schemas.microsoft.com/office/drawing/2014/main" id="{429AFA58-5B7A-4F9D-9C63-9279DDCEBA7D}"/>
                </a:ext>
              </a:extLst>
            </p:cNvPr>
            <p:cNvSpPr>
              <a:spLocks noChangeArrowheads="1"/>
            </p:cNvSpPr>
            <p:nvPr/>
          </p:nvSpPr>
          <p:spPr bwMode="auto">
            <a:xfrm>
              <a:off x="6656800" y="2563813"/>
              <a:ext cx="350883" cy="369887"/>
            </a:xfrm>
            <a:prstGeom prst="rect">
              <a:avLst/>
            </a:prstGeom>
            <a:noFill/>
            <a:ln>
              <a:noFill/>
            </a:ln>
          </p:spPr>
          <p:txBody>
            <a:bodyPr wrap="none">
              <a:spAutoFit/>
            </a:bodyPr>
            <a:lstStyle/>
            <a:p>
              <a:pPr algn="ctr" eaLnBrk="1" hangingPunct="1">
                <a:defRPr/>
              </a:pPr>
              <a:r>
                <a:rPr lang="ru-RU" dirty="0">
                  <a:cs typeface="Arial" charset="0"/>
                </a:rPr>
                <a:t>R</a:t>
              </a:r>
              <a:endParaRPr lang="en-US" dirty="0">
                <a:cs typeface="Arial" charset="0"/>
              </a:endParaRPr>
            </a:p>
          </p:txBody>
        </p:sp>
        <p:sp>
          <p:nvSpPr>
            <p:cNvPr id="9236" name="Right Brace 19">
              <a:extLst>
                <a:ext uri="{FF2B5EF4-FFF2-40B4-BE49-F238E27FC236}">
                  <a16:creationId xmlns:a16="http://schemas.microsoft.com/office/drawing/2014/main" id="{746EC183-4AE6-4A56-8F8B-1679DD74FFEE}"/>
                </a:ext>
              </a:extLst>
            </p:cNvPr>
            <p:cNvSpPr>
              <a:spLocks/>
            </p:cNvSpPr>
            <p:nvPr/>
          </p:nvSpPr>
          <p:spPr bwMode="auto">
            <a:xfrm>
              <a:off x="6515487" y="2238375"/>
              <a:ext cx="190525" cy="1003300"/>
            </a:xfrm>
            <a:prstGeom prst="rightBrace">
              <a:avLst>
                <a:gd name="adj1" fmla="val 8339"/>
                <a:gd name="adj2" fmla="val 50000"/>
              </a:avLst>
            </a:prstGeom>
            <a:noFill/>
            <a:ln w="9525" algn="ctr">
              <a:solidFill>
                <a:schemeClr val="tx1"/>
              </a:solidFill>
              <a:round/>
              <a:headEnd/>
              <a:tailEnd/>
            </a:ln>
          </p:spPr>
          <p:txBody>
            <a:bodyPr anchor="ctr"/>
            <a:lstStyle/>
            <a:p>
              <a:pPr eaLnBrk="1" hangingPunct="1">
                <a:defRPr/>
              </a:pPr>
              <a:endParaRPr lang="en-US" sz="1600">
                <a:cs typeface="Arial"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806BF-82D4-E015-84B1-93C15C075755}"/>
              </a:ext>
            </a:extLst>
          </p:cNvPr>
          <p:cNvSpPr>
            <a:spLocks noGrp="1"/>
          </p:cNvSpPr>
          <p:nvPr>
            <p:ph type="title"/>
          </p:nvPr>
        </p:nvSpPr>
        <p:spPr/>
        <p:txBody>
          <a:bodyPr>
            <a:normAutofit/>
          </a:bodyPr>
          <a:lstStyle/>
          <a:p>
            <a:r>
              <a:rPr lang="en-US" altLang="en-US" sz="4000" dirty="0"/>
              <a:t>Key Requirements to an Algorithm</a:t>
            </a:r>
            <a:endParaRPr lang="en-US" sz="4000" dirty="0"/>
          </a:p>
        </p:txBody>
      </p:sp>
      <p:sp>
        <p:nvSpPr>
          <p:cNvPr id="3" name="Content Placeholder 2">
            <a:extLst>
              <a:ext uri="{FF2B5EF4-FFF2-40B4-BE49-F238E27FC236}">
                <a16:creationId xmlns:a16="http://schemas.microsoft.com/office/drawing/2014/main" id="{B1242BEC-9D2E-E933-808B-E01461C9E5F7}"/>
              </a:ext>
            </a:extLst>
          </p:cNvPr>
          <p:cNvSpPr>
            <a:spLocks noGrp="1"/>
          </p:cNvSpPr>
          <p:nvPr>
            <p:ph idx="1"/>
          </p:nvPr>
        </p:nvSpPr>
        <p:spPr/>
        <p:txBody>
          <a:bodyPr numCol="1">
            <a:normAutofit lnSpcReduction="10000"/>
          </a:bodyPr>
          <a:lstStyle/>
          <a:p>
            <a:r>
              <a:rPr lang="en-US" sz="2400" dirty="0"/>
              <a:t>Correctness</a:t>
            </a:r>
          </a:p>
          <a:p>
            <a:pPr lvl="1"/>
            <a:r>
              <a:rPr lang="en-US" sz="1800" dirty="0"/>
              <a:t>The algorithm must produce the correct output for all possible valid inputs.</a:t>
            </a:r>
          </a:p>
          <a:p>
            <a:r>
              <a:rPr lang="en-US" sz="2400" dirty="0"/>
              <a:t>Efficiency</a:t>
            </a:r>
          </a:p>
          <a:p>
            <a:pPr lvl="1"/>
            <a:r>
              <a:rPr lang="en-US" sz="1800" dirty="0"/>
              <a:t>Time Complexity</a:t>
            </a:r>
          </a:p>
          <a:p>
            <a:pPr lvl="1"/>
            <a:r>
              <a:rPr lang="en-US" sz="1800" dirty="0"/>
              <a:t>Space Complexity</a:t>
            </a:r>
          </a:p>
          <a:p>
            <a:r>
              <a:rPr lang="en-US" sz="2400" dirty="0"/>
              <a:t>Scalability</a:t>
            </a:r>
          </a:p>
          <a:p>
            <a:pPr lvl="1"/>
            <a:r>
              <a:rPr lang="en-US" sz="1800" dirty="0"/>
              <a:t>The algorithm should perform well even as the size of the input data grows significantly.</a:t>
            </a:r>
          </a:p>
          <a:p>
            <a:r>
              <a:rPr lang="en-US" sz="2400" dirty="0"/>
              <a:t>Robustness</a:t>
            </a:r>
          </a:p>
          <a:p>
            <a:pPr lvl="1"/>
            <a:r>
              <a:rPr lang="en-US" sz="1800" dirty="0"/>
              <a:t>The algorithm should handle unexpected or invalid inputs gracefully</a:t>
            </a:r>
          </a:p>
          <a:p>
            <a:r>
              <a:rPr lang="en-US" sz="2400" dirty="0"/>
              <a:t>Determinism</a:t>
            </a:r>
          </a:p>
          <a:p>
            <a:pPr lvl="1"/>
            <a:r>
              <a:rPr lang="en-US" sz="1800" dirty="0"/>
              <a:t>Given the same input, the algorithm should always produce the same output and follow the same path of execution.</a:t>
            </a:r>
          </a:p>
          <a:p>
            <a:pPr lvl="1"/>
            <a:endParaRPr lang="en-US" sz="1800" dirty="0"/>
          </a:p>
        </p:txBody>
      </p:sp>
    </p:spTree>
    <p:extLst>
      <p:ext uri="{BB962C8B-B14F-4D97-AF65-F5344CB8AC3E}">
        <p14:creationId xmlns:p14="http://schemas.microsoft.com/office/powerpoint/2010/main" val="23051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806BF-82D4-E015-84B1-93C15C075755}"/>
              </a:ext>
            </a:extLst>
          </p:cNvPr>
          <p:cNvSpPr>
            <a:spLocks noGrp="1"/>
          </p:cNvSpPr>
          <p:nvPr>
            <p:ph type="title"/>
          </p:nvPr>
        </p:nvSpPr>
        <p:spPr/>
        <p:txBody>
          <a:bodyPr>
            <a:normAutofit/>
          </a:bodyPr>
          <a:lstStyle/>
          <a:p>
            <a:r>
              <a:rPr lang="en-US" altLang="en-US" sz="4000" dirty="0"/>
              <a:t>Key Requirements to an Algorithm</a:t>
            </a:r>
            <a:endParaRPr lang="en-US" sz="4000" dirty="0"/>
          </a:p>
        </p:txBody>
      </p:sp>
      <p:sp>
        <p:nvSpPr>
          <p:cNvPr id="3" name="Content Placeholder 2">
            <a:extLst>
              <a:ext uri="{FF2B5EF4-FFF2-40B4-BE49-F238E27FC236}">
                <a16:creationId xmlns:a16="http://schemas.microsoft.com/office/drawing/2014/main" id="{B1242BEC-9D2E-E933-808B-E01461C9E5F7}"/>
              </a:ext>
            </a:extLst>
          </p:cNvPr>
          <p:cNvSpPr>
            <a:spLocks noGrp="1"/>
          </p:cNvSpPr>
          <p:nvPr>
            <p:ph idx="1"/>
          </p:nvPr>
        </p:nvSpPr>
        <p:spPr/>
        <p:txBody>
          <a:bodyPr numCol="1">
            <a:normAutofit fontScale="77500" lnSpcReduction="20000"/>
          </a:bodyPr>
          <a:lstStyle/>
          <a:p>
            <a:r>
              <a:rPr lang="en-US" dirty="0"/>
              <a:t>Maintainability</a:t>
            </a:r>
          </a:p>
          <a:p>
            <a:pPr lvl="1"/>
            <a:r>
              <a:rPr lang="en-US" dirty="0"/>
              <a:t>The algorithm should be easy to understand, modify, and extend by other developers. </a:t>
            </a:r>
          </a:p>
          <a:p>
            <a:pPr lvl="1"/>
            <a:r>
              <a:rPr lang="en-US" dirty="0"/>
              <a:t>Clear documentation.</a:t>
            </a:r>
          </a:p>
          <a:p>
            <a:pPr lvl="1"/>
            <a:r>
              <a:rPr lang="en-US" dirty="0"/>
              <a:t>Well-structured code.</a:t>
            </a:r>
          </a:p>
          <a:p>
            <a:r>
              <a:rPr lang="en-US" dirty="0"/>
              <a:t>Portability</a:t>
            </a:r>
          </a:p>
          <a:p>
            <a:pPr lvl="1"/>
            <a:r>
              <a:rPr lang="en-US" dirty="0"/>
              <a:t>The algorithm should be able to run on different platforms.</a:t>
            </a:r>
          </a:p>
          <a:p>
            <a:r>
              <a:rPr lang="en-US" dirty="0"/>
              <a:t>Usability</a:t>
            </a:r>
          </a:p>
          <a:p>
            <a:pPr lvl="1"/>
            <a:r>
              <a:rPr lang="en-US" dirty="0"/>
              <a:t>The algorithm should be easy to implement and integrate into larger systems or applications</a:t>
            </a:r>
          </a:p>
          <a:p>
            <a:r>
              <a:rPr lang="en-US" dirty="0"/>
              <a:t>Security</a:t>
            </a:r>
          </a:p>
          <a:p>
            <a:pPr lvl="1"/>
            <a:r>
              <a:rPr lang="en-US" dirty="0"/>
              <a:t>The algorithm should be secure against potential threats or misuse, particularly if it processes sensitive data.</a:t>
            </a:r>
          </a:p>
          <a:p>
            <a:r>
              <a:rPr lang="en-US" dirty="0"/>
              <a:t>Flexibility</a:t>
            </a:r>
          </a:p>
          <a:p>
            <a:pPr lvl="1"/>
            <a:r>
              <a:rPr lang="en-US" dirty="0"/>
              <a:t>The algorithm should be adaptable to different use cases or input variations without significant changes.</a:t>
            </a:r>
            <a:endParaRPr lang="en-US" altLang="en-US" dirty="0"/>
          </a:p>
          <a:p>
            <a:endParaRPr lang="en-US" dirty="0"/>
          </a:p>
        </p:txBody>
      </p:sp>
    </p:spTree>
    <p:extLst>
      <p:ext uri="{BB962C8B-B14F-4D97-AF65-F5344CB8AC3E}">
        <p14:creationId xmlns:p14="http://schemas.microsoft.com/office/powerpoint/2010/main" val="3045180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E646F03-2DCF-73D0-8F31-8E9444849D9D}"/>
              </a:ext>
            </a:extLst>
          </p:cNvPr>
          <p:cNvSpPr>
            <a:spLocks noGrp="1"/>
          </p:cNvSpPr>
          <p:nvPr>
            <p:ph type="title"/>
          </p:nvPr>
        </p:nvSpPr>
        <p:spPr/>
        <p:txBody>
          <a:bodyPr>
            <a:normAutofit/>
          </a:bodyPr>
          <a:lstStyle/>
          <a:p>
            <a:r>
              <a:rPr lang="en-US" sz="4000" dirty="0"/>
              <a:t>Levels of Computational Models</a:t>
            </a:r>
          </a:p>
        </p:txBody>
      </p:sp>
      <p:graphicFrame>
        <p:nvGraphicFramePr>
          <p:cNvPr id="7" name="Content Placeholder 6">
            <a:extLst>
              <a:ext uri="{FF2B5EF4-FFF2-40B4-BE49-F238E27FC236}">
                <a16:creationId xmlns:a16="http://schemas.microsoft.com/office/drawing/2014/main" id="{032178CE-16CF-B7B3-C7B8-C9D3CD401D58}"/>
              </a:ext>
            </a:extLst>
          </p:cNvPr>
          <p:cNvGraphicFramePr>
            <a:graphicFrameLocks noGrp="1"/>
          </p:cNvGraphicFramePr>
          <p:nvPr>
            <p:ph sz="half" idx="1"/>
            <p:extLst>
              <p:ext uri="{D42A27DB-BD31-4B8C-83A1-F6EECF244321}">
                <p14:modId xmlns:p14="http://schemas.microsoft.com/office/powerpoint/2010/main" val="3298270392"/>
              </p:ext>
            </p:extLst>
          </p:nvPr>
        </p:nvGraphicFramePr>
        <p:xfrm>
          <a:off x="6501882" y="1690688"/>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Content Placeholder 8">
            <a:extLst>
              <a:ext uri="{FF2B5EF4-FFF2-40B4-BE49-F238E27FC236}">
                <a16:creationId xmlns:a16="http://schemas.microsoft.com/office/drawing/2014/main" id="{74D8A8D2-2EC3-B34C-0240-3CE3CC6F17EA}"/>
              </a:ext>
            </a:extLst>
          </p:cNvPr>
          <p:cNvSpPr>
            <a:spLocks noGrp="1"/>
          </p:cNvSpPr>
          <p:nvPr>
            <p:ph sz="half" idx="2"/>
          </p:nvPr>
        </p:nvSpPr>
        <p:spPr>
          <a:xfrm>
            <a:off x="321906" y="3648721"/>
            <a:ext cx="5181600" cy="2520465"/>
          </a:xfrm>
        </p:spPr>
        <p:txBody>
          <a:bodyPr/>
          <a:lstStyle/>
          <a:p>
            <a:r>
              <a:rPr lang="en-US" dirty="0"/>
              <a:t>FSM – </a:t>
            </a:r>
            <a:r>
              <a:rPr lang="en-US" sz="2800" baseline="0" dirty="0"/>
              <a:t>Finite State Machine</a:t>
            </a:r>
          </a:p>
          <a:p>
            <a:r>
              <a:rPr lang="en-US" sz="2800" baseline="0" dirty="0"/>
              <a:t>CFL – Context Free Language</a:t>
            </a:r>
          </a:p>
          <a:p>
            <a:r>
              <a:rPr lang="en-US" dirty="0"/>
              <a:t>TM – Turing Machine</a:t>
            </a:r>
          </a:p>
        </p:txBody>
      </p:sp>
      <p:grpSp>
        <p:nvGrpSpPr>
          <p:cNvPr id="14" name="Group 13">
            <a:extLst>
              <a:ext uri="{FF2B5EF4-FFF2-40B4-BE49-F238E27FC236}">
                <a16:creationId xmlns:a16="http://schemas.microsoft.com/office/drawing/2014/main" id="{07C8318B-A75C-87CB-2F2D-0862E9E2A5A3}"/>
              </a:ext>
            </a:extLst>
          </p:cNvPr>
          <p:cNvGrpSpPr/>
          <p:nvPr/>
        </p:nvGrpSpPr>
        <p:grpSpPr>
          <a:xfrm>
            <a:off x="638543" y="1825625"/>
            <a:ext cx="4864963" cy="949911"/>
            <a:chOff x="5646198" y="4749553"/>
            <a:chExt cx="5504155" cy="1136342"/>
          </a:xfrm>
        </p:grpSpPr>
        <p:sp>
          <p:nvSpPr>
            <p:cNvPr id="15" name="Rectangle: Rounded Corners 14">
              <a:extLst>
                <a:ext uri="{FF2B5EF4-FFF2-40B4-BE49-F238E27FC236}">
                  <a16:creationId xmlns:a16="http://schemas.microsoft.com/office/drawing/2014/main" id="{1EDF346E-76EB-C427-CAB6-33679726F766}"/>
                </a:ext>
              </a:extLst>
            </p:cNvPr>
            <p:cNvSpPr/>
            <p:nvPr/>
          </p:nvSpPr>
          <p:spPr>
            <a:xfrm>
              <a:off x="7208668" y="4749553"/>
              <a:ext cx="2379215" cy="11363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Machine</a:t>
              </a:r>
            </a:p>
          </p:txBody>
        </p:sp>
        <p:sp>
          <p:nvSpPr>
            <p:cNvPr id="16" name="Arrow: Right 15">
              <a:extLst>
                <a:ext uri="{FF2B5EF4-FFF2-40B4-BE49-F238E27FC236}">
                  <a16:creationId xmlns:a16="http://schemas.microsoft.com/office/drawing/2014/main" id="{F1D9B131-34B8-FBEE-B30F-94DAE618AE5C}"/>
                </a:ext>
              </a:extLst>
            </p:cNvPr>
            <p:cNvSpPr/>
            <p:nvPr/>
          </p:nvSpPr>
          <p:spPr>
            <a:xfrm>
              <a:off x="5646198" y="5098178"/>
              <a:ext cx="1562470" cy="4670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a:t>
              </a:r>
            </a:p>
          </p:txBody>
        </p:sp>
        <p:sp>
          <p:nvSpPr>
            <p:cNvPr id="17" name="Arrow: Right 16">
              <a:extLst>
                <a:ext uri="{FF2B5EF4-FFF2-40B4-BE49-F238E27FC236}">
                  <a16:creationId xmlns:a16="http://schemas.microsoft.com/office/drawing/2014/main" id="{91DDE282-CC22-8341-39D9-BFF74EAE75AF}"/>
                </a:ext>
              </a:extLst>
            </p:cNvPr>
            <p:cNvSpPr/>
            <p:nvPr/>
          </p:nvSpPr>
          <p:spPr>
            <a:xfrm>
              <a:off x="9587883" y="4808057"/>
              <a:ext cx="1562470" cy="4562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Yes</a:t>
              </a:r>
            </a:p>
          </p:txBody>
        </p:sp>
        <p:sp>
          <p:nvSpPr>
            <p:cNvPr id="18" name="Arrow: Right 17">
              <a:extLst>
                <a:ext uri="{FF2B5EF4-FFF2-40B4-BE49-F238E27FC236}">
                  <a16:creationId xmlns:a16="http://schemas.microsoft.com/office/drawing/2014/main" id="{6523B649-35CA-EAEB-6E1A-98E02A85E270}"/>
                </a:ext>
              </a:extLst>
            </p:cNvPr>
            <p:cNvSpPr/>
            <p:nvPr/>
          </p:nvSpPr>
          <p:spPr>
            <a:xfrm>
              <a:off x="9587883" y="5319469"/>
              <a:ext cx="1562470" cy="4562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a:t>
              </a:r>
            </a:p>
          </p:txBody>
        </p:sp>
      </p:grpSp>
    </p:spTree>
    <p:extLst>
      <p:ext uri="{BB962C8B-B14F-4D97-AF65-F5344CB8AC3E}">
        <p14:creationId xmlns:p14="http://schemas.microsoft.com/office/powerpoint/2010/main" val="3697462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6">
            <a:extLst>
              <a:ext uri="{FF2B5EF4-FFF2-40B4-BE49-F238E27FC236}">
                <a16:creationId xmlns:a16="http://schemas.microsoft.com/office/drawing/2014/main" id="{4A447BDE-B655-E1BC-C47E-559BB019B622}"/>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Thank You,</a:t>
            </a:r>
            <a:br>
              <a:rPr lang="en-US" sz="4800" kern="1200" dirty="0">
                <a:solidFill>
                  <a:srgbClr val="FFFFFF"/>
                </a:solidFill>
                <a:latin typeface="+mj-lt"/>
                <a:ea typeface="+mj-ea"/>
                <a:cs typeface="+mj-cs"/>
              </a:rPr>
            </a:br>
            <a:r>
              <a:rPr lang="en-US" sz="4800" kern="1200" dirty="0">
                <a:solidFill>
                  <a:srgbClr val="FFFFFF"/>
                </a:solidFill>
                <a:latin typeface="+mj-lt"/>
                <a:ea typeface="+mj-ea"/>
                <a:cs typeface="+mj-cs"/>
              </a:rPr>
              <a:t>Q&amp;A</a:t>
            </a:r>
          </a:p>
        </p:txBody>
      </p:sp>
    </p:spTree>
    <p:extLst>
      <p:ext uri="{BB962C8B-B14F-4D97-AF65-F5344CB8AC3E}">
        <p14:creationId xmlns:p14="http://schemas.microsoft.com/office/powerpoint/2010/main" val="797197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4523dde-f9d1-4aa7-80a9-c0900420d3c3}"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emplate/>
  <TotalTime>7194</TotalTime>
  <Words>943</Words>
  <Application>Microsoft Office PowerPoint</Application>
  <PresentationFormat>Widescreen</PresentationFormat>
  <Paragraphs>116</Paragraphs>
  <Slides>11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Arial LatArm</vt:lpstr>
      <vt:lpstr>Tahoma</vt:lpstr>
      <vt:lpstr>Wingdings</vt:lpstr>
      <vt:lpstr>Office Theme</vt:lpstr>
      <vt:lpstr>Introduction to Algorithms</vt:lpstr>
      <vt:lpstr>Course Overview</vt:lpstr>
      <vt:lpstr>Introduction to Algorithms: Goals and Objectives</vt:lpstr>
      <vt:lpstr>Introduction to Algorithms : Definition</vt:lpstr>
      <vt:lpstr>Formalization of Algorithm Concept</vt:lpstr>
      <vt:lpstr>Correct and Incorrect Algorithms</vt:lpstr>
      <vt:lpstr>Formalization of the Concept of Algorithm (2)</vt:lpstr>
      <vt:lpstr>Key Requirements to an Algorithm</vt:lpstr>
      <vt:lpstr>Key Requirements to an Algorithm</vt:lpstr>
      <vt:lpstr>Levels of Computational Models</vt:lpstr>
      <vt:lpstr>Thank You,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Prazyan, Levon</dc:creator>
  <cp:lastModifiedBy>Prazyan, Levon</cp:lastModifiedBy>
  <cp:revision>2</cp:revision>
  <dcterms:created xsi:type="dcterms:W3CDTF">2024-06-18T05:26:31Z</dcterms:created>
  <dcterms:modified xsi:type="dcterms:W3CDTF">2025-09-01T19:37:36Z</dcterms:modified>
</cp:coreProperties>
</file>
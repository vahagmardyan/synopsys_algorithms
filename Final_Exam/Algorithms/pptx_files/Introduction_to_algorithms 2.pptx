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4928" r:id="rId4"/>
    <p:sldId id="4929" r:id="rId5"/>
    <p:sldId id="4930" r:id="rId6"/>
    <p:sldId id="4953" r:id="rId7"/>
    <p:sldId id="4931" r:id="rId8"/>
    <p:sldId id="4932" r:id="rId9"/>
    <p:sldId id="4933" r:id="rId10"/>
    <p:sldId id="4934" r:id="rId11"/>
    <p:sldId id="4935" r:id="rId12"/>
    <p:sldId id="4936" r:id="rId13"/>
    <p:sldId id="4937" r:id="rId14"/>
    <p:sldId id="4975" r:id="rId15"/>
    <p:sldId id="4974" r:id="rId16"/>
    <p:sldId id="4938" r:id="rId17"/>
    <p:sldId id="4939" r:id="rId18"/>
    <p:sldId id="4973" r:id="rId19"/>
    <p:sldId id="4940" r:id="rId20"/>
    <p:sldId id="4941" r:id="rId21"/>
    <p:sldId id="4942" r:id="rId22"/>
    <p:sldId id="4945" r:id="rId23"/>
    <p:sldId id="4952" r:id="rId24"/>
    <p:sldId id="4944" r:id="rId25"/>
    <p:sldId id="4950" r:id="rId26"/>
    <p:sldId id="4951" r:id="rId27"/>
    <p:sldId id="4947" r:id="rId28"/>
    <p:sldId id="4948" r:id="rId29"/>
    <p:sldId id="4949" r:id="rId30"/>
    <p:sldId id="4955" r:id="rId31"/>
    <p:sldId id="4956" r:id="rId32"/>
    <p:sldId id="4958" r:id="rId33"/>
    <p:sldId id="4959" r:id="rId34"/>
    <p:sldId id="4960" r:id="rId35"/>
    <p:sldId id="4957" r:id="rId36"/>
    <p:sldId id="4963" r:id="rId37"/>
    <p:sldId id="4965" r:id="rId38"/>
    <p:sldId id="4966" r:id="rId39"/>
    <p:sldId id="4961" r:id="rId40"/>
    <p:sldId id="4967" r:id="rId41"/>
    <p:sldId id="4968" r:id="rId42"/>
    <p:sldId id="4954" r:id="rId43"/>
    <p:sldId id="4962" r:id="rId44"/>
    <p:sldId id="4969" r:id="rId45"/>
    <p:sldId id="4970" r:id="rId46"/>
    <p:sldId id="4971" r:id="rId47"/>
    <p:sldId id="4972" r:id="rId48"/>
    <p:sldId id="479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47798-99BE-478F-9717-D853FE2D2965}" v="64" dt="2025-09-09T06:55: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75666" autoAdjust="0"/>
  </p:normalViewPr>
  <p:slideViewPr>
    <p:cSldViewPr snapToGrid="0">
      <p:cViewPr varScale="1">
        <p:scale>
          <a:sx n="80" d="100"/>
          <a:sy n="80" d="100"/>
        </p:scale>
        <p:origin x="131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CAB47798-99BE-478F-9717-D853FE2D2965}"/>
    <pc:docChg chg="undo custSel addSld modSld sldOrd">
      <pc:chgData name="Prazyan, Levon" userId="ed024b0e-4a1a-418a-8ca0-755e149680c9" providerId="ADAL" clId="{CAB47798-99BE-478F-9717-D853FE2D2965}" dt="2025-09-09T06:55:25" v="194" actId="20577"/>
      <pc:docMkLst>
        <pc:docMk/>
      </pc:docMkLst>
      <pc:sldChg chg="modSp mod">
        <pc:chgData name="Prazyan, Levon" userId="ed024b0e-4a1a-418a-8ca0-755e149680c9" providerId="ADAL" clId="{CAB47798-99BE-478F-9717-D853FE2D2965}" dt="2025-09-07T17:44:44.296" v="14"/>
        <pc:sldMkLst>
          <pc:docMk/>
          <pc:sldMk cId="417041952" sldId="257"/>
        </pc:sldMkLst>
        <pc:spChg chg="mod">
          <ac:chgData name="Prazyan, Levon" userId="ed024b0e-4a1a-418a-8ca0-755e149680c9" providerId="ADAL" clId="{CAB47798-99BE-478F-9717-D853FE2D2965}" dt="2025-09-07T17:44:44.296" v="14"/>
          <ac:spMkLst>
            <pc:docMk/>
            <pc:sldMk cId="417041952" sldId="257"/>
            <ac:spMk id="3" creationId="{4BC1998C-E6BD-C71A-C3E7-04FF6D66E39F}"/>
          </ac:spMkLst>
        </pc:spChg>
      </pc:sldChg>
      <pc:sldChg chg="modSp mod modNotesTx">
        <pc:chgData name="Prazyan, Levon" userId="ed024b0e-4a1a-418a-8ca0-755e149680c9" providerId="ADAL" clId="{CAB47798-99BE-478F-9717-D853FE2D2965}" dt="2025-09-08T16:37:17.147" v="132"/>
        <pc:sldMkLst>
          <pc:docMk/>
          <pc:sldMk cId="1636667316" sldId="4932"/>
        </pc:sldMkLst>
        <pc:spChg chg="mod">
          <ac:chgData name="Prazyan, Levon" userId="ed024b0e-4a1a-418a-8ca0-755e149680c9" providerId="ADAL" clId="{CAB47798-99BE-478F-9717-D853FE2D2965}" dt="2025-09-08T16:36:58.288" v="125" actId="14100"/>
          <ac:spMkLst>
            <pc:docMk/>
            <pc:sldMk cId="1636667316" sldId="4932"/>
            <ac:spMk id="3" creationId="{0C75D34E-5F65-4502-233F-78D71F97A677}"/>
          </ac:spMkLst>
        </pc:spChg>
        <pc:spChg chg="mod">
          <ac:chgData name="Prazyan, Levon" userId="ed024b0e-4a1a-418a-8ca0-755e149680c9" providerId="ADAL" clId="{CAB47798-99BE-478F-9717-D853FE2D2965}" dt="2025-09-08T16:30:29.657" v="114" actId="1076"/>
          <ac:spMkLst>
            <pc:docMk/>
            <pc:sldMk cId="1636667316" sldId="4932"/>
            <ac:spMk id="5" creationId="{3024F638-4FF5-763F-01DB-A8984BB3E765}"/>
          </ac:spMkLst>
        </pc:spChg>
      </pc:sldChg>
      <pc:sldChg chg="modSp mod">
        <pc:chgData name="Prazyan, Levon" userId="ed024b0e-4a1a-418a-8ca0-755e149680c9" providerId="ADAL" clId="{CAB47798-99BE-478F-9717-D853FE2D2965}" dt="2025-09-08T16:40:21.002" v="136" actId="403"/>
        <pc:sldMkLst>
          <pc:docMk/>
          <pc:sldMk cId="242537849" sldId="4936"/>
        </pc:sldMkLst>
        <pc:graphicFrameChg chg="mod modGraphic">
          <ac:chgData name="Prazyan, Levon" userId="ed024b0e-4a1a-418a-8ca0-755e149680c9" providerId="ADAL" clId="{CAB47798-99BE-478F-9717-D853FE2D2965}" dt="2025-09-08T16:40:21.002" v="136" actId="403"/>
          <ac:graphicFrameMkLst>
            <pc:docMk/>
            <pc:sldMk cId="242537849" sldId="4936"/>
            <ac:graphicFrameMk id="4" creationId="{3338BC2F-82E2-DED9-9B55-C2306B8F15D8}"/>
          </ac:graphicFrameMkLst>
        </pc:graphicFrameChg>
      </pc:sldChg>
      <pc:sldChg chg="modSp mod modAnim modShow">
        <pc:chgData name="Prazyan, Levon" userId="ed024b0e-4a1a-418a-8ca0-755e149680c9" providerId="ADAL" clId="{CAB47798-99BE-478F-9717-D853FE2D2965}" dt="2025-09-08T16:48:34.520" v="149" actId="729"/>
        <pc:sldMkLst>
          <pc:docMk/>
          <pc:sldMk cId="552414973" sldId="4937"/>
        </pc:sldMkLst>
        <pc:spChg chg="mod">
          <ac:chgData name="Prazyan, Levon" userId="ed024b0e-4a1a-418a-8ca0-755e149680c9" providerId="ADAL" clId="{CAB47798-99BE-478F-9717-D853FE2D2965}" dt="2025-09-07T18:50:56.932" v="24" actId="20577"/>
          <ac:spMkLst>
            <pc:docMk/>
            <pc:sldMk cId="552414973" sldId="4937"/>
            <ac:spMk id="3" creationId="{76158316-7F21-221C-7627-746A3FD558AE}"/>
          </ac:spMkLst>
        </pc:spChg>
      </pc:sldChg>
      <pc:sldChg chg="modSp mod">
        <pc:chgData name="Prazyan, Levon" userId="ed024b0e-4a1a-418a-8ca0-755e149680c9" providerId="ADAL" clId="{CAB47798-99BE-478F-9717-D853FE2D2965}" dt="2025-09-08T18:49:49.372" v="155" actId="27636"/>
        <pc:sldMkLst>
          <pc:docMk/>
          <pc:sldMk cId="4082079855" sldId="4941"/>
        </pc:sldMkLst>
        <pc:spChg chg="mod">
          <ac:chgData name="Prazyan, Levon" userId="ed024b0e-4a1a-418a-8ca0-755e149680c9" providerId="ADAL" clId="{CAB47798-99BE-478F-9717-D853FE2D2965}" dt="2025-09-08T18:49:49.372" v="155" actId="27636"/>
          <ac:spMkLst>
            <pc:docMk/>
            <pc:sldMk cId="4082079855" sldId="4941"/>
            <ac:spMk id="3" creationId="{00B01CB3-5D57-66E2-2C6B-CEB1057D5FD6}"/>
          </ac:spMkLst>
        </pc:spChg>
      </pc:sldChg>
      <pc:sldChg chg="modAnim">
        <pc:chgData name="Prazyan, Levon" userId="ed024b0e-4a1a-418a-8ca0-755e149680c9" providerId="ADAL" clId="{CAB47798-99BE-478F-9717-D853FE2D2965}" dt="2025-09-08T19:43:34.713" v="182"/>
        <pc:sldMkLst>
          <pc:docMk/>
          <pc:sldMk cId="324684384" sldId="4942"/>
        </pc:sldMkLst>
      </pc:sldChg>
      <pc:sldChg chg="ord">
        <pc:chgData name="Prazyan, Levon" userId="ed024b0e-4a1a-418a-8ca0-755e149680c9" providerId="ADAL" clId="{CAB47798-99BE-478F-9717-D853FE2D2965}" dt="2025-09-08T19:53:29.766" v="184"/>
        <pc:sldMkLst>
          <pc:docMk/>
          <pc:sldMk cId="70046014" sldId="4951"/>
        </pc:sldMkLst>
      </pc:sldChg>
      <pc:sldChg chg="modSp mod">
        <pc:chgData name="Prazyan, Levon" userId="ed024b0e-4a1a-418a-8ca0-755e149680c9" providerId="ADAL" clId="{CAB47798-99BE-478F-9717-D853FE2D2965}" dt="2025-09-07T18:50:58.301" v="27" actId="27636"/>
        <pc:sldMkLst>
          <pc:docMk/>
          <pc:sldMk cId="1487588505" sldId="4954"/>
        </pc:sldMkLst>
        <pc:spChg chg="mod">
          <ac:chgData name="Prazyan, Levon" userId="ed024b0e-4a1a-418a-8ca0-755e149680c9" providerId="ADAL" clId="{CAB47798-99BE-478F-9717-D853FE2D2965}" dt="2025-09-07T18:50:58.301" v="27" actId="27636"/>
          <ac:spMkLst>
            <pc:docMk/>
            <pc:sldMk cId="1487588505" sldId="4954"/>
            <ac:spMk id="5" creationId="{B1D37831-BADD-EF68-7C6C-5EFCE2DFFB52}"/>
          </ac:spMkLst>
        </pc:spChg>
      </pc:sldChg>
      <pc:sldChg chg="modSp mod">
        <pc:chgData name="Prazyan, Levon" userId="ed024b0e-4a1a-418a-8ca0-755e149680c9" providerId="ADAL" clId="{CAB47798-99BE-478F-9717-D853FE2D2965}" dt="2025-09-07T18:50:57.808" v="25" actId="27636"/>
        <pc:sldMkLst>
          <pc:docMk/>
          <pc:sldMk cId="1746719683" sldId="4960"/>
        </pc:sldMkLst>
        <pc:spChg chg="mod">
          <ac:chgData name="Prazyan, Levon" userId="ed024b0e-4a1a-418a-8ca0-755e149680c9" providerId="ADAL" clId="{CAB47798-99BE-478F-9717-D853FE2D2965}" dt="2025-09-07T18:50:57.808" v="25" actId="27636"/>
          <ac:spMkLst>
            <pc:docMk/>
            <pc:sldMk cId="1746719683" sldId="4960"/>
            <ac:spMk id="4" creationId="{F318792C-6F48-ADCF-F087-9E83213DD4D3}"/>
          </ac:spMkLst>
        </pc:spChg>
      </pc:sldChg>
      <pc:sldChg chg="modSp mod">
        <pc:chgData name="Prazyan, Levon" userId="ed024b0e-4a1a-418a-8ca0-755e149680c9" providerId="ADAL" clId="{CAB47798-99BE-478F-9717-D853FE2D2965}" dt="2025-09-07T18:50:58.072" v="26" actId="27636"/>
        <pc:sldMkLst>
          <pc:docMk/>
          <pc:sldMk cId="2680903609" sldId="4967"/>
        </pc:sldMkLst>
        <pc:spChg chg="mod">
          <ac:chgData name="Prazyan, Levon" userId="ed024b0e-4a1a-418a-8ca0-755e149680c9" providerId="ADAL" clId="{CAB47798-99BE-478F-9717-D853FE2D2965}" dt="2025-09-07T18:50:58.072" v="26" actId="27636"/>
          <ac:spMkLst>
            <pc:docMk/>
            <pc:sldMk cId="2680903609" sldId="4967"/>
            <ac:spMk id="3" creationId="{934452FE-C1F3-5298-FE48-994D61753BB2}"/>
          </ac:spMkLst>
        </pc:spChg>
      </pc:sldChg>
      <pc:sldChg chg="modSp new mod modAnim">
        <pc:chgData name="Prazyan, Levon" userId="ed024b0e-4a1a-418a-8ca0-755e149680c9" providerId="ADAL" clId="{CAB47798-99BE-478F-9717-D853FE2D2965}" dt="2025-09-08T19:41:31.465" v="178"/>
        <pc:sldMkLst>
          <pc:docMk/>
          <pc:sldMk cId="3962059295" sldId="4973"/>
        </pc:sldMkLst>
        <pc:spChg chg="mod">
          <ac:chgData name="Prazyan, Levon" userId="ed024b0e-4a1a-418a-8ca0-755e149680c9" providerId="ADAL" clId="{CAB47798-99BE-478F-9717-D853FE2D2965}" dt="2025-09-07T20:27:52.999" v="60"/>
          <ac:spMkLst>
            <pc:docMk/>
            <pc:sldMk cId="3962059295" sldId="4973"/>
            <ac:spMk id="2" creationId="{C6AA36C8-C8A1-9965-8130-B37AF6F11636}"/>
          </ac:spMkLst>
        </pc:spChg>
        <pc:spChg chg="mod">
          <ac:chgData name="Prazyan, Levon" userId="ed024b0e-4a1a-418a-8ca0-755e149680c9" providerId="ADAL" clId="{CAB47798-99BE-478F-9717-D853FE2D2965}" dt="2025-09-08T17:59:12.394" v="153" actId="27636"/>
          <ac:spMkLst>
            <pc:docMk/>
            <pc:sldMk cId="3962059295" sldId="4973"/>
            <ac:spMk id="3" creationId="{20AB62B7-9F31-1945-50ED-87170095C6D9}"/>
          </ac:spMkLst>
        </pc:spChg>
      </pc:sldChg>
      <pc:sldChg chg="modSp add mod modAnim">
        <pc:chgData name="Prazyan, Levon" userId="ed024b0e-4a1a-418a-8ca0-755e149680c9" providerId="ADAL" clId="{CAB47798-99BE-478F-9717-D853FE2D2965}" dt="2025-09-09T06:55:25" v="194" actId="20577"/>
        <pc:sldMkLst>
          <pc:docMk/>
          <pc:sldMk cId="4075497852" sldId="4974"/>
        </pc:sldMkLst>
        <pc:spChg chg="mod">
          <ac:chgData name="Prazyan, Levon" userId="ed024b0e-4a1a-418a-8ca0-755e149680c9" providerId="ADAL" clId="{CAB47798-99BE-478F-9717-D853FE2D2965}" dt="2025-09-08T16:42:26.214" v="138" actId="20577"/>
          <ac:spMkLst>
            <pc:docMk/>
            <pc:sldMk cId="4075497852" sldId="4974"/>
            <ac:spMk id="2" creationId="{78813AF7-EBA1-C0FD-B377-4BAB013102F6}"/>
          </ac:spMkLst>
        </pc:spChg>
        <pc:spChg chg="mod">
          <ac:chgData name="Prazyan, Levon" userId="ed024b0e-4a1a-418a-8ca0-755e149680c9" providerId="ADAL" clId="{CAB47798-99BE-478F-9717-D853FE2D2965}" dt="2025-09-09T06:55:25" v="194" actId="20577"/>
          <ac:spMkLst>
            <pc:docMk/>
            <pc:sldMk cId="4075497852" sldId="4974"/>
            <ac:spMk id="3" creationId="{A26E167F-ADBE-1649-6B74-F762F05B901A}"/>
          </ac:spMkLst>
        </pc:spChg>
      </pc:sldChg>
      <pc:sldChg chg="modSp add mod">
        <pc:chgData name="Prazyan, Levon" userId="ed024b0e-4a1a-418a-8ca0-755e149680c9" providerId="ADAL" clId="{CAB47798-99BE-478F-9717-D853FE2D2965}" dt="2025-09-08T16:43:15.551" v="148" actId="5793"/>
        <pc:sldMkLst>
          <pc:docMk/>
          <pc:sldMk cId="3854585454" sldId="4975"/>
        </pc:sldMkLst>
        <pc:spChg chg="mod">
          <ac:chgData name="Prazyan, Levon" userId="ed024b0e-4a1a-418a-8ca0-755e149680c9" providerId="ADAL" clId="{CAB47798-99BE-478F-9717-D853FE2D2965}" dt="2025-09-08T16:43:15.551" v="148" actId="5793"/>
          <ac:spMkLst>
            <pc:docMk/>
            <pc:sldMk cId="3854585454" sldId="4975"/>
            <ac:spMk id="3" creationId="{70060836-A0D7-AE8A-4421-8C24164D2641}"/>
          </ac:spMkLst>
        </pc:spChg>
      </pc:sldChg>
    </pc:docChg>
  </pc:docChgLst>
  <pc:docChgLst>
    <pc:chgData name="Prazyan, Levon" userId="ed024b0e-4a1a-418a-8ca0-755e149680c9" providerId="ADAL" clId="{86841B37-AA48-47B2-B224-D0C26D9B48B9}"/>
    <pc:docChg chg="undo redo custSel addSld delSld modSld sldOrd">
      <pc:chgData name="Prazyan, Levon" userId="ed024b0e-4a1a-418a-8ca0-755e149680c9" providerId="ADAL" clId="{86841B37-AA48-47B2-B224-D0C26D9B48B9}" dt="2024-12-16T22:40:03.851" v="4065" actId="20577"/>
      <pc:docMkLst>
        <pc:docMk/>
      </pc:docMkLst>
      <pc:sldChg chg="modSp mod">
        <pc:chgData name="Prazyan, Levon" userId="ed024b0e-4a1a-418a-8ca0-755e149680c9" providerId="ADAL" clId="{86841B37-AA48-47B2-B224-D0C26D9B48B9}" dt="2024-12-07T11:13:16.410" v="10"/>
        <pc:sldMkLst>
          <pc:docMk/>
          <pc:sldMk cId="417041952" sldId="257"/>
        </pc:sldMkLst>
      </pc:sldChg>
      <pc:sldChg chg="del">
        <pc:chgData name="Prazyan, Levon" userId="ed024b0e-4a1a-418a-8ca0-755e149680c9" providerId="ADAL" clId="{86841B37-AA48-47B2-B224-D0C26D9B48B9}" dt="2024-12-07T11:14:12.320" v="11" actId="47"/>
        <pc:sldMkLst>
          <pc:docMk/>
          <pc:sldMk cId="3697462185" sldId="4793"/>
        </pc:sldMkLst>
      </pc:sldChg>
      <pc:sldChg chg="del modNotesTx">
        <pc:chgData name="Prazyan, Levon" userId="ed024b0e-4a1a-418a-8ca0-755e149680c9" providerId="ADAL" clId="{86841B37-AA48-47B2-B224-D0C26D9B48B9}" dt="2024-12-09T18:52:21.099" v="2320" actId="47"/>
        <pc:sldMkLst>
          <pc:docMk/>
          <pc:sldMk cId="3276632360" sldId="4902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998128004" sldId="4903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3345855430" sldId="4904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1164758442" sldId="4905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585129025" sldId="4906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1396688634" sldId="4907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2487924041" sldId="4908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401729513" sldId="4909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281431129" sldId="4910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4108276758" sldId="4911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590820081" sldId="4912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3168310462" sldId="4913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731489144" sldId="4914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549829191" sldId="4915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3249525534" sldId="4916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573308025" sldId="4917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1431954971" sldId="4918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78655496" sldId="4919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1586065393" sldId="4920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3456810233" sldId="4921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3098998269" sldId="4922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620183138" sldId="4923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713426548" sldId="4924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2528150885" sldId="4925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4044226031" sldId="4926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983848505" sldId="4927"/>
        </pc:sldMkLst>
      </pc:sldChg>
      <pc:sldChg chg="add del">
        <pc:chgData name="Prazyan, Levon" userId="ed024b0e-4a1a-418a-8ca0-755e149680c9" providerId="ADAL" clId="{86841B37-AA48-47B2-B224-D0C26D9B48B9}" dt="2024-12-07T11:20:59.319" v="15" actId="47"/>
        <pc:sldMkLst>
          <pc:docMk/>
          <pc:sldMk cId="3797214716" sldId="4928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886423620" sldId="4929"/>
        </pc:sldMkLst>
      </pc:sldChg>
      <pc:sldChg chg="addSp delSp modSp new mod setBg modNotesTx">
        <pc:chgData name="Prazyan, Levon" userId="ed024b0e-4a1a-418a-8ca0-755e149680c9" providerId="ADAL" clId="{86841B37-AA48-47B2-B224-D0C26D9B48B9}" dt="2024-12-07T20:14:44.029" v="50"/>
        <pc:sldMkLst>
          <pc:docMk/>
          <pc:sldMk cId="2337291927" sldId="4929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2459112237" sldId="4930"/>
        </pc:sldMkLst>
      </pc:sldChg>
      <pc:sldChg chg="addSp modSp new mod setBg">
        <pc:chgData name="Prazyan, Levon" userId="ed024b0e-4a1a-418a-8ca0-755e149680c9" providerId="ADAL" clId="{86841B37-AA48-47B2-B224-D0C26D9B48B9}" dt="2024-12-07T20:32:57.442" v="218" actId="255"/>
        <pc:sldMkLst>
          <pc:docMk/>
          <pc:sldMk cId="3757110233" sldId="4930"/>
        </pc:sldMkLst>
      </pc:sldChg>
      <pc:sldChg chg="addSp delSp modSp new mod setBg modClrScheme modAnim chgLayout">
        <pc:chgData name="Prazyan, Levon" userId="ed024b0e-4a1a-418a-8ca0-755e149680c9" providerId="ADAL" clId="{86841B37-AA48-47B2-B224-D0C26D9B48B9}" dt="2024-12-09T19:35:08.121" v="2467" actId="1076"/>
        <pc:sldMkLst>
          <pc:docMk/>
          <pc:sldMk cId="1196252445" sldId="4931"/>
        </pc:sldMkLst>
      </pc:sldChg>
      <pc:sldChg chg="add del">
        <pc:chgData name="Prazyan, Levon" userId="ed024b0e-4a1a-418a-8ca0-755e149680c9" providerId="ADAL" clId="{86841B37-AA48-47B2-B224-D0C26D9B48B9}" dt="2024-12-07T11:21:12.281" v="16" actId="47"/>
        <pc:sldMkLst>
          <pc:docMk/>
          <pc:sldMk cId="2798230958" sldId="4931"/>
        </pc:sldMkLst>
      </pc:sldChg>
      <pc:sldChg chg="addSp delSp modSp new mod modClrScheme modAnim chgLayout modNotesTx">
        <pc:chgData name="Prazyan, Levon" userId="ed024b0e-4a1a-418a-8ca0-755e149680c9" providerId="ADAL" clId="{86841B37-AA48-47B2-B224-D0C26D9B48B9}" dt="2024-12-07T22:10:06.933" v="974" actId="1076"/>
        <pc:sldMkLst>
          <pc:docMk/>
          <pc:sldMk cId="1636667316" sldId="4932"/>
        </pc:sldMkLst>
      </pc:sldChg>
      <pc:sldChg chg="add del">
        <pc:chgData name="Prazyan, Levon" userId="ed024b0e-4a1a-418a-8ca0-755e149680c9" providerId="ADAL" clId="{86841B37-AA48-47B2-B224-D0C26D9B48B9}" dt="2024-12-07T11:29:31.620" v="19" actId="47"/>
        <pc:sldMkLst>
          <pc:docMk/>
          <pc:sldMk cId="1728592854" sldId="4932"/>
        </pc:sldMkLst>
      </pc:sldChg>
      <pc:sldChg chg="addSp delSp modSp new mod modClrScheme chgLayout">
        <pc:chgData name="Prazyan, Levon" userId="ed024b0e-4a1a-418a-8ca0-755e149680c9" providerId="ADAL" clId="{86841B37-AA48-47B2-B224-D0C26D9B48B9}" dt="2024-12-07T21:41:38.739" v="536" actId="113"/>
        <pc:sldMkLst>
          <pc:docMk/>
          <pc:sldMk cId="2433280267" sldId="4933"/>
        </pc:sldMkLst>
      </pc:sldChg>
      <pc:sldChg chg="add del">
        <pc:chgData name="Prazyan, Levon" userId="ed024b0e-4a1a-418a-8ca0-755e149680c9" providerId="ADAL" clId="{86841B37-AA48-47B2-B224-D0C26D9B48B9}" dt="2024-12-07T11:21:22.164" v="17" actId="47"/>
        <pc:sldMkLst>
          <pc:docMk/>
          <pc:sldMk cId="1697968557" sldId="4934"/>
        </pc:sldMkLst>
      </pc:sldChg>
      <pc:sldChg chg="modSp new mod modAnim modNotesTx">
        <pc:chgData name="Prazyan, Levon" userId="ed024b0e-4a1a-418a-8ca0-755e149680c9" providerId="ADAL" clId="{86841B37-AA48-47B2-B224-D0C26D9B48B9}" dt="2024-12-16T03:02:05.749" v="2667" actId="27636"/>
        <pc:sldMkLst>
          <pc:docMk/>
          <pc:sldMk cId="3613425600" sldId="4934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303883667" sldId="4935"/>
        </pc:sldMkLst>
      </pc:sldChg>
      <pc:sldChg chg="addSp delSp modSp add mod setBg modAnim modNotesTx">
        <pc:chgData name="Prazyan, Levon" userId="ed024b0e-4a1a-418a-8ca0-755e149680c9" providerId="ADAL" clId="{86841B37-AA48-47B2-B224-D0C26D9B48B9}" dt="2024-12-07T22:21:59.082" v="1095" actId="20577"/>
        <pc:sldMkLst>
          <pc:docMk/>
          <pc:sldMk cId="2041630382" sldId="4935"/>
        </pc:sldMkLst>
      </pc:sldChg>
      <pc:sldChg chg="addSp delSp modSp new mod">
        <pc:chgData name="Prazyan, Levon" userId="ed024b0e-4a1a-418a-8ca0-755e149680c9" providerId="ADAL" clId="{86841B37-AA48-47B2-B224-D0C26D9B48B9}" dt="2024-12-09T20:37:48.473" v="2497" actId="20577"/>
        <pc:sldMkLst>
          <pc:docMk/>
          <pc:sldMk cId="242537849" sldId="4936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822996745" sldId="4936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308524440" sldId="4937"/>
        </pc:sldMkLst>
      </pc:sldChg>
      <pc:sldChg chg="modSp new mod modAnim modNotesTx">
        <pc:chgData name="Prazyan, Levon" userId="ed024b0e-4a1a-418a-8ca0-755e149680c9" providerId="ADAL" clId="{86841B37-AA48-47B2-B224-D0C26D9B48B9}" dt="2024-12-09T21:10:53.923" v="2617" actId="27636"/>
        <pc:sldMkLst>
          <pc:docMk/>
          <pc:sldMk cId="552414973" sldId="4937"/>
        </pc:sldMkLst>
      </pc:sldChg>
      <pc:sldChg chg="modSp new mod modAnim">
        <pc:chgData name="Prazyan, Levon" userId="ed024b0e-4a1a-418a-8ca0-755e149680c9" providerId="ADAL" clId="{86841B37-AA48-47B2-B224-D0C26D9B48B9}" dt="2024-12-09T20:46:39.133" v="2513" actId="33524"/>
        <pc:sldMkLst>
          <pc:docMk/>
          <pc:sldMk cId="2163963762" sldId="4938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3370310897" sldId="4938"/>
        </pc:sldMkLst>
      </pc:sldChg>
      <pc:sldChg chg="modSp new mod modAnim">
        <pc:chgData name="Prazyan, Levon" userId="ed024b0e-4a1a-418a-8ca0-755e149680c9" providerId="ADAL" clId="{86841B37-AA48-47B2-B224-D0C26D9B48B9}" dt="2024-12-09T21:11:57.410" v="2622" actId="207"/>
        <pc:sldMkLst>
          <pc:docMk/>
          <pc:sldMk cId="650795282" sldId="4939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1478174887" sldId="4939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3419855629" sldId="4940"/>
        </pc:sldMkLst>
      </pc:sldChg>
      <pc:sldChg chg="modSp new mod modAnim modNotesTx">
        <pc:chgData name="Prazyan, Levon" userId="ed024b0e-4a1a-418a-8ca0-755e149680c9" providerId="ADAL" clId="{86841B37-AA48-47B2-B224-D0C26D9B48B9}" dt="2024-12-08T21:22:27.198" v="1767" actId="6549"/>
        <pc:sldMkLst>
          <pc:docMk/>
          <pc:sldMk cId="3566652764" sldId="4940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2855833169" sldId="4941"/>
        </pc:sldMkLst>
      </pc:sldChg>
      <pc:sldChg chg="modSp new">
        <pc:chgData name="Prazyan, Levon" userId="ed024b0e-4a1a-418a-8ca0-755e149680c9" providerId="ADAL" clId="{86841B37-AA48-47B2-B224-D0C26D9B48B9}" dt="2024-12-08T21:26:15.996" v="1798" actId="404"/>
        <pc:sldMkLst>
          <pc:docMk/>
          <pc:sldMk cId="4082079855" sldId="4941"/>
        </pc:sldMkLst>
      </pc:sldChg>
      <pc:sldChg chg="addSp delSp modSp new mod modClrScheme addAnim delAnim modAnim chgLayout modNotesTx">
        <pc:chgData name="Prazyan, Levon" userId="ed024b0e-4a1a-418a-8ca0-755e149680c9" providerId="ADAL" clId="{86841B37-AA48-47B2-B224-D0C26D9B48B9}" dt="2024-12-09T18:03:28.009" v="2110"/>
        <pc:sldMkLst>
          <pc:docMk/>
          <pc:sldMk cId="324684384" sldId="4942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2909817368" sldId="4942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1855922608" sldId="4943"/>
        </pc:sldMkLst>
      </pc:sldChg>
      <pc:sldChg chg="addSp delSp modSp new del mod modAnim">
        <pc:chgData name="Prazyan, Levon" userId="ed024b0e-4a1a-418a-8ca0-755e149680c9" providerId="ADAL" clId="{86841B37-AA48-47B2-B224-D0C26D9B48B9}" dt="2024-12-09T19:28:43.771" v="2445" actId="47"/>
        <pc:sldMkLst>
          <pc:docMk/>
          <pc:sldMk cId="2704115425" sldId="4943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2067799233" sldId="4944"/>
        </pc:sldMkLst>
      </pc:sldChg>
      <pc:sldChg chg="addSp delSp modSp add mod addAnim delAnim modAnim">
        <pc:chgData name="Prazyan, Levon" userId="ed024b0e-4a1a-418a-8ca0-755e149680c9" providerId="ADAL" clId="{86841B37-AA48-47B2-B224-D0C26D9B48B9}" dt="2024-12-09T21:11:38.901" v="2621" actId="207"/>
        <pc:sldMkLst>
          <pc:docMk/>
          <pc:sldMk cId="3602067696" sldId="4944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822810214" sldId="4945"/>
        </pc:sldMkLst>
      </pc:sldChg>
      <pc:sldChg chg="addSp delSp modSp add mod addAnim delAnim">
        <pc:chgData name="Prazyan, Levon" userId="ed024b0e-4a1a-418a-8ca0-755e149680c9" providerId="ADAL" clId="{86841B37-AA48-47B2-B224-D0C26D9B48B9}" dt="2024-12-09T18:06:49.213" v="2146" actId="1076"/>
        <pc:sldMkLst>
          <pc:docMk/>
          <pc:sldMk cId="2617652063" sldId="4945"/>
        </pc:sldMkLst>
      </pc:sldChg>
      <pc:sldChg chg="addSp delSp modSp add del mod delAnim modAnim modNotesTx">
        <pc:chgData name="Prazyan, Levon" userId="ed024b0e-4a1a-418a-8ca0-755e149680c9" providerId="ADAL" clId="{86841B37-AA48-47B2-B224-D0C26D9B48B9}" dt="2024-12-09T18:52:11.339" v="2319" actId="47"/>
        <pc:sldMkLst>
          <pc:docMk/>
          <pc:sldMk cId="1900299332" sldId="4946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3014533231" sldId="4946"/>
        </pc:sldMkLst>
      </pc:sldChg>
      <pc:sldChg chg="addSp delSp modSp new mod modClrScheme modAnim chgLayout">
        <pc:chgData name="Prazyan, Levon" userId="ed024b0e-4a1a-418a-8ca0-755e149680c9" providerId="ADAL" clId="{86841B37-AA48-47B2-B224-D0C26D9B48B9}" dt="2024-12-09T21:11:23.781" v="2618" actId="207"/>
        <pc:sldMkLst>
          <pc:docMk/>
          <pc:sldMk cId="2603398791" sldId="4947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2650145286" sldId="4947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786291889" sldId="4948"/>
        </pc:sldMkLst>
      </pc:sldChg>
      <pc:sldChg chg="addSp delSp modSp new mod modClrScheme modAnim chgLayout">
        <pc:chgData name="Prazyan, Levon" userId="ed024b0e-4a1a-418a-8ca0-755e149680c9" providerId="ADAL" clId="{86841B37-AA48-47B2-B224-D0C26D9B48B9}" dt="2024-12-09T19:02:59.183" v="2344"/>
        <pc:sldMkLst>
          <pc:docMk/>
          <pc:sldMk cId="1901138598" sldId="4948"/>
        </pc:sldMkLst>
      </pc:sldChg>
      <pc:sldChg chg="addSp delSp modSp add mod delAnim modAnim">
        <pc:chgData name="Prazyan, Levon" userId="ed024b0e-4a1a-418a-8ca0-755e149680c9" providerId="ADAL" clId="{86841B37-AA48-47B2-B224-D0C26D9B48B9}" dt="2024-12-09T21:09:09.780" v="2595"/>
        <pc:sldMkLst>
          <pc:docMk/>
          <pc:sldMk cId="773235153" sldId="4949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2465677935" sldId="4949"/>
        </pc:sldMkLst>
      </pc:sldChg>
      <pc:sldChg chg="addSp delSp modSp add ord modAnim">
        <pc:chgData name="Prazyan, Levon" userId="ed024b0e-4a1a-418a-8ca0-755e149680c9" providerId="ADAL" clId="{86841B37-AA48-47B2-B224-D0C26D9B48B9}" dt="2024-12-09T20:55:40.334" v="2521"/>
        <pc:sldMkLst>
          <pc:docMk/>
          <pc:sldMk cId="1317028111" sldId="4950"/>
        </pc:sldMkLst>
      </pc:sldChg>
      <pc:sldChg chg="add del">
        <pc:chgData name="Prazyan, Levon" userId="ed024b0e-4a1a-418a-8ca0-755e149680c9" providerId="ADAL" clId="{86841B37-AA48-47B2-B224-D0C26D9B48B9}" dt="2024-12-07T11:21:48.330" v="18" actId="47"/>
        <pc:sldMkLst>
          <pc:docMk/>
          <pc:sldMk cId="2163367256" sldId="4950"/>
        </pc:sldMkLst>
      </pc:sldChg>
      <pc:sldChg chg="addSp delSp modSp new mod ord modClrScheme chgLayout">
        <pc:chgData name="Prazyan, Levon" userId="ed024b0e-4a1a-418a-8ca0-755e149680c9" providerId="ADAL" clId="{86841B37-AA48-47B2-B224-D0C26D9B48B9}" dt="2024-12-09T20:55:49.655" v="2523"/>
        <pc:sldMkLst>
          <pc:docMk/>
          <pc:sldMk cId="70046014" sldId="4951"/>
        </pc:sldMkLst>
      </pc:sldChg>
      <pc:sldChg chg="addSp delSp modSp add mod ord modClrScheme chgLayout">
        <pc:chgData name="Prazyan, Levon" userId="ed024b0e-4a1a-418a-8ca0-755e149680c9" providerId="ADAL" clId="{86841B37-AA48-47B2-B224-D0C26D9B48B9}" dt="2024-12-09T20:52:03.454" v="2518"/>
        <pc:sldMkLst>
          <pc:docMk/>
          <pc:sldMk cId="804756631" sldId="4952"/>
        </pc:sldMkLst>
      </pc:sldChg>
      <pc:sldChg chg="add ord">
        <pc:chgData name="Prazyan, Levon" userId="ed024b0e-4a1a-418a-8ca0-755e149680c9" providerId="ADAL" clId="{86841B37-AA48-47B2-B224-D0C26D9B48B9}" dt="2024-12-09T20:31:55.047" v="2469"/>
        <pc:sldMkLst>
          <pc:docMk/>
          <pc:sldMk cId="1026095831" sldId="4953"/>
        </pc:sldMkLst>
      </pc:sldChg>
      <pc:sldChg chg="addSp delSp modSp new mod ord modClrScheme chgLayout">
        <pc:chgData name="Prazyan, Levon" userId="ed024b0e-4a1a-418a-8ca0-755e149680c9" providerId="ADAL" clId="{86841B37-AA48-47B2-B224-D0C26D9B48B9}" dt="2024-12-16T17:53:00.733" v="3745"/>
        <pc:sldMkLst>
          <pc:docMk/>
          <pc:sldMk cId="1487588505" sldId="4954"/>
        </pc:sldMkLst>
      </pc:sldChg>
      <pc:sldChg chg="addSp delSp modSp new mod modClrScheme chgLayout modNotesTx">
        <pc:chgData name="Prazyan, Levon" userId="ed024b0e-4a1a-418a-8ca0-755e149680c9" providerId="ADAL" clId="{86841B37-AA48-47B2-B224-D0C26D9B48B9}" dt="2024-12-16T14:51:03.780" v="3623" actId="207"/>
        <pc:sldMkLst>
          <pc:docMk/>
          <pc:sldMk cId="1270120163" sldId="4955"/>
        </pc:sldMkLst>
      </pc:sldChg>
      <pc:sldChg chg="addSp delSp modSp new mod setBg modClrScheme chgLayout modNotesTx">
        <pc:chgData name="Prazyan, Levon" userId="ed024b0e-4a1a-418a-8ca0-755e149680c9" providerId="ADAL" clId="{86841B37-AA48-47B2-B224-D0C26D9B48B9}" dt="2024-12-16T03:27:40.044" v="2904"/>
        <pc:sldMkLst>
          <pc:docMk/>
          <pc:sldMk cId="4235092750" sldId="4956"/>
        </pc:sldMkLst>
      </pc:sldChg>
      <pc:sldChg chg="modSp new mod">
        <pc:chgData name="Prazyan, Levon" userId="ed024b0e-4a1a-418a-8ca0-755e149680c9" providerId="ADAL" clId="{86841B37-AA48-47B2-B224-D0C26D9B48B9}" dt="2024-12-16T12:07:44.726" v="3428" actId="20577"/>
        <pc:sldMkLst>
          <pc:docMk/>
          <pc:sldMk cId="2958784959" sldId="4957"/>
        </pc:sldMkLst>
      </pc:sldChg>
      <pc:sldChg chg="addSp delSp modSp new mod modClrScheme modAnim chgLayout modNotesTx">
        <pc:chgData name="Prazyan, Levon" userId="ed024b0e-4a1a-418a-8ca0-755e149680c9" providerId="ADAL" clId="{86841B37-AA48-47B2-B224-D0C26D9B48B9}" dt="2024-12-16T06:04:51.242" v="3218" actId="20577"/>
        <pc:sldMkLst>
          <pc:docMk/>
          <pc:sldMk cId="2591587967" sldId="4958"/>
        </pc:sldMkLst>
      </pc:sldChg>
      <pc:sldChg chg="addSp delSp modSp add mod modClrScheme chgLayout">
        <pc:chgData name="Prazyan, Levon" userId="ed024b0e-4a1a-418a-8ca0-755e149680c9" providerId="ADAL" clId="{86841B37-AA48-47B2-B224-D0C26D9B48B9}" dt="2024-12-16T06:04:58.577" v="3222" actId="20577"/>
        <pc:sldMkLst>
          <pc:docMk/>
          <pc:sldMk cId="204984081" sldId="4959"/>
        </pc:sldMkLst>
      </pc:sldChg>
      <pc:sldChg chg="addSp delSp modSp add mod modNotesTx">
        <pc:chgData name="Prazyan, Levon" userId="ed024b0e-4a1a-418a-8ca0-755e149680c9" providerId="ADAL" clId="{86841B37-AA48-47B2-B224-D0C26D9B48B9}" dt="2024-12-16T11:42:36.246" v="3369"/>
        <pc:sldMkLst>
          <pc:docMk/>
          <pc:sldMk cId="1746719683" sldId="4960"/>
        </pc:sldMkLst>
      </pc:sldChg>
      <pc:sldChg chg="modSp new mod ord">
        <pc:chgData name="Prazyan, Levon" userId="ed024b0e-4a1a-418a-8ca0-755e149680c9" providerId="ADAL" clId="{86841B37-AA48-47B2-B224-D0C26D9B48B9}" dt="2024-12-16T17:52:54.350" v="3743"/>
        <pc:sldMkLst>
          <pc:docMk/>
          <pc:sldMk cId="1319629428" sldId="4961"/>
        </pc:sldMkLst>
      </pc:sldChg>
      <pc:sldChg chg="modSp new mod">
        <pc:chgData name="Prazyan, Levon" userId="ed024b0e-4a1a-418a-8ca0-755e149680c9" providerId="ADAL" clId="{86841B37-AA48-47B2-B224-D0C26D9B48B9}" dt="2024-12-16T17:13:36.709" v="3738"/>
        <pc:sldMkLst>
          <pc:docMk/>
          <pc:sldMk cId="275698235" sldId="4962"/>
        </pc:sldMkLst>
      </pc:sldChg>
      <pc:sldChg chg="addSp delSp modSp add mod">
        <pc:chgData name="Prazyan, Levon" userId="ed024b0e-4a1a-418a-8ca0-755e149680c9" providerId="ADAL" clId="{86841B37-AA48-47B2-B224-D0C26D9B48B9}" dt="2024-12-16T12:20:08.506" v="3438" actId="1076"/>
        <pc:sldMkLst>
          <pc:docMk/>
          <pc:sldMk cId="468111475" sldId="4963"/>
        </pc:sldMkLst>
      </pc:sldChg>
      <pc:sldChg chg="new del">
        <pc:chgData name="Prazyan, Levon" userId="ed024b0e-4a1a-418a-8ca0-755e149680c9" providerId="ADAL" clId="{86841B37-AA48-47B2-B224-D0C26D9B48B9}" dt="2024-12-16T12:20:28.737" v="3441" actId="47"/>
        <pc:sldMkLst>
          <pc:docMk/>
          <pc:sldMk cId="6790487" sldId="4964"/>
        </pc:sldMkLst>
      </pc:sldChg>
      <pc:sldChg chg="modSp add mod">
        <pc:chgData name="Prazyan, Levon" userId="ed024b0e-4a1a-418a-8ca0-755e149680c9" providerId="ADAL" clId="{86841B37-AA48-47B2-B224-D0C26D9B48B9}" dt="2024-12-16T12:21:26.547" v="3451" actId="20577"/>
        <pc:sldMkLst>
          <pc:docMk/>
          <pc:sldMk cId="134340664" sldId="4965"/>
        </pc:sldMkLst>
      </pc:sldChg>
      <pc:sldChg chg="addSp delSp modSp add mod">
        <pc:chgData name="Prazyan, Levon" userId="ed024b0e-4a1a-418a-8ca0-755e149680c9" providerId="ADAL" clId="{86841B37-AA48-47B2-B224-D0C26D9B48B9}" dt="2024-12-16T12:22:03.310" v="3457" actId="1076"/>
        <pc:sldMkLst>
          <pc:docMk/>
          <pc:sldMk cId="3163047200" sldId="4966"/>
        </pc:sldMkLst>
      </pc:sldChg>
      <pc:sldChg chg="modSp new mod modAnim">
        <pc:chgData name="Prazyan, Levon" userId="ed024b0e-4a1a-418a-8ca0-755e149680c9" providerId="ADAL" clId="{86841B37-AA48-47B2-B224-D0C26D9B48B9}" dt="2024-12-16T15:03:55.625" v="3631" actId="20577"/>
        <pc:sldMkLst>
          <pc:docMk/>
          <pc:sldMk cId="2680903609" sldId="4967"/>
        </pc:sldMkLst>
      </pc:sldChg>
      <pc:sldChg chg="modSp add mod modAnim">
        <pc:chgData name="Prazyan, Levon" userId="ed024b0e-4a1a-418a-8ca0-755e149680c9" providerId="ADAL" clId="{86841B37-AA48-47B2-B224-D0C26D9B48B9}" dt="2024-12-16T15:07:58.056" v="3643" actId="20577"/>
        <pc:sldMkLst>
          <pc:docMk/>
          <pc:sldMk cId="1078651834" sldId="4968"/>
        </pc:sldMkLst>
      </pc:sldChg>
      <pc:sldChg chg="modSp new mod modAnim">
        <pc:chgData name="Prazyan, Levon" userId="ed024b0e-4a1a-418a-8ca0-755e149680c9" providerId="ADAL" clId="{86841B37-AA48-47B2-B224-D0C26D9B48B9}" dt="2024-12-16T17:59:05.222" v="3855" actId="20577"/>
        <pc:sldMkLst>
          <pc:docMk/>
          <pc:sldMk cId="1935038578" sldId="4969"/>
        </pc:sldMkLst>
      </pc:sldChg>
      <pc:sldChg chg="modSp add mod modAnim">
        <pc:chgData name="Prazyan, Levon" userId="ed024b0e-4a1a-418a-8ca0-755e149680c9" providerId="ADAL" clId="{86841B37-AA48-47B2-B224-D0C26D9B48B9}" dt="2024-12-16T18:02:05.085" v="3905" actId="114"/>
        <pc:sldMkLst>
          <pc:docMk/>
          <pc:sldMk cId="2144318360" sldId="4970"/>
        </pc:sldMkLst>
      </pc:sldChg>
      <pc:sldChg chg="modSp add mod">
        <pc:chgData name="Prazyan, Levon" userId="ed024b0e-4a1a-418a-8ca0-755e149680c9" providerId="ADAL" clId="{86841B37-AA48-47B2-B224-D0C26D9B48B9}" dt="2024-12-16T18:03:25.357" v="3967" actId="20577"/>
        <pc:sldMkLst>
          <pc:docMk/>
          <pc:sldMk cId="1803969605" sldId="4971"/>
        </pc:sldMkLst>
      </pc:sldChg>
      <pc:sldChg chg="modSp new mod">
        <pc:chgData name="Prazyan, Levon" userId="ed024b0e-4a1a-418a-8ca0-755e149680c9" providerId="ADAL" clId="{86841B37-AA48-47B2-B224-D0C26D9B48B9}" dt="2024-12-16T22:40:03.851" v="4065" actId="20577"/>
        <pc:sldMkLst>
          <pc:docMk/>
          <pc:sldMk cId="2008619594" sldId="497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7CF4D-18B5-49DE-88F8-73C67223DF42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F1C0B3-CCDD-4618-A45F-021F43456DD4}">
      <dgm:prSet/>
      <dgm:spPr/>
      <dgm:t>
        <a:bodyPr/>
        <a:lstStyle/>
        <a:p>
          <a:r>
            <a:rPr lang="en-US" b="0" i="0" baseline="0" dirty="0"/>
            <a:t>An algorithm is said to be </a:t>
          </a:r>
          <a:r>
            <a:rPr lang="en-US" b="1" i="1" baseline="0" dirty="0"/>
            <a:t>correct </a:t>
          </a:r>
          <a:r>
            <a:rPr lang="en-US" b="0" i="0" baseline="0" dirty="0"/>
            <a:t>if, for every input instance, it halts with the correct output.</a:t>
          </a:r>
          <a:endParaRPr lang="en-US" dirty="0"/>
        </a:p>
      </dgm:t>
    </dgm:pt>
    <dgm:pt modelId="{78F25242-8DBF-4D74-A9C5-D08718FA7909}" type="parTrans" cxnId="{CDDF02B7-22A4-42BA-A6C6-A8605BEE97A7}">
      <dgm:prSet/>
      <dgm:spPr/>
      <dgm:t>
        <a:bodyPr/>
        <a:lstStyle/>
        <a:p>
          <a:endParaRPr lang="en-US"/>
        </a:p>
      </dgm:t>
    </dgm:pt>
    <dgm:pt modelId="{E30F3614-830C-4910-B3B2-72FD424D4938}" type="sibTrans" cxnId="{CDDF02B7-22A4-42BA-A6C6-A8605BEE97A7}">
      <dgm:prSet/>
      <dgm:spPr/>
      <dgm:t>
        <a:bodyPr/>
        <a:lstStyle/>
        <a:p>
          <a:endParaRPr lang="en-US"/>
        </a:p>
      </dgm:t>
    </dgm:pt>
    <dgm:pt modelId="{BE85256D-0B08-4FAE-BBE4-E7F9CE944E25}">
      <dgm:prSet/>
      <dgm:spPr/>
      <dgm:t>
        <a:bodyPr/>
        <a:lstStyle/>
        <a:p>
          <a:r>
            <a:rPr lang="en-US" dirty="0"/>
            <a:t>An incorrect algorithm might not halt at all on some input instances, or it might halt with an incorrect answer.</a:t>
          </a:r>
        </a:p>
      </dgm:t>
    </dgm:pt>
    <dgm:pt modelId="{ED59BC9A-49D8-4AA5-9140-9819C9F9B54A}" type="parTrans" cxnId="{3477291F-6AEF-4073-8BE7-3D9AFC068C9C}">
      <dgm:prSet/>
      <dgm:spPr/>
      <dgm:t>
        <a:bodyPr/>
        <a:lstStyle/>
        <a:p>
          <a:endParaRPr lang="en-US"/>
        </a:p>
      </dgm:t>
    </dgm:pt>
    <dgm:pt modelId="{AC30C817-885B-4610-8A50-FE0A18FDBEBC}" type="sibTrans" cxnId="{3477291F-6AEF-4073-8BE7-3D9AFC068C9C}">
      <dgm:prSet/>
      <dgm:spPr/>
      <dgm:t>
        <a:bodyPr/>
        <a:lstStyle/>
        <a:p>
          <a:endParaRPr lang="en-US"/>
        </a:p>
      </dgm:t>
    </dgm:pt>
    <dgm:pt modelId="{C0119AD4-6D08-4E43-A5F5-25B0EA7DB733}" type="pres">
      <dgm:prSet presAssocID="{0027CF4D-18B5-49DE-88F8-73C67223DF42}" presName="vert0" presStyleCnt="0">
        <dgm:presLayoutVars>
          <dgm:dir/>
          <dgm:animOne val="branch"/>
          <dgm:animLvl val="lvl"/>
        </dgm:presLayoutVars>
      </dgm:prSet>
      <dgm:spPr/>
    </dgm:pt>
    <dgm:pt modelId="{37C67424-57D5-49E6-A26F-7492DFF892CE}" type="pres">
      <dgm:prSet presAssocID="{2EF1C0B3-CCDD-4618-A45F-021F43456DD4}" presName="thickLine" presStyleLbl="alignNode1" presStyleIdx="0" presStyleCnt="2"/>
      <dgm:spPr/>
    </dgm:pt>
    <dgm:pt modelId="{62A48F71-B665-4E0C-8E6D-7F586EB63FBE}" type="pres">
      <dgm:prSet presAssocID="{2EF1C0B3-CCDD-4618-A45F-021F43456DD4}" presName="horz1" presStyleCnt="0"/>
      <dgm:spPr/>
    </dgm:pt>
    <dgm:pt modelId="{EB7DE980-7128-4206-8E44-317CAC4A89EF}" type="pres">
      <dgm:prSet presAssocID="{2EF1C0B3-CCDD-4618-A45F-021F43456DD4}" presName="tx1" presStyleLbl="revTx" presStyleIdx="0" presStyleCnt="2"/>
      <dgm:spPr/>
    </dgm:pt>
    <dgm:pt modelId="{ADB72B8A-4038-4730-AB49-D6F5C50861A8}" type="pres">
      <dgm:prSet presAssocID="{2EF1C0B3-CCDD-4618-A45F-021F43456DD4}" presName="vert1" presStyleCnt="0"/>
      <dgm:spPr/>
    </dgm:pt>
    <dgm:pt modelId="{9123C0B1-00FF-46AA-BE47-9667F88C8336}" type="pres">
      <dgm:prSet presAssocID="{BE85256D-0B08-4FAE-BBE4-E7F9CE944E25}" presName="thickLine" presStyleLbl="alignNode1" presStyleIdx="1" presStyleCnt="2"/>
      <dgm:spPr/>
    </dgm:pt>
    <dgm:pt modelId="{DB220356-AF4E-4C65-B26A-DBA1E1E391B4}" type="pres">
      <dgm:prSet presAssocID="{BE85256D-0B08-4FAE-BBE4-E7F9CE944E25}" presName="horz1" presStyleCnt="0"/>
      <dgm:spPr/>
    </dgm:pt>
    <dgm:pt modelId="{599F4CDA-3BE9-4D9F-B67C-1FB0E18FBBD1}" type="pres">
      <dgm:prSet presAssocID="{BE85256D-0B08-4FAE-BBE4-E7F9CE944E25}" presName="tx1" presStyleLbl="revTx" presStyleIdx="1" presStyleCnt="2"/>
      <dgm:spPr/>
    </dgm:pt>
    <dgm:pt modelId="{1A69885C-45BB-4054-8E08-24714FB02658}" type="pres">
      <dgm:prSet presAssocID="{BE85256D-0B08-4FAE-BBE4-E7F9CE944E25}" presName="vert1" presStyleCnt="0"/>
      <dgm:spPr/>
    </dgm:pt>
  </dgm:ptLst>
  <dgm:cxnLst>
    <dgm:cxn modelId="{B2915813-D94D-4B34-A390-B22405020153}" type="presOf" srcId="{0027CF4D-18B5-49DE-88F8-73C67223DF42}" destId="{C0119AD4-6D08-4E43-A5F5-25B0EA7DB733}" srcOrd="0" destOrd="0" presId="urn:microsoft.com/office/officeart/2008/layout/LinedList"/>
    <dgm:cxn modelId="{3477291F-6AEF-4073-8BE7-3D9AFC068C9C}" srcId="{0027CF4D-18B5-49DE-88F8-73C67223DF42}" destId="{BE85256D-0B08-4FAE-BBE4-E7F9CE944E25}" srcOrd="1" destOrd="0" parTransId="{ED59BC9A-49D8-4AA5-9140-9819C9F9B54A}" sibTransId="{AC30C817-885B-4610-8A50-FE0A18FDBEBC}"/>
    <dgm:cxn modelId="{500ABE4F-AE0D-499D-B37D-93CE264F5DF5}" type="presOf" srcId="{2EF1C0B3-CCDD-4618-A45F-021F43456DD4}" destId="{EB7DE980-7128-4206-8E44-317CAC4A89EF}" srcOrd="0" destOrd="0" presId="urn:microsoft.com/office/officeart/2008/layout/LinedList"/>
    <dgm:cxn modelId="{CDDF02B7-22A4-42BA-A6C6-A8605BEE97A7}" srcId="{0027CF4D-18B5-49DE-88F8-73C67223DF42}" destId="{2EF1C0B3-CCDD-4618-A45F-021F43456DD4}" srcOrd="0" destOrd="0" parTransId="{78F25242-8DBF-4D74-A9C5-D08718FA7909}" sibTransId="{E30F3614-830C-4910-B3B2-72FD424D4938}"/>
    <dgm:cxn modelId="{E488BDCC-6C88-462F-BD92-386F84F05FA5}" type="presOf" srcId="{BE85256D-0B08-4FAE-BBE4-E7F9CE944E25}" destId="{599F4CDA-3BE9-4D9F-B67C-1FB0E18FBBD1}" srcOrd="0" destOrd="0" presId="urn:microsoft.com/office/officeart/2008/layout/LinedList"/>
    <dgm:cxn modelId="{0E3DC7B4-CE09-4BD7-AFBE-64E2A67C7683}" type="presParOf" srcId="{C0119AD4-6D08-4E43-A5F5-25B0EA7DB733}" destId="{37C67424-57D5-49E6-A26F-7492DFF892CE}" srcOrd="0" destOrd="0" presId="urn:microsoft.com/office/officeart/2008/layout/LinedList"/>
    <dgm:cxn modelId="{A96039DB-DCD9-4CD5-90AA-A3A17E2BD6F0}" type="presParOf" srcId="{C0119AD4-6D08-4E43-A5F5-25B0EA7DB733}" destId="{62A48F71-B665-4E0C-8E6D-7F586EB63FBE}" srcOrd="1" destOrd="0" presId="urn:microsoft.com/office/officeart/2008/layout/LinedList"/>
    <dgm:cxn modelId="{9B7C97E4-3BE3-4FD0-A2E6-759C8155F352}" type="presParOf" srcId="{62A48F71-B665-4E0C-8E6D-7F586EB63FBE}" destId="{EB7DE980-7128-4206-8E44-317CAC4A89EF}" srcOrd="0" destOrd="0" presId="urn:microsoft.com/office/officeart/2008/layout/LinedList"/>
    <dgm:cxn modelId="{C7FE21C5-56CE-414B-8F3E-818A35E9161C}" type="presParOf" srcId="{62A48F71-B665-4E0C-8E6D-7F586EB63FBE}" destId="{ADB72B8A-4038-4730-AB49-D6F5C50861A8}" srcOrd="1" destOrd="0" presId="urn:microsoft.com/office/officeart/2008/layout/LinedList"/>
    <dgm:cxn modelId="{307A06FB-F46B-4064-8D8B-5E65576DE5F5}" type="presParOf" srcId="{C0119AD4-6D08-4E43-A5F5-25B0EA7DB733}" destId="{9123C0B1-00FF-46AA-BE47-9667F88C8336}" srcOrd="2" destOrd="0" presId="urn:microsoft.com/office/officeart/2008/layout/LinedList"/>
    <dgm:cxn modelId="{CA11D0F4-E472-40E0-833F-6B0EA0C56D06}" type="presParOf" srcId="{C0119AD4-6D08-4E43-A5F5-25B0EA7DB733}" destId="{DB220356-AF4E-4C65-B26A-DBA1E1E391B4}" srcOrd="3" destOrd="0" presId="urn:microsoft.com/office/officeart/2008/layout/LinedList"/>
    <dgm:cxn modelId="{10C9835E-B9FE-444D-B845-0ADCF5904189}" type="presParOf" srcId="{DB220356-AF4E-4C65-B26A-DBA1E1E391B4}" destId="{599F4CDA-3BE9-4D9F-B67C-1FB0E18FBBD1}" srcOrd="0" destOrd="0" presId="urn:microsoft.com/office/officeart/2008/layout/LinedList"/>
    <dgm:cxn modelId="{9FEA5E81-97E7-4C15-9A5A-9102302AEAE3}" type="presParOf" srcId="{DB220356-AF4E-4C65-B26A-DBA1E1E391B4}" destId="{1A69885C-45BB-4054-8E08-24714FB026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D254EB-963E-4346-B261-B469E4BFB6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C9A7A8-0CCE-4253-A340-BFBE74E680FB}">
      <dgm:prSet/>
      <dgm:spPr/>
      <dgm:t>
        <a:bodyPr/>
        <a:lstStyle/>
        <a:p>
          <a:r>
            <a:rPr lang="en-US" b="0" i="0" baseline="0" dirty="0"/>
            <a:t>Initialization: The loop invariant is true prior to the first iteration of the loop.</a:t>
          </a:r>
          <a:endParaRPr lang="en-US" b="0" dirty="0"/>
        </a:p>
      </dgm:t>
    </dgm:pt>
    <dgm:pt modelId="{4CFB4BEA-4BAA-4426-A7CE-20C36058AEBF}" type="parTrans" cxnId="{2AFFEF4F-C9E6-4C34-8874-5C79A48BEB48}">
      <dgm:prSet/>
      <dgm:spPr/>
      <dgm:t>
        <a:bodyPr/>
        <a:lstStyle/>
        <a:p>
          <a:endParaRPr lang="en-US"/>
        </a:p>
      </dgm:t>
    </dgm:pt>
    <dgm:pt modelId="{BACD12C9-9F73-4CC3-B2D1-2ED7F67585AD}" type="sibTrans" cxnId="{2AFFEF4F-C9E6-4C34-8874-5C79A48BEB48}">
      <dgm:prSet/>
      <dgm:spPr/>
      <dgm:t>
        <a:bodyPr/>
        <a:lstStyle/>
        <a:p>
          <a:endParaRPr lang="en-US"/>
        </a:p>
      </dgm:t>
    </dgm:pt>
    <dgm:pt modelId="{BB339DEF-CAD8-42BB-BA7E-0DA08402D1F8}">
      <dgm:prSet/>
      <dgm:spPr/>
      <dgm:t>
        <a:bodyPr/>
        <a:lstStyle/>
        <a:p>
          <a:r>
            <a:rPr lang="en-US" b="0" i="0" baseline="0" dirty="0"/>
            <a:t>Maintenance: If it is true before an iteration of the loop, it remains true before the next iteration.</a:t>
          </a:r>
          <a:endParaRPr lang="en-US" b="0" dirty="0"/>
        </a:p>
      </dgm:t>
    </dgm:pt>
    <dgm:pt modelId="{CFC8F599-4BF8-4E15-ABE4-2440764DB027}" type="parTrans" cxnId="{45A2579B-4CD3-488D-ABC4-EFB894A73EC5}">
      <dgm:prSet/>
      <dgm:spPr/>
      <dgm:t>
        <a:bodyPr/>
        <a:lstStyle/>
        <a:p>
          <a:endParaRPr lang="en-US"/>
        </a:p>
      </dgm:t>
    </dgm:pt>
    <dgm:pt modelId="{DB8B5F0C-0A5E-4CDC-80B3-DACCECFEC394}" type="sibTrans" cxnId="{45A2579B-4CD3-488D-ABC4-EFB894A73EC5}">
      <dgm:prSet/>
      <dgm:spPr/>
      <dgm:t>
        <a:bodyPr/>
        <a:lstStyle/>
        <a:p>
          <a:endParaRPr lang="en-US"/>
        </a:p>
      </dgm:t>
    </dgm:pt>
    <dgm:pt modelId="{62B04CD5-5FD9-4470-AF41-B09F6D142C69}">
      <dgm:prSet/>
      <dgm:spPr/>
      <dgm:t>
        <a:bodyPr/>
        <a:lstStyle/>
        <a:p>
          <a:r>
            <a:rPr lang="en-US" b="0" i="0" baseline="0" dirty="0"/>
            <a:t>Termination: When the loop terminates, the invariant gives us a useful property  that helps show that the algorithm is correct.</a:t>
          </a:r>
          <a:endParaRPr lang="en-US" b="0" dirty="0"/>
        </a:p>
      </dgm:t>
    </dgm:pt>
    <dgm:pt modelId="{1C7FC10E-1328-4C9C-AD27-4BA896F99127}" type="parTrans" cxnId="{6BAE1F7A-496C-4B67-9845-1FCE09E9EEA0}">
      <dgm:prSet/>
      <dgm:spPr/>
      <dgm:t>
        <a:bodyPr/>
        <a:lstStyle/>
        <a:p>
          <a:endParaRPr lang="en-US"/>
        </a:p>
      </dgm:t>
    </dgm:pt>
    <dgm:pt modelId="{6C4B718A-81CF-4EB5-9CC9-6772E1EF998F}" type="sibTrans" cxnId="{6BAE1F7A-496C-4B67-9845-1FCE09E9EEA0}">
      <dgm:prSet/>
      <dgm:spPr/>
      <dgm:t>
        <a:bodyPr/>
        <a:lstStyle/>
        <a:p>
          <a:endParaRPr lang="en-US"/>
        </a:p>
      </dgm:t>
    </dgm:pt>
    <dgm:pt modelId="{3411635D-29B6-4411-9E8F-650F619E4B03}" type="pres">
      <dgm:prSet presAssocID="{0CD254EB-963E-4346-B261-B469E4BFB68B}" presName="linear" presStyleCnt="0">
        <dgm:presLayoutVars>
          <dgm:animLvl val="lvl"/>
          <dgm:resizeHandles val="exact"/>
        </dgm:presLayoutVars>
      </dgm:prSet>
      <dgm:spPr/>
    </dgm:pt>
    <dgm:pt modelId="{03924443-1ABD-4A5D-8FD1-853870DB2B5F}" type="pres">
      <dgm:prSet presAssocID="{E5C9A7A8-0CCE-4253-A340-BFBE74E680F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402608F-E332-4B66-9A31-544181E98582}" type="pres">
      <dgm:prSet presAssocID="{BACD12C9-9F73-4CC3-B2D1-2ED7F67585AD}" presName="spacer" presStyleCnt="0"/>
      <dgm:spPr/>
    </dgm:pt>
    <dgm:pt modelId="{B9E14136-B63A-4323-80EF-0B1A3FEA11D1}" type="pres">
      <dgm:prSet presAssocID="{BB339DEF-CAD8-42BB-BA7E-0DA08402D1F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D802D5B-A771-4A26-9154-78764038FD1C}" type="pres">
      <dgm:prSet presAssocID="{DB8B5F0C-0A5E-4CDC-80B3-DACCECFEC394}" presName="spacer" presStyleCnt="0"/>
      <dgm:spPr/>
    </dgm:pt>
    <dgm:pt modelId="{6D06386C-3603-4FEE-91C7-215650EF3C8E}" type="pres">
      <dgm:prSet presAssocID="{62B04CD5-5FD9-4470-AF41-B09F6D142C6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B04DC1D-5D4E-4716-BF2F-62AAD57C2D9E}" type="presOf" srcId="{E5C9A7A8-0CCE-4253-A340-BFBE74E680FB}" destId="{03924443-1ABD-4A5D-8FD1-853870DB2B5F}" srcOrd="0" destOrd="0" presId="urn:microsoft.com/office/officeart/2005/8/layout/vList2"/>
    <dgm:cxn modelId="{2AFFEF4F-C9E6-4C34-8874-5C79A48BEB48}" srcId="{0CD254EB-963E-4346-B261-B469E4BFB68B}" destId="{E5C9A7A8-0CCE-4253-A340-BFBE74E680FB}" srcOrd="0" destOrd="0" parTransId="{4CFB4BEA-4BAA-4426-A7CE-20C36058AEBF}" sibTransId="{BACD12C9-9F73-4CC3-B2D1-2ED7F67585AD}"/>
    <dgm:cxn modelId="{6BAE1F7A-496C-4B67-9845-1FCE09E9EEA0}" srcId="{0CD254EB-963E-4346-B261-B469E4BFB68B}" destId="{62B04CD5-5FD9-4470-AF41-B09F6D142C69}" srcOrd="2" destOrd="0" parTransId="{1C7FC10E-1328-4C9C-AD27-4BA896F99127}" sibTransId="{6C4B718A-81CF-4EB5-9CC9-6772E1EF998F}"/>
    <dgm:cxn modelId="{45A2579B-4CD3-488D-ABC4-EFB894A73EC5}" srcId="{0CD254EB-963E-4346-B261-B469E4BFB68B}" destId="{BB339DEF-CAD8-42BB-BA7E-0DA08402D1F8}" srcOrd="1" destOrd="0" parTransId="{CFC8F599-4BF8-4E15-ABE4-2440764DB027}" sibTransId="{DB8B5F0C-0A5E-4CDC-80B3-DACCECFEC394}"/>
    <dgm:cxn modelId="{6EFE07AB-2B08-47CB-AF96-E3E161D1D11D}" type="presOf" srcId="{0CD254EB-963E-4346-B261-B469E4BFB68B}" destId="{3411635D-29B6-4411-9E8F-650F619E4B03}" srcOrd="0" destOrd="0" presId="urn:microsoft.com/office/officeart/2005/8/layout/vList2"/>
    <dgm:cxn modelId="{4D17FBD8-89AA-42D8-B3B1-927353624128}" type="presOf" srcId="{62B04CD5-5FD9-4470-AF41-B09F6D142C69}" destId="{6D06386C-3603-4FEE-91C7-215650EF3C8E}" srcOrd="0" destOrd="0" presId="urn:microsoft.com/office/officeart/2005/8/layout/vList2"/>
    <dgm:cxn modelId="{076DE1F8-767F-4815-8B6B-DB273F3F25D9}" type="presOf" srcId="{BB339DEF-CAD8-42BB-BA7E-0DA08402D1F8}" destId="{B9E14136-B63A-4323-80EF-0B1A3FEA11D1}" srcOrd="0" destOrd="0" presId="urn:microsoft.com/office/officeart/2005/8/layout/vList2"/>
    <dgm:cxn modelId="{FBCDFC4C-A590-41EC-AFE3-07A6CD751AF1}" type="presParOf" srcId="{3411635D-29B6-4411-9E8F-650F619E4B03}" destId="{03924443-1ABD-4A5D-8FD1-853870DB2B5F}" srcOrd="0" destOrd="0" presId="urn:microsoft.com/office/officeart/2005/8/layout/vList2"/>
    <dgm:cxn modelId="{2884A89A-44B7-4FBD-860C-AA5D8FFD71B9}" type="presParOf" srcId="{3411635D-29B6-4411-9E8F-650F619E4B03}" destId="{9402608F-E332-4B66-9A31-544181E98582}" srcOrd="1" destOrd="0" presId="urn:microsoft.com/office/officeart/2005/8/layout/vList2"/>
    <dgm:cxn modelId="{BB5BF2F2-D701-4179-B23D-CC25229F52AB}" type="presParOf" srcId="{3411635D-29B6-4411-9E8F-650F619E4B03}" destId="{B9E14136-B63A-4323-80EF-0B1A3FEA11D1}" srcOrd="2" destOrd="0" presId="urn:microsoft.com/office/officeart/2005/8/layout/vList2"/>
    <dgm:cxn modelId="{30A0EF96-9F8F-4307-A37A-8455F946F5D8}" type="presParOf" srcId="{3411635D-29B6-4411-9E8F-650F619E4B03}" destId="{7D802D5B-A771-4A26-9154-78764038FD1C}" srcOrd="3" destOrd="0" presId="urn:microsoft.com/office/officeart/2005/8/layout/vList2"/>
    <dgm:cxn modelId="{306CE1C5-B623-42D3-82EE-9ACAA033C03C}" type="presParOf" srcId="{3411635D-29B6-4411-9E8F-650F619E4B03}" destId="{6D06386C-3603-4FEE-91C7-215650EF3C8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7F99B8-E0FE-4822-A6EC-884CF3BC53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A3213-DD11-482E-9351-BC86EE11347B}">
      <dgm:prSet phldrT="[Text]"/>
      <dgm:spPr/>
      <dgm:t>
        <a:bodyPr/>
        <a:lstStyle/>
        <a:p>
          <a:r>
            <a:rPr lang="en-US" dirty="0"/>
            <a:t>The </a:t>
          </a:r>
          <a:r>
            <a:rPr lang="en-US" b="1" dirty="0"/>
            <a:t>growth of the running time of an algorithm</a:t>
          </a:r>
          <a:r>
            <a:rPr lang="en-US" dirty="0"/>
            <a:t> refers to how the execution time of an algorithm increases as the size of its input grows.</a:t>
          </a:r>
        </a:p>
        <a:p>
          <a:endParaRPr lang="en-US" dirty="0"/>
        </a:p>
      </dgm:t>
    </dgm:pt>
    <dgm:pt modelId="{38E2CDAE-E54D-4E90-8010-414155AD539B}" type="parTrans" cxnId="{2F6A594A-1724-4AA3-B8E1-82B52C05CB6C}">
      <dgm:prSet/>
      <dgm:spPr/>
      <dgm:t>
        <a:bodyPr/>
        <a:lstStyle/>
        <a:p>
          <a:endParaRPr lang="en-US"/>
        </a:p>
      </dgm:t>
    </dgm:pt>
    <dgm:pt modelId="{D54761E3-E10D-4BCC-83C3-F56CF94952B6}" type="sibTrans" cxnId="{2F6A594A-1724-4AA3-B8E1-82B52C05CB6C}">
      <dgm:prSet/>
      <dgm:spPr/>
      <dgm:t>
        <a:bodyPr/>
        <a:lstStyle/>
        <a:p>
          <a:endParaRPr lang="en-US"/>
        </a:p>
      </dgm:t>
    </dgm:pt>
    <dgm:pt modelId="{340619C7-DB68-4037-ADED-BBE34F0657DE}">
      <dgm:prSet phldrT="[Text]"/>
      <dgm:spPr/>
      <dgm:t>
        <a:bodyPr/>
        <a:lstStyle/>
        <a:p>
          <a:r>
            <a:rPr lang="en-US" dirty="0"/>
            <a:t>Growth order</a:t>
          </a:r>
        </a:p>
      </dgm:t>
    </dgm:pt>
    <dgm:pt modelId="{308E66BD-1FFE-46FC-9311-3EB23D39C7BC}" type="parTrans" cxnId="{CE1259DC-332A-4E40-BD66-1299AF80B1CD}">
      <dgm:prSet/>
      <dgm:spPr/>
      <dgm:t>
        <a:bodyPr/>
        <a:lstStyle/>
        <a:p>
          <a:endParaRPr lang="en-US"/>
        </a:p>
      </dgm:t>
    </dgm:pt>
    <dgm:pt modelId="{BCCE8984-747B-465F-B711-6ACD0CE39E79}" type="sibTrans" cxnId="{CE1259DC-332A-4E40-BD66-1299AF80B1CD}">
      <dgm:prSet/>
      <dgm:spPr/>
      <dgm:t>
        <a:bodyPr/>
        <a:lstStyle/>
        <a:p>
          <a:endParaRPr lang="en-US"/>
        </a:p>
      </dgm:t>
    </dgm:pt>
    <dgm:pt modelId="{86DF1DA7-03DA-4739-8E1D-7E903387C951}">
      <dgm:prSet phldrT="[Text]"/>
      <dgm:spPr/>
      <dgm:t>
        <a:bodyPr/>
        <a:lstStyle/>
        <a:p>
          <a:r>
            <a:rPr lang="en-US" dirty="0"/>
            <a:t>The </a:t>
          </a:r>
          <a:r>
            <a:rPr lang="en-US" b="1" dirty="0"/>
            <a:t>asymptotic efficiency</a:t>
          </a:r>
          <a:r>
            <a:rPr lang="en-US" dirty="0"/>
            <a:t> of an algorithm refers to its performance in terms of time complexity and space complexity as the input size (𝑛) becomes very large.</a:t>
          </a:r>
        </a:p>
      </dgm:t>
    </dgm:pt>
    <dgm:pt modelId="{DC2D3229-97D1-4E32-81BA-527607A8E001}" type="parTrans" cxnId="{F7AC7BF8-F579-45E1-8D78-173A22A1FE6C}">
      <dgm:prSet/>
      <dgm:spPr/>
      <dgm:t>
        <a:bodyPr/>
        <a:lstStyle/>
        <a:p>
          <a:endParaRPr lang="en-US"/>
        </a:p>
      </dgm:t>
    </dgm:pt>
    <dgm:pt modelId="{0D057BB4-EEAF-4309-9B70-E7144AE59AA4}" type="sibTrans" cxnId="{F7AC7BF8-F579-45E1-8D78-173A22A1FE6C}">
      <dgm:prSet/>
      <dgm:spPr/>
      <dgm:t>
        <a:bodyPr/>
        <a:lstStyle/>
        <a:p>
          <a:endParaRPr lang="en-US"/>
        </a:p>
      </dgm:t>
    </dgm:pt>
    <dgm:pt modelId="{87F33693-1FE2-4B58-84F3-39471CDF315A}">
      <dgm:prSet phldrT="[Text]"/>
      <dgm:spPr/>
      <dgm:t>
        <a:bodyPr/>
        <a:lstStyle/>
        <a:p>
          <a:r>
            <a:rPr lang="en-US" dirty="0"/>
            <a:t>Asymptotic efficiency</a:t>
          </a:r>
        </a:p>
      </dgm:t>
    </dgm:pt>
    <dgm:pt modelId="{214770FF-F181-48E0-87E5-6F0263D824E9}" type="parTrans" cxnId="{C2102103-625F-4DDB-B333-AAD7F45E4DC4}">
      <dgm:prSet/>
      <dgm:spPr/>
      <dgm:t>
        <a:bodyPr/>
        <a:lstStyle/>
        <a:p>
          <a:endParaRPr lang="en-US"/>
        </a:p>
      </dgm:t>
    </dgm:pt>
    <dgm:pt modelId="{40FB6003-E8BB-4954-A5AE-00A47DD93AAC}" type="sibTrans" cxnId="{C2102103-625F-4DDB-B333-AAD7F45E4DC4}">
      <dgm:prSet/>
      <dgm:spPr/>
      <dgm:t>
        <a:bodyPr/>
        <a:lstStyle/>
        <a:p>
          <a:endParaRPr lang="en-US"/>
        </a:p>
      </dgm:t>
    </dgm:pt>
    <dgm:pt modelId="{A5E52597-3D37-4D2D-A768-CA962937B2FD}" type="pres">
      <dgm:prSet presAssocID="{BD7F99B8-E0FE-4822-A6EC-884CF3BC535D}" presName="linear" presStyleCnt="0">
        <dgm:presLayoutVars>
          <dgm:animLvl val="lvl"/>
          <dgm:resizeHandles val="exact"/>
        </dgm:presLayoutVars>
      </dgm:prSet>
      <dgm:spPr/>
    </dgm:pt>
    <dgm:pt modelId="{6667AA6A-AD76-4DEE-8919-9CBC59A00B9A}" type="pres">
      <dgm:prSet presAssocID="{0D5A3213-DD11-482E-9351-BC86EE1134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BD4970-B6D3-4E01-BF79-D8E9B0F119AB}" type="pres">
      <dgm:prSet presAssocID="{0D5A3213-DD11-482E-9351-BC86EE11347B}" presName="childText" presStyleLbl="revTx" presStyleIdx="0" presStyleCnt="2">
        <dgm:presLayoutVars>
          <dgm:bulletEnabled val="1"/>
        </dgm:presLayoutVars>
      </dgm:prSet>
      <dgm:spPr/>
    </dgm:pt>
    <dgm:pt modelId="{9F29FEBB-CF4D-441F-A632-BA6B0FB63C4A}" type="pres">
      <dgm:prSet presAssocID="{86DF1DA7-03DA-4739-8E1D-7E903387C95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80FCB5-8351-41E1-A721-8D221F354AD9}" type="pres">
      <dgm:prSet presAssocID="{86DF1DA7-03DA-4739-8E1D-7E903387C95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2102103-625F-4DDB-B333-AAD7F45E4DC4}" srcId="{86DF1DA7-03DA-4739-8E1D-7E903387C951}" destId="{87F33693-1FE2-4B58-84F3-39471CDF315A}" srcOrd="0" destOrd="0" parTransId="{214770FF-F181-48E0-87E5-6F0263D824E9}" sibTransId="{40FB6003-E8BB-4954-A5AE-00A47DD93AAC}"/>
    <dgm:cxn modelId="{22F6A92B-92CA-4DAE-A65C-554A9A04C336}" type="presOf" srcId="{BD7F99B8-E0FE-4822-A6EC-884CF3BC535D}" destId="{A5E52597-3D37-4D2D-A768-CA962937B2FD}" srcOrd="0" destOrd="0" presId="urn:microsoft.com/office/officeart/2005/8/layout/vList2"/>
    <dgm:cxn modelId="{2B31BC30-B2D9-4F18-86F9-3C8ED567B496}" type="presOf" srcId="{87F33693-1FE2-4B58-84F3-39471CDF315A}" destId="{D780FCB5-8351-41E1-A721-8D221F354AD9}" srcOrd="0" destOrd="0" presId="urn:microsoft.com/office/officeart/2005/8/layout/vList2"/>
    <dgm:cxn modelId="{1C1E0940-D390-41D6-A92D-2201FD2661D8}" type="presOf" srcId="{86DF1DA7-03DA-4739-8E1D-7E903387C951}" destId="{9F29FEBB-CF4D-441F-A632-BA6B0FB63C4A}" srcOrd="0" destOrd="0" presId="urn:microsoft.com/office/officeart/2005/8/layout/vList2"/>
    <dgm:cxn modelId="{46919561-FB9B-4FEE-9095-8C14E562922B}" type="presOf" srcId="{340619C7-DB68-4037-ADED-BBE34F0657DE}" destId="{00BD4970-B6D3-4E01-BF79-D8E9B0F119AB}" srcOrd="0" destOrd="0" presId="urn:microsoft.com/office/officeart/2005/8/layout/vList2"/>
    <dgm:cxn modelId="{2F6A594A-1724-4AA3-B8E1-82B52C05CB6C}" srcId="{BD7F99B8-E0FE-4822-A6EC-884CF3BC535D}" destId="{0D5A3213-DD11-482E-9351-BC86EE11347B}" srcOrd="0" destOrd="0" parTransId="{38E2CDAE-E54D-4E90-8010-414155AD539B}" sibTransId="{D54761E3-E10D-4BCC-83C3-F56CF94952B6}"/>
    <dgm:cxn modelId="{CE1259DC-332A-4E40-BD66-1299AF80B1CD}" srcId="{0D5A3213-DD11-482E-9351-BC86EE11347B}" destId="{340619C7-DB68-4037-ADED-BBE34F0657DE}" srcOrd="0" destOrd="0" parTransId="{308E66BD-1FFE-46FC-9311-3EB23D39C7BC}" sibTransId="{BCCE8984-747B-465F-B711-6ACD0CE39E79}"/>
    <dgm:cxn modelId="{4A7A41F5-C818-4117-8098-6F556027D40B}" type="presOf" srcId="{0D5A3213-DD11-482E-9351-BC86EE11347B}" destId="{6667AA6A-AD76-4DEE-8919-9CBC59A00B9A}" srcOrd="0" destOrd="0" presId="urn:microsoft.com/office/officeart/2005/8/layout/vList2"/>
    <dgm:cxn modelId="{F7AC7BF8-F579-45E1-8D78-173A22A1FE6C}" srcId="{BD7F99B8-E0FE-4822-A6EC-884CF3BC535D}" destId="{86DF1DA7-03DA-4739-8E1D-7E903387C951}" srcOrd="1" destOrd="0" parTransId="{DC2D3229-97D1-4E32-81BA-527607A8E001}" sibTransId="{0D057BB4-EEAF-4309-9B70-E7144AE59AA4}"/>
    <dgm:cxn modelId="{15670DA8-5EAE-4482-87D5-DFE9D3DA1F61}" type="presParOf" srcId="{A5E52597-3D37-4D2D-A768-CA962937B2FD}" destId="{6667AA6A-AD76-4DEE-8919-9CBC59A00B9A}" srcOrd="0" destOrd="0" presId="urn:microsoft.com/office/officeart/2005/8/layout/vList2"/>
    <dgm:cxn modelId="{07E4F92F-B754-4678-8A41-62D4618A57C0}" type="presParOf" srcId="{A5E52597-3D37-4D2D-A768-CA962937B2FD}" destId="{00BD4970-B6D3-4E01-BF79-D8E9B0F119AB}" srcOrd="1" destOrd="0" presId="urn:microsoft.com/office/officeart/2005/8/layout/vList2"/>
    <dgm:cxn modelId="{9CE3BC6B-BE6E-4DF3-ABDF-B1833FACEA26}" type="presParOf" srcId="{A5E52597-3D37-4D2D-A768-CA962937B2FD}" destId="{9F29FEBB-CF4D-441F-A632-BA6B0FB63C4A}" srcOrd="2" destOrd="0" presId="urn:microsoft.com/office/officeart/2005/8/layout/vList2"/>
    <dgm:cxn modelId="{63E874C0-14DA-4E23-A695-9CEFC25FB2AA}" type="presParOf" srcId="{A5E52597-3D37-4D2D-A768-CA962937B2FD}" destId="{D780FCB5-8351-41E1-A721-8D221F354AD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67424-57D5-49E6-A26F-7492DFF892CE}">
      <dsp:nvSpPr>
        <dsp:cNvPr id="0" name=""/>
        <dsp:cNvSpPr/>
      </dsp:nvSpPr>
      <dsp:spPr>
        <a:xfrm>
          <a:off x="0" y="0"/>
          <a:ext cx="1092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DE980-7128-4206-8E44-317CAC4A89EF}">
      <dsp:nvSpPr>
        <dsp:cNvPr id="0" name=""/>
        <dsp:cNvSpPr/>
      </dsp:nvSpPr>
      <dsp:spPr>
        <a:xfrm>
          <a:off x="0" y="0"/>
          <a:ext cx="10927829" cy="2096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 dirty="0"/>
            <a:t>An algorithm is said to be </a:t>
          </a:r>
          <a:r>
            <a:rPr lang="en-US" sz="4200" b="1" i="1" kern="1200" baseline="0" dirty="0"/>
            <a:t>correct </a:t>
          </a:r>
          <a:r>
            <a:rPr lang="en-US" sz="4200" b="0" i="0" kern="1200" baseline="0" dirty="0"/>
            <a:t>if, for every input instance, it halts with the correct output.</a:t>
          </a:r>
          <a:endParaRPr lang="en-US" sz="4200" kern="1200" dirty="0"/>
        </a:p>
      </dsp:txBody>
      <dsp:txXfrm>
        <a:off x="0" y="0"/>
        <a:ext cx="10927829" cy="2096402"/>
      </dsp:txXfrm>
    </dsp:sp>
    <dsp:sp modelId="{9123C0B1-00FF-46AA-BE47-9667F88C8336}">
      <dsp:nvSpPr>
        <dsp:cNvPr id="0" name=""/>
        <dsp:cNvSpPr/>
      </dsp:nvSpPr>
      <dsp:spPr>
        <a:xfrm>
          <a:off x="0" y="2096402"/>
          <a:ext cx="1092782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F4CDA-3BE9-4D9F-B67C-1FB0E18FBBD1}">
      <dsp:nvSpPr>
        <dsp:cNvPr id="0" name=""/>
        <dsp:cNvSpPr/>
      </dsp:nvSpPr>
      <dsp:spPr>
        <a:xfrm>
          <a:off x="0" y="2096402"/>
          <a:ext cx="10927829" cy="2096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An incorrect algorithm might not halt at all on some input instances, or it might halt with an incorrect answer.</a:t>
          </a:r>
        </a:p>
      </dsp:txBody>
      <dsp:txXfrm>
        <a:off x="0" y="2096402"/>
        <a:ext cx="10927829" cy="20964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24443-1ABD-4A5D-8FD1-853870DB2B5F}">
      <dsp:nvSpPr>
        <dsp:cNvPr id="0" name=""/>
        <dsp:cNvSpPr/>
      </dsp:nvSpPr>
      <dsp:spPr>
        <a:xfrm>
          <a:off x="0" y="236619"/>
          <a:ext cx="10515600" cy="1233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 dirty="0"/>
            <a:t>Initialization: The loop invariant is true prior to the first iteration of the loop.</a:t>
          </a:r>
          <a:endParaRPr lang="en-US" sz="3100" b="0" kern="1200" dirty="0"/>
        </a:p>
      </dsp:txBody>
      <dsp:txXfrm>
        <a:off x="60199" y="296818"/>
        <a:ext cx="10395202" cy="1112781"/>
      </dsp:txXfrm>
    </dsp:sp>
    <dsp:sp modelId="{B9E14136-B63A-4323-80EF-0B1A3FEA11D1}">
      <dsp:nvSpPr>
        <dsp:cNvPr id="0" name=""/>
        <dsp:cNvSpPr/>
      </dsp:nvSpPr>
      <dsp:spPr>
        <a:xfrm>
          <a:off x="0" y="1559079"/>
          <a:ext cx="10515600" cy="1233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 dirty="0"/>
            <a:t>Maintenance: If it is true before an iteration of the loop, it remains true before the next iteration.</a:t>
          </a:r>
          <a:endParaRPr lang="en-US" sz="3100" b="0" kern="1200" dirty="0"/>
        </a:p>
      </dsp:txBody>
      <dsp:txXfrm>
        <a:off x="60199" y="1619278"/>
        <a:ext cx="10395202" cy="1112781"/>
      </dsp:txXfrm>
    </dsp:sp>
    <dsp:sp modelId="{6D06386C-3603-4FEE-91C7-215650EF3C8E}">
      <dsp:nvSpPr>
        <dsp:cNvPr id="0" name=""/>
        <dsp:cNvSpPr/>
      </dsp:nvSpPr>
      <dsp:spPr>
        <a:xfrm>
          <a:off x="0" y="2881539"/>
          <a:ext cx="10515600" cy="1233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 dirty="0"/>
            <a:t>Termination: When the loop terminates, the invariant gives us a useful property  that helps show that the algorithm is correct.</a:t>
          </a:r>
          <a:endParaRPr lang="en-US" sz="3100" b="0" kern="1200" dirty="0"/>
        </a:p>
      </dsp:txBody>
      <dsp:txXfrm>
        <a:off x="60199" y="2941738"/>
        <a:ext cx="10395202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7AA6A-AD76-4DEE-8919-9CBC59A00B9A}">
      <dsp:nvSpPr>
        <dsp:cNvPr id="0" name=""/>
        <dsp:cNvSpPr/>
      </dsp:nvSpPr>
      <dsp:spPr>
        <a:xfrm>
          <a:off x="0" y="54278"/>
          <a:ext cx="10515600" cy="1674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</a:t>
          </a:r>
          <a:r>
            <a:rPr lang="en-US" sz="2700" b="1" kern="1200" dirty="0"/>
            <a:t>growth of the running time of an algorithm</a:t>
          </a:r>
          <a:r>
            <a:rPr lang="en-US" sz="2700" kern="1200" dirty="0"/>
            <a:t> refers to how the execution time of an algorithm increases as the size of its input grows.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/>
        </a:p>
      </dsp:txBody>
      <dsp:txXfrm>
        <a:off x="81731" y="136009"/>
        <a:ext cx="10352138" cy="1510808"/>
      </dsp:txXfrm>
    </dsp:sp>
    <dsp:sp modelId="{00BD4970-B6D3-4E01-BF79-D8E9B0F119AB}">
      <dsp:nvSpPr>
        <dsp:cNvPr id="0" name=""/>
        <dsp:cNvSpPr/>
      </dsp:nvSpPr>
      <dsp:spPr>
        <a:xfrm>
          <a:off x="0" y="1728549"/>
          <a:ext cx="105156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Growth order</a:t>
          </a:r>
        </a:p>
      </dsp:txBody>
      <dsp:txXfrm>
        <a:off x="0" y="1728549"/>
        <a:ext cx="10515600" cy="447120"/>
      </dsp:txXfrm>
    </dsp:sp>
    <dsp:sp modelId="{9F29FEBB-CF4D-441F-A632-BA6B0FB63C4A}">
      <dsp:nvSpPr>
        <dsp:cNvPr id="0" name=""/>
        <dsp:cNvSpPr/>
      </dsp:nvSpPr>
      <dsp:spPr>
        <a:xfrm>
          <a:off x="0" y="2175669"/>
          <a:ext cx="10515600" cy="1674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</a:t>
          </a:r>
          <a:r>
            <a:rPr lang="en-US" sz="2700" b="1" kern="1200" dirty="0"/>
            <a:t>asymptotic efficiency</a:t>
          </a:r>
          <a:r>
            <a:rPr lang="en-US" sz="2700" kern="1200" dirty="0"/>
            <a:t> of an algorithm refers to its performance in terms of time complexity and space complexity as the input size (𝑛) becomes very large.</a:t>
          </a:r>
        </a:p>
      </dsp:txBody>
      <dsp:txXfrm>
        <a:off x="81731" y="2257400"/>
        <a:ext cx="10352138" cy="1510808"/>
      </dsp:txXfrm>
    </dsp:sp>
    <dsp:sp modelId="{D780FCB5-8351-41E1-A721-8D221F354AD9}">
      <dsp:nvSpPr>
        <dsp:cNvPr id="0" name=""/>
        <dsp:cNvSpPr/>
      </dsp:nvSpPr>
      <dsp:spPr>
        <a:xfrm>
          <a:off x="0" y="3849939"/>
          <a:ext cx="105156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Asymptotic efficiency</a:t>
          </a:r>
        </a:p>
      </dsp:txBody>
      <dsp:txXfrm>
        <a:off x="0" y="3849939"/>
        <a:ext cx="10515600" cy="447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Finiteness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algorithm must terminate after a finite number of steps.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Definiteness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Each step must be precisely defined, leaving no ambiguity about what to do.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An algorithm must take zero or more inputs.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An algorithm must produce at least one output, representing the solution to the problem.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Effectiveness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Each step of the algorithm must be basic enough to be executed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Generality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algorithm should be applicable to a class of problems, not just a single instance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530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correct algorithm </a:t>
            </a:r>
            <a:r>
              <a:rPr lang="en-US" sz="1800" b="1" i="1" u="none" strike="noStrike" baseline="0" dirty="0">
                <a:latin typeface="Times-BoldItalic"/>
              </a:rPr>
              <a:t>solves </a:t>
            </a:r>
            <a:r>
              <a:rPr lang="en-US" sz="1800" b="0" i="0" u="none" strike="noStrike" baseline="0" dirty="0">
                <a:latin typeface="Times-Roman"/>
              </a:rPr>
              <a:t>the given computational problem</a:t>
            </a:r>
          </a:p>
          <a:p>
            <a:pPr algn="l"/>
            <a:endParaRPr lang="en-US" sz="1800" b="0" i="0" u="none" strike="noStrike" baseline="0" dirty="0">
              <a:latin typeface="Times-Roman"/>
            </a:endParaRPr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A </a:t>
            </a:r>
            <a:r>
              <a:rPr lang="en-US" sz="1800" b="1" i="1" u="none" strike="noStrike" baseline="0" dirty="0">
                <a:latin typeface="Times-BoldItalic"/>
              </a:rPr>
              <a:t>data structure </a:t>
            </a:r>
            <a:r>
              <a:rPr lang="en-US" sz="1800" b="0" i="0" u="none" strike="noStrike" baseline="0" dirty="0">
                <a:latin typeface="Times-Roman"/>
              </a:rPr>
              <a:t>is a way to store</a:t>
            </a:r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and organize data in order to facilitate access and modifications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22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20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T2MIT"/>
              </a:rPr>
              <a:t>A[1 .. j-1] </a:t>
            </a:r>
            <a:r>
              <a:rPr lang="en-US" sz="1800" b="0" i="0" u="none" strike="noStrike" baseline="0" dirty="0">
                <a:latin typeface="Times-Roman"/>
              </a:rPr>
              <a:t>are the elements </a:t>
            </a:r>
            <a:r>
              <a:rPr lang="en-US" sz="1800" b="0" i="1" u="none" strike="noStrike" baseline="0" dirty="0">
                <a:latin typeface="Times-Italic"/>
              </a:rPr>
              <a:t>originally </a:t>
            </a:r>
            <a:r>
              <a:rPr lang="en-US" sz="1800" b="0" i="0" u="none" strike="noStrike" baseline="0" dirty="0">
                <a:latin typeface="Times-Roman"/>
              </a:rPr>
              <a:t>in positions 1 through </a:t>
            </a:r>
            <a:r>
              <a:rPr lang="en-US" sz="1800" b="0" i="0" u="none" strike="noStrike" baseline="0" dirty="0">
                <a:latin typeface="MT2MIT"/>
              </a:rPr>
              <a:t>j-1</a:t>
            </a:r>
            <a:r>
              <a:rPr lang="en-US" sz="1800" b="0" i="0" u="none" strike="noStrike" baseline="0" dirty="0">
                <a:latin typeface="Times-Roman"/>
              </a:rPr>
              <a:t>, but now in sorted order. </a:t>
            </a:r>
            <a:r>
              <a:rPr lang="en-US" sz="1800" b="1" i="0" u="none" strike="noStrike" baseline="0" dirty="0">
                <a:latin typeface="Times-Roman"/>
              </a:rPr>
              <a:t>Loop invariant</a:t>
            </a:r>
          </a:p>
          <a:p>
            <a:pPr algn="l"/>
            <a:endParaRPr lang="en-US" sz="1800" b="1" i="0" u="none" strike="noStrike" baseline="0" dirty="0">
              <a:latin typeface="Times-Roman"/>
            </a:endParaRPr>
          </a:p>
          <a:p>
            <a:pPr algn="l"/>
            <a:endParaRPr lang="en-US" sz="1800" b="1" i="0" u="none" strike="noStrike" baseline="0" dirty="0">
              <a:latin typeface="Times-Roman"/>
            </a:endParaRPr>
          </a:p>
          <a:p>
            <a:pPr algn="l"/>
            <a:r>
              <a:rPr lang="en-US" dirty="0"/>
              <a:t>Initialization: The loop invariant is true prior to the first iteration of the loop.</a:t>
            </a:r>
          </a:p>
          <a:p>
            <a:pPr algn="l"/>
            <a:r>
              <a:rPr lang="en-US" dirty="0"/>
              <a:t>Maintenance: If it is true before an iteration of the loop, it remains true before the next iteration.</a:t>
            </a:r>
          </a:p>
          <a:p>
            <a:pPr algn="l"/>
            <a:r>
              <a:rPr lang="en-US" dirty="0"/>
              <a:t>Termination: When the loop terminates, the invariant gives us a useful property  that helps show that the algorithm is correct.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5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 has primitive </a:t>
            </a:r>
            <a:r>
              <a:rPr lang="en-US" dirty="0" err="1"/>
              <a:t>instustions</a:t>
            </a:r>
            <a:r>
              <a:rPr lang="en-US" dirty="0"/>
              <a:t> only. No magic instructions.</a:t>
            </a:r>
            <a:br>
              <a:rPr lang="en-US" dirty="0"/>
            </a:br>
            <a:r>
              <a:rPr lang="en-US" dirty="0" err="1"/>
              <a:t>X^y</a:t>
            </a:r>
            <a:r>
              <a:rPr lang="en-US" dirty="0"/>
              <a:t> is not constant in generic case, 2^k is constant.</a:t>
            </a:r>
          </a:p>
          <a:p>
            <a:r>
              <a:rPr lang="en-US" dirty="0"/>
              <a:t>No caches, no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853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Input size </a:t>
            </a:r>
            <a:r>
              <a:rPr lang="en-US" b="0" dirty="0"/>
              <a:t>depends on a problem.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827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Typically, as in insertion sort, </a:t>
            </a:r>
            <a:r>
              <a:rPr lang="en-US" sz="1800" b="1" i="0" u="none" strike="noStrike" baseline="0" dirty="0">
                <a:latin typeface="Times-Roman"/>
              </a:rPr>
              <a:t>the running time of an algorithm is fixed </a:t>
            </a:r>
            <a:r>
              <a:rPr lang="en-US" sz="1800" b="0" i="0" u="none" strike="noStrike" baseline="0" dirty="0">
                <a:latin typeface="Times-Roman"/>
              </a:rPr>
              <a:t>for a given input, although in later chapters we shall see some interesting “</a:t>
            </a:r>
            <a:r>
              <a:rPr lang="en-US" sz="1800" b="1" i="0" u="none" strike="noStrike" baseline="0" dirty="0">
                <a:latin typeface="Times-Roman"/>
              </a:rPr>
              <a:t>randomized</a:t>
            </a:r>
            <a:r>
              <a:rPr lang="en-US" sz="1800" b="0" i="0" u="none" strike="noStrike" baseline="0" dirty="0">
                <a:latin typeface="Times-Roman"/>
              </a:rPr>
              <a:t>” algorithms whose behavior can vary even for a fixed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893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718BC-90B8-20D7-4734-2612D10F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C1B4D-B307-49BB-7D2B-4475F18E2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EFFF5-987F-F076-5358-1164349CC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Typically, as in insertion sort, </a:t>
            </a:r>
            <a:r>
              <a:rPr lang="en-US" sz="1800" b="1" i="0" u="none" strike="noStrike" baseline="0" dirty="0">
                <a:latin typeface="Times-Roman"/>
              </a:rPr>
              <a:t>the running time of an algorithm is fixed </a:t>
            </a:r>
            <a:r>
              <a:rPr lang="en-US" sz="1800" b="0" i="0" u="none" strike="noStrike" baseline="0" dirty="0">
                <a:latin typeface="Times-Roman"/>
              </a:rPr>
              <a:t>for a given input, although in later chapters we shall see some interesting “</a:t>
            </a:r>
            <a:r>
              <a:rPr lang="en-US" sz="1800" b="1" i="0" u="none" strike="noStrike" baseline="0" dirty="0">
                <a:latin typeface="Times-Roman"/>
              </a:rPr>
              <a:t>randomized</a:t>
            </a:r>
            <a:r>
              <a:rPr lang="en-US" sz="1800" b="0" i="0" u="none" strike="noStrike" baseline="0" dirty="0">
                <a:latin typeface="Times-Roman"/>
              </a:rPr>
              <a:t>” algorithms whose behavior can vary even for a fixed input.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F8FC9-9F0E-AD62-80CD-F69E72EF0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11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7283D-4B01-D15B-FD5B-B8C12A4E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00279-B299-0004-B126-A2E5C526F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80474-35A6-9DCF-4F64-98D99E6A4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Typically, as in insertion sort, </a:t>
            </a:r>
            <a:r>
              <a:rPr lang="en-US" sz="1800" b="1" i="0" u="none" strike="noStrike" baseline="0" dirty="0">
                <a:latin typeface="Times-Roman"/>
              </a:rPr>
              <a:t>the running time of an algorithm is fixed </a:t>
            </a:r>
            <a:r>
              <a:rPr lang="en-US" sz="1800" b="0" i="0" u="none" strike="noStrike" baseline="0" dirty="0">
                <a:latin typeface="Times-Roman"/>
              </a:rPr>
              <a:t>for a given input, although in later chapters we shall see some interesting “</a:t>
            </a:r>
            <a:r>
              <a:rPr lang="en-US" sz="1800" b="1" i="0" u="none" strike="noStrike" baseline="0" dirty="0">
                <a:latin typeface="Times-Roman"/>
              </a:rPr>
              <a:t>randomized</a:t>
            </a:r>
            <a:r>
              <a:rPr lang="en-US" sz="1800" b="0" i="0" u="none" strike="noStrike" baseline="0" dirty="0">
                <a:latin typeface="Times-Roman"/>
              </a:rPr>
              <a:t>” algorithms whose behavior can vary even for a fixed input.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37D78-6463-2315-0D23-91F200303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55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subproblem sizes are small enough, however, just solve the subproblems in a straightforward manner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23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23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94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26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233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Reminder: The </a:t>
            </a:r>
            <a:r>
              <a:rPr lang="en-US" b="1" dirty="0"/>
              <a:t>growth of the running time of an algorithm</a:t>
            </a:r>
            <a:r>
              <a:rPr lang="en-US" dirty="0"/>
              <a:t> refers to how the execution time of an algorithm increases as the size of its input grows.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4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Asymptotic Efficiency focuses on analyzing the growth rate of the algorithm's resource usage (e.g., running time or memory) while ignoring constant factors and lower-order terms.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Usually, an algorithm that is asymptotically more efficient will be the best choice</a:t>
            </a:r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for all but very small inputs.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581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the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withing constant factor.</a:t>
                </a:r>
              </a:p>
              <a:p>
                <a:endParaRPr lang="en-US" dirty="0"/>
              </a:p>
              <a:p>
                <a:pPr algn="l"/>
                <a:r>
                  <a:rPr lang="en-US" sz="1800" b="0" i="0" u="none" strike="noStrike" baseline="0" dirty="0">
                    <a:latin typeface="Times-Roman"/>
                  </a:rPr>
                  <a:t>The definition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4000" i="1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4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4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b="0" i="0" u="none" strike="noStrike" baseline="0" dirty="0">
                    <a:latin typeface="Times-Roman"/>
                  </a:rPr>
                  <a:t> requires that every member </a:t>
                </a:r>
                <a:r>
                  <a:rPr lang="en-US" sz="1800" b="0" i="0" u="none" strike="noStrike" baseline="0" dirty="0">
                    <a:latin typeface="MT2MIT"/>
                  </a:rPr>
                  <a:t>f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b="0" i="0" u="none" strike="noStrike" baseline="0" dirty="0">
                    <a:latin typeface="Times-Roman"/>
                  </a:rPr>
                  <a:t> be </a:t>
                </a:r>
                <a:r>
                  <a:rPr lang="en-US" sz="1800" b="1" i="1" u="none" strike="noStrike" baseline="0" dirty="0">
                    <a:latin typeface="Times-BoldItalic"/>
                  </a:rPr>
                  <a:t>asymptotically nonnegative</a:t>
                </a:r>
                <a:r>
                  <a:rPr lang="en-US" sz="1800" b="0" i="0" u="none" strike="noStrike" baseline="0" dirty="0">
                    <a:latin typeface="Times-Roman"/>
                  </a:rPr>
                  <a:t>, that is, that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b="0" i="0" u="none" strike="noStrike" baseline="0" dirty="0">
                    <a:latin typeface="MT2MIT"/>
                  </a:rPr>
                  <a:t> </a:t>
                </a:r>
                <a:r>
                  <a:rPr lang="en-US" sz="1800" b="0" i="0" u="none" strike="noStrike" baseline="0" dirty="0">
                    <a:latin typeface="Times-Roman"/>
                  </a:rPr>
                  <a:t>be nonnegative whenever </a:t>
                </a:r>
                <a:r>
                  <a:rPr lang="en-US" sz="1800" b="0" i="0" u="none" strike="noStrike" baseline="0" dirty="0">
                    <a:latin typeface="MT2MIT"/>
                  </a:rPr>
                  <a:t>n </a:t>
                </a:r>
                <a:r>
                  <a:rPr lang="en-US" sz="1800" b="0" i="0" u="none" strike="noStrike" baseline="0" dirty="0">
                    <a:latin typeface="Times-Roman"/>
                  </a:rPr>
                  <a:t>is sufficiently large. (An </a:t>
                </a:r>
                <a:r>
                  <a:rPr lang="en-US" sz="1800" b="1" i="1" u="none" strike="noStrike" baseline="0" dirty="0">
                    <a:latin typeface="Times-BoldItalic"/>
                  </a:rPr>
                  <a:t>asymptotically positive </a:t>
                </a:r>
                <a:r>
                  <a:rPr lang="en-US" sz="1800" b="0" i="0" u="none" strike="noStrike" baseline="0" dirty="0">
                    <a:latin typeface="Times-Roman"/>
                  </a:rPr>
                  <a:t>function is one that is positive for all sufficiently large </a:t>
                </a:r>
                <a:r>
                  <a:rPr lang="en-US" sz="1800" b="0" i="0" u="none" strike="noStrike" baseline="0" dirty="0">
                    <a:latin typeface="MT2MIT"/>
                  </a:rPr>
                  <a:t>n</a:t>
                </a:r>
                <a:r>
                  <a:rPr lang="en-US" sz="1800" b="0" i="0" u="none" strike="noStrike" baseline="0" dirty="0">
                    <a:latin typeface="Times-Roman"/>
                  </a:rPr>
                  <a:t>.)</a:t>
                </a:r>
              </a:p>
              <a:p>
                <a:pPr algn="l"/>
                <a:r>
                  <a:rPr lang="en-US" sz="1800" b="0" i="0" u="none" strike="noStrike" baseline="0" dirty="0">
                    <a:latin typeface="Times-Roman"/>
                  </a:rPr>
                  <a:t>Consequently, the function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b="0" i="0" u="none" strike="noStrike" baseline="0" dirty="0">
                    <a:latin typeface="MT2MIT"/>
                  </a:rPr>
                  <a:t> </a:t>
                </a:r>
                <a:r>
                  <a:rPr lang="en-US" sz="1800" b="0" i="0" u="none" strike="noStrike" baseline="0" dirty="0">
                    <a:latin typeface="Times-Roman"/>
                  </a:rPr>
                  <a:t>itself must be asymptotically nonnegative, or else the set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b="0" i="0" u="none" strike="noStrike" baseline="0" dirty="0">
                    <a:latin typeface="Times-Roman"/>
                  </a:rPr>
                  <a:t> is empty.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For all </a:t>
                </a:r>
                <a:r>
                  <a:rPr lang="en-US" i="0">
                    <a:latin typeface="Cambria Math" panose="02040503050406030204" pitchFamily="18" charset="0"/>
                  </a:rPr>
                  <a:t>𝑛≥n_0</a:t>
                </a:r>
                <a:r>
                  <a:rPr lang="en-US" dirty="0"/>
                  <a:t>, the function </a:t>
                </a:r>
                <a:r>
                  <a:rPr lang="en-US" i="0">
                    <a:latin typeface="Cambria Math" panose="02040503050406030204" pitchFamily="18" charset="0"/>
                  </a:rPr>
                  <a:t>𝑓</a:t>
                </a:r>
                <a:r>
                  <a:rPr lang="en-US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</a:rPr>
                  <a:t>𝑛)</a:t>
                </a:r>
                <a:r>
                  <a:rPr lang="en-US" dirty="0"/>
                  <a:t> is equal to </a:t>
                </a:r>
                <a:r>
                  <a:rPr lang="en-US" i="0">
                    <a:latin typeface="Cambria Math" panose="02040503050406030204" pitchFamily="18" charset="0"/>
                  </a:rPr>
                  <a:t>𝑔</a:t>
                </a:r>
                <a:r>
                  <a:rPr lang="en-US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</a:rPr>
                  <a:t>𝑛)</a:t>
                </a:r>
                <a:r>
                  <a:rPr lang="en-US" dirty="0"/>
                  <a:t> to withing constant factor.</a:t>
                </a:r>
              </a:p>
              <a:p>
                <a:endParaRPr lang="en-US" dirty="0"/>
              </a:p>
              <a:p>
                <a:pPr algn="l"/>
                <a:r>
                  <a:rPr lang="en-US" sz="1800" b="0" i="0" u="none" strike="noStrike" baseline="0" dirty="0">
                    <a:latin typeface="Times-Roman"/>
                  </a:rPr>
                  <a:t>The definition of </a:t>
                </a:r>
                <a:r>
                  <a:rPr lang="el-GR" sz="4000" i="0">
                    <a:latin typeface="Cambria Math" panose="02040503050406030204" pitchFamily="18" charset="0"/>
                  </a:rPr>
                  <a:t>Θ</a:t>
                </a:r>
                <a:r>
                  <a:rPr lang="en-US" sz="4000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sz="4000" i="0">
                    <a:latin typeface="Cambria Math" panose="02040503050406030204" pitchFamily="18" charset="0"/>
                  </a:rPr>
                  <a:t>𝑔</a:t>
                </a:r>
                <a:r>
                  <a:rPr lang="en-US" sz="4000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sz="4000" i="0">
                    <a:latin typeface="Cambria Math" panose="02040503050406030204" pitchFamily="18" charset="0"/>
                  </a:rPr>
                  <a:t>𝑛))</a:t>
                </a:r>
                <a:r>
                  <a:rPr lang="en-US" sz="1800" b="0" i="0" u="none" strike="noStrike" baseline="0" dirty="0">
                    <a:latin typeface="Times-Roman"/>
                  </a:rPr>
                  <a:t> requires that every member </a:t>
                </a:r>
                <a:r>
                  <a:rPr lang="en-US" sz="1800" b="0" i="0" u="none" strike="noStrike" baseline="0" dirty="0">
                    <a:latin typeface="MT2MIT"/>
                  </a:rPr>
                  <a:t>f </a:t>
                </a:r>
                <a:r>
                  <a:rPr lang="en-US" sz="1800" i="0">
                    <a:latin typeface="Cambria Math" panose="02040503050406030204" pitchFamily="18" charset="0"/>
                  </a:rPr>
                  <a:t>𝑓</a:t>
                </a:r>
                <a:r>
                  <a:rPr lang="en-US" sz="1800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sz="1800" i="0">
                    <a:latin typeface="Cambria Math" panose="02040503050406030204" pitchFamily="18" charset="0"/>
                  </a:rPr>
                  <a:t>𝑛)</a:t>
                </a:r>
                <a:r>
                  <a:rPr lang="en-US" sz="1800" b="0" i="0" u="none" strike="noStrike" baseline="0" dirty="0">
                    <a:latin typeface="Times-Roman"/>
                  </a:rPr>
                  <a:t> be </a:t>
                </a:r>
                <a:r>
                  <a:rPr lang="en-US" sz="1800" b="1" i="1" u="none" strike="noStrike" baseline="0" dirty="0">
                    <a:latin typeface="Times-BoldItalic"/>
                  </a:rPr>
                  <a:t>asymptotically nonnegative</a:t>
                </a:r>
                <a:r>
                  <a:rPr lang="en-US" sz="1800" b="0" i="0" u="none" strike="noStrike" baseline="0" dirty="0">
                    <a:latin typeface="Times-Roman"/>
                  </a:rPr>
                  <a:t>, that is, that </a:t>
                </a:r>
                <a:r>
                  <a:rPr lang="en-US" sz="1800" i="0">
                    <a:latin typeface="Cambria Math" panose="02040503050406030204" pitchFamily="18" charset="0"/>
                  </a:rPr>
                  <a:t>𝑓</a:t>
                </a:r>
                <a:r>
                  <a:rPr lang="en-US" sz="1800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sz="1800" i="0">
                    <a:latin typeface="Cambria Math" panose="02040503050406030204" pitchFamily="18" charset="0"/>
                  </a:rPr>
                  <a:t>𝑛)</a:t>
                </a:r>
                <a:r>
                  <a:rPr lang="en-US" sz="1800" b="0" i="0" u="none" strike="noStrike" baseline="0" dirty="0">
                    <a:latin typeface="MT2MIT"/>
                  </a:rPr>
                  <a:t> </a:t>
                </a:r>
                <a:r>
                  <a:rPr lang="en-US" sz="1800" b="0" i="0" u="none" strike="noStrike" baseline="0" dirty="0">
                    <a:latin typeface="Times-Roman"/>
                  </a:rPr>
                  <a:t>be nonnegative whenever </a:t>
                </a:r>
                <a:r>
                  <a:rPr lang="en-US" sz="1800" b="0" i="0" u="none" strike="noStrike" baseline="0" dirty="0">
                    <a:latin typeface="MT2MIT"/>
                  </a:rPr>
                  <a:t>n </a:t>
                </a:r>
                <a:r>
                  <a:rPr lang="en-US" sz="1800" b="0" i="0" u="none" strike="noStrike" baseline="0" dirty="0">
                    <a:latin typeface="Times-Roman"/>
                  </a:rPr>
                  <a:t>is sufficiently large. (An </a:t>
                </a:r>
                <a:r>
                  <a:rPr lang="en-US" sz="1800" b="1" i="1" u="none" strike="noStrike" baseline="0" dirty="0">
                    <a:latin typeface="Times-BoldItalic"/>
                  </a:rPr>
                  <a:t>asymptotically positive </a:t>
                </a:r>
                <a:r>
                  <a:rPr lang="en-US" sz="1800" b="0" i="0" u="none" strike="noStrike" baseline="0" dirty="0">
                    <a:latin typeface="Times-Roman"/>
                  </a:rPr>
                  <a:t>function is one that is positive for all sufficiently large </a:t>
                </a:r>
                <a:r>
                  <a:rPr lang="en-US" sz="1800" b="0" i="0" u="none" strike="noStrike" baseline="0" dirty="0">
                    <a:latin typeface="MT2MIT"/>
                  </a:rPr>
                  <a:t>n</a:t>
                </a:r>
                <a:r>
                  <a:rPr lang="en-US" sz="1800" b="0" i="0" u="none" strike="noStrike" baseline="0" dirty="0">
                    <a:latin typeface="Times-Roman"/>
                  </a:rPr>
                  <a:t>.)</a:t>
                </a:r>
              </a:p>
              <a:p>
                <a:pPr algn="l"/>
                <a:r>
                  <a:rPr lang="en-US" sz="1800" b="0" i="0" u="none" strike="noStrike" baseline="0" dirty="0">
                    <a:latin typeface="Times-Roman"/>
                  </a:rPr>
                  <a:t>Consequently, the function </a:t>
                </a:r>
                <a:r>
                  <a:rPr lang="en-US" sz="1800" i="0">
                    <a:latin typeface="Cambria Math" panose="02040503050406030204" pitchFamily="18" charset="0"/>
                  </a:rPr>
                  <a:t>𝑔</a:t>
                </a:r>
                <a:r>
                  <a:rPr lang="en-US" sz="1800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sz="1800" i="0">
                    <a:latin typeface="Cambria Math" panose="02040503050406030204" pitchFamily="18" charset="0"/>
                  </a:rPr>
                  <a:t>𝑛)</a:t>
                </a:r>
                <a:r>
                  <a:rPr lang="en-US" sz="1800" b="0" i="0" u="none" strike="noStrike" baseline="0" dirty="0">
                    <a:latin typeface="MT2MIT"/>
                  </a:rPr>
                  <a:t> </a:t>
                </a:r>
                <a:r>
                  <a:rPr lang="en-US" sz="1800" b="0" i="0" u="none" strike="noStrike" baseline="0" dirty="0">
                    <a:latin typeface="Times-Roman"/>
                  </a:rPr>
                  <a:t>itself must be asymptotically nonnegative, or else the set </a:t>
                </a:r>
                <a:r>
                  <a:rPr lang="en-US" sz="1800" i="0">
                    <a:latin typeface="Cambria Math" panose="02040503050406030204" pitchFamily="18" charset="0"/>
                  </a:rPr>
                  <a:t>𝑔</a:t>
                </a:r>
                <a:r>
                  <a:rPr lang="en-US" sz="1800" i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sz="1800" i="0">
                    <a:latin typeface="Cambria Math" panose="02040503050406030204" pitchFamily="18" charset="0"/>
                  </a:rPr>
                  <a:t>𝑛)</a:t>
                </a:r>
                <a:r>
                  <a:rPr lang="en-US" sz="1800" b="0" i="0" u="none" strike="noStrike" baseline="0" dirty="0">
                    <a:latin typeface="Times-Roman"/>
                  </a:rPr>
                  <a:t> is empty.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203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!=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show 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𝑛</a:t>
                </a:r>
                <a:r>
                  <a:rPr 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^3</a:t>
                </a:r>
                <a:r>
                  <a:rPr lang="en-US" dirty="0"/>
                  <a:t> != </a:t>
                </a:r>
                <a:r>
                  <a:rPr lang="el-GR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Θ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(𝑛</a:t>
                </a:r>
                <a:r>
                  <a:rPr 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^2 )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474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80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>
                <a:latin typeface="Arial" panose="020B0604020202020204" pitchFamily="34" charset="0"/>
              </a:rPr>
              <a:t>Introduction</a:t>
            </a:r>
          </a:p>
          <a:p>
            <a:pPr lvl="1"/>
            <a:r>
              <a:rPr lang="en-US" sz="1400" b="1" dirty="0">
                <a:latin typeface="Arial" panose="020B0604020202020204" pitchFamily="34" charset="0"/>
              </a:rPr>
              <a:t>1 lecture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Analyzing Algorithms</a:t>
            </a:r>
          </a:p>
          <a:p>
            <a:pPr lvl="1"/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2 lectures</a:t>
            </a:r>
          </a:p>
          <a:p>
            <a:r>
              <a:rPr 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Recurrences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r>
              <a:rPr lang="hy-AM" sz="1400" b="1" dirty="0"/>
              <a:t>2</a:t>
            </a:r>
            <a:r>
              <a:rPr lang="en-US" sz="1400" b="1" dirty="0">
                <a:latin typeface="Arial" panose="020B0604020202020204" pitchFamily="34" charset="0"/>
              </a:rPr>
              <a:t> lectures</a:t>
            </a:r>
          </a:p>
          <a:p>
            <a:r>
              <a:rPr 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Probabilistic Analysis and Randomized Algorithms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r>
              <a:rPr lang="en-US" sz="1400" b="1" dirty="0">
                <a:latin typeface="Arial" panose="020B0604020202020204" pitchFamily="34" charset="0"/>
              </a:rPr>
              <a:t>2 lecture</a:t>
            </a:r>
          </a:p>
          <a:p>
            <a:r>
              <a:rPr 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Sorting and Searching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r>
              <a:rPr lang="en-US" sz="1400" b="1" dirty="0">
                <a:latin typeface="Arial" panose="020B0604020202020204" pitchFamily="34" charset="0"/>
              </a:rPr>
              <a:t>4 lectures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Heaps</a:t>
            </a:r>
          </a:p>
          <a:p>
            <a:pPr lvl="1"/>
            <a:r>
              <a:rPr lang="en-US" sz="1400" b="1" dirty="0">
                <a:latin typeface="Arial" panose="020B0604020202020204" pitchFamily="34" charset="0"/>
              </a:rPr>
              <a:t>1 lecture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Arrays, Lists</a:t>
            </a:r>
          </a:p>
          <a:p>
            <a:pPr lvl="1"/>
            <a:r>
              <a:rPr lang="en-US" sz="1400" b="1" dirty="0">
                <a:latin typeface="Arial" panose="020B0604020202020204" pitchFamily="34" charset="0"/>
              </a:rPr>
              <a:t>1 lectures</a:t>
            </a:r>
          </a:p>
          <a:p>
            <a:r>
              <a:rPr 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Stack, Queue, Double Ended Queue</a:t>
            </a:r>
          </a:p>
          <a:p>
            <a:pPr lvl="1"/>
            <a:r>
              <a:rPr lang="en-US" sz="1400" b="1" dirty="0">
                <a:latin typeface="Arial" panose="020B0604020202020204" pitchFamily="34" charset="0"/>
              </a:rPr>
              <a:t>2 lectures</a:t>
            </a: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F6AB-885F-4AD1-0E29-68DEF5E9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Algorithm. Key Characteristics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29630E-E891-5AF2-355A-FAD1AF52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well-defined, step-by-step procedure or set of rules for solving a specific problem or performing a task.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Finiteness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Definiteness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Effectiveness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721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354A5-2E7B-DCE8-81B6-A2A97C7F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Correctness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4322DE-26E5-6C68-FDFF-C7784B290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8083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729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4437F-C0A4-976A-C21F-6761CC92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Sorting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B23BA-F7BD-A22A-A6A6-1FC0C3DB04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400" b="1" dirty="0"/>
                  <a:t>Input: </a:t>
                </a:r>
                <a:r>
                  <a:rPr lang="en-US" sz="2400" dirty="0"/>
                  <a:t>A sequence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keys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…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  <a:p>
                <a:r>
                  <a:rPr lang="en-US" sz="2400" b="1" dirty="0"/>
                  <a:t>Output: </a:t>
                </a:r>
                <a:r>
                  <a:rPr lang="en-US" sz="2400" dirty="0"/>
                  <a:t>A reordering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 …, 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such that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B23BA-F7BD-A22A-A6A6-1FC0C3DB0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  <a:blipFill>
                <a:blip r:embed="rId3"/>
                <a:stretch>
                  <a:fillRect l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11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F87CED-94F2-92E0-EC8B-ED4C1552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Insertion Sort</a:t>
            </a:r>
          </a:p>
        </p:txBody>
      </p:sp>
      <p:pic>
        <p:nvPicPr>
          <p:cNvPr id="1028" name="Picture 4" descr="Insertion Sort Algorithm - GeeksforGeeks">
            <a:extLst>
              <a:ext uri="{FF2B5EF4-FFF2-40B4-BE49-F238E27FC236}">
                <a16:creationId xmlns:a16="http://schemas.microsoft.com/office/drawing/2014/main" id="{74D37019-FDB5-29A4-F302-DC256736EF3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84"/>
          <a:stretch/>
        </p:blipFill>
        <p:spPr bwMode="auto">
          <a:xfrm>
            <a:off x="4862958" y="2623058"/>
            <a:ext cx="7114722" cy="318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sertion Sort – Study Algorithms – Easy to understand">
            <a:extLst>
              <a:ext uri="{FF2B5EF4-FFF2-40B4-BE49-F238E27FC236}">
                <a16:creationId xmlns:a16="http://schemas.microsoft.com/office/drawing/2014/main" id="{884B913E-CB5A-B6D1-9A97-A5372D0516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" y="2218307"/>
            <a:ext cx="4648640" cy="399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09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F87CED-94F2-92E0-EC8B-ED4C1552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Insertion Sort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A31E3F2-E1C2-9092-A9ED-A7F665430E6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264" y="1665504"/>
            <a:ext cx="8221913" cy="493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25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1282-3168-948E-37FB-19617415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D34E-5F65-4502-233F-78D71F97A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568" y="1825625"/>
            <a:ext cx="6582032" cy="435133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0" i="0" u="none" strike="noStrike" baseline="0" dirty="0">
                <a:latin typeface="Times-Roman"/>
              </a:rPr>
              <a:t>INSERTION-SORT</a:t>
            </a:r>
            <a:r>
              <a:rPr lang="en-US" dirty="0">
                <a:latin typeface="MT2MIT"/>
              </a:rPr>
              <a:t> (</a:t>
            </a:r>
            <a:r>
              <a:rPr lang="en-US" b="0" i="0" u="none" strike="noStrike" baseline="0" dirty="0">
                <a:latin typeface="MT2MIT"/>
              </a:rPr>
              <a:t>A</a:t>
            </a:r>
            <a:r>
              <a:rPr lang="en-US" dirty="0">
                <a:latin typeface="MT2MIT"/>
              </a:rPr>
              <a:t>) </a:t>
            </a:r>
            <a:endParaRPr lang="en-US" b="0" i="0" u="none" strike="noStrike" baseline="0" dirty="0">
              <a:latin typeface="MT2MI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i="0" u="none" strike="noStrike" baseline="0" dirty="0">
                <a:latin typeface="Times-Bold"/>
              </a:rPr>
              <a:t> for </a:t>
            </a:r>
            <a:r>
              <a:rPr lang="en-US" i="0" u="none" strike="noStrike" baseline="0" dirty="0">
                <a:latin typeface="MT2MIT"/>
              </a:rPr>
              <a:t>j =</a:t>
            </a:r>
            <a:r>
              <a:rPr lang="en-US" i="0" u="none" strike="noStrike" baseline="0" dirty="0">
                <a:latin typeface="MT2SYT"/>
              </a:rPr>
              <a:t> </a:t>
            </a:r>
            <a:r>
              <a:rPr lang="en-US" i="0" u="none" strike="noStrike" baseline="0" dirty="0">
                <a:latin typeface="MT2MIT"/>
              </a:rPr>
              <a:t>2 </a:t>
            </a:r>
            <a:r>
              <a:rPr lang="en-US" i="0" u="none" strike="noStrike" baseline="0" dirty="0">
                <a:latin typeface="Times-Bold"/>
              </a:rPr>
              <a:t>to </a:t>
            </a:r>
            <a:r>
              <a:rPr lang="en-US" i="0" u="none" strike="noStrike" baseline="0" dirty="0" err="1">
                <a:latin typeface="MT2MIT"/>
              </a:rPr>
              <a:t>A.</a:t>
            </a:r>
            <a:r>
              <a:rPr lang="en-US" i="1" u="none" strike="noStrike" baseline="0" dirty="0" err="1">
                <a:latin typeface="Times-Italic"/>
              </a:rPr>
              <a:t>length</a:t>
            </a:r>
            <a:endParaRPr lang="en-US" i="1" u="none" strike="noStrike" baseline="0" dirty="0">
              <a:latin typeface="Times-Italic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Times-Roman"/>
              </a:rPr>
              <a:t>	</a:t>
            </a:r>
            <a:r>
              <a:rPr lang="en-US" b="0" i="1" u="none" strike="noStrike" baseline="0" dirty="0">
                <a:latin typeface="Times-Italic"/>
              </a:rPr>
              <a:t>key = A[j]</a:t>
            </a:r>
            <a:r>
              <a:rPr lang="en-US" b="0" i="0" u="none" strike="noStrike" baseline="0" dirty="0">
                <a:latin typeface="MT2MIT"/>
              </a:rPr>
              <a:t>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Times-Roman"/>
              </a:rPr>
              <a:t>	</a:t>
            </a:r>
            <a:r>
              <a:rPr lang="en-US" sz="2000" i="0" u="none" strike="noStrike" baseline="0" dirty="0">
                <a:latin typeface="Courier-Bold"/>
              </a:rPr>
              <a:t>// </a:t>
            </a:r>
            <a:r>
              <a:rPr lang="en-US" sz="2000" i="0" u="none" strike="noStrike" baseline="0" dirty="0">
                <a:latin typeface="Times-Roman"/>
              </a:rPr>
              <a:t>Insert </a:t>
            </a:r>
            <a:r>
              <a:rPr lang="en-US" sz="2000" i="0" u="none" strike="noStrike" baseline="0" dirty="0">
                <a:latin typeface="MT2MIT"/>
              </a:rPr>
              <a:t>A[j] </a:t>
            </a:r>
            <a:r>
              <a:rPr lang="en-US" sz="2000" i="0" u="none" strike="noStrike" baseline="0" dirty="0">
                <a:latin typeface="Times-Roman"/>
              </a:rPr>
              <a:t>into the sorted sequence </a:t>
            </a:r>
            <a:r>
              <a:rPr lang="en-US" sz="2000" i="0" u="none" strike="noStrike" baseline="0" dirty="0">
                <a:latin typeface="MT2MIT"/>
              </a:rPr>
              <a:t>A[1 .. j-1]</a:t>
            </a:r>
            <a:r>
              <a:rPr lang="en-US" sz="2000" i="0" u="none" strike="noStrike" baseline="0" dirty="0">
                <a:latin typeface="Times-Roman"/>
              </a:rPr>
              <a:t>.</a:t>
            </a:r>
            <a:endParaRPr lang="en-US" i="0" u="none" strike="noStrike" baseline="0" dirty="0">
              <a:latin typeface="Times-Roman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Times-Roman"/>
              </a:rPr>
              <a:t>	</a:t>
            </a:r>
            <a:r>
              <a:rPr lang="en-US" b="0" i="0" u="none" strike="noStrike" baseline="0" dirty="0" err="1">
                <a:latin typeface="MT2MIT"/>
              </a:rPr>
              <a:t>i</a:t>
            </a:r>
            <a:r>
              <a:rPr lang="en-US" b="0" i="0" u="none" strike="noStrike" baseline="0" dirty="0">
                <a:latin typeface="MT2MIT"/>
              </a:rPr>
              <a:t> =</a:t>
            </a:r>
            <a:r>
              <a:rPr lang="en-US" b="0" i="0" u="none" strike="noStrike" baseline="0" dirty="0">
                <a:latin typeface="MT2SYT"/>
              </a:rPr>
              <a:t> </a:t>
            </a:r>
            <a:r>
              <a:rPr lang="en-US" b="0" i="0" u="none" strike="noStrike" baseline="0" dirty="0">
                <a:latin typeface="MT2MIT"/>
              </a:rPr>
              <a:t>j -</a:t>
            </a:r>
            <a:r>
              <a:rPr lang="en-US" b="0" i="0" u="none" strike="noStrike" baseline="0" dirty="0">
                <a:latin typeface="MT2SYT"/>
              </a:rPr>
              <a:t> </a:t>
            </a:r>
            <a:r>
              <a:rPr lang="en-US" b="0" i="0" u="none" strike="noStrike" baseline="0" dirty="0">
                <a:latin typeface="MT2MIT"/>
              </a:rPr>
              <a:t>1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Times-Roman"/>
              </a:rPr>
              <a:t>	</a:t>
            </a:r>
            <a:r>
              <a:rPr lang="en-US" i="0" u="none" strike="noStrike" baseline="0" dirty="0">
                <a:latin typeface="Times-Bold"/>
              </a:rPr>
              <a:t>while</a:t>
            </a:r>
            <a:r>
              <a:rPr lang="en-US" b="1" i="0" u="none" strike="noStrike" baseline="0" dirty="0">
                <a:latin typeface="Times-Bold"/>
              </a:rPr>
              <a:t> </a:t>
            </a:r>
            <a:r>
              <a:rPr lang="en-US" b="0" i="0" u="none" strike="noStrike" baseline="0" dirty="0" err="1">
                <a:latin typeface="MT2MIT"/>
              </a:rPr>
              <a:t>i</a:t>
            </a:r>
            <a:r>
              <a:rPr lang="en-US" b="0" i="0" u="none" strike="noStrike" baseline="0" dirty="0">
                <a:latin typeface="MT2MIT"/>
              </a:rPr>
              <a:t> &gt; 0 </a:t>
            </a:r>
            <a:r>
              <a:rPr lang="en-US" b="0" i="0" u="none" strike="noStrike" baseline="0" dirty="0">
                <a:latin typeface="Times-Roman"/>
              </a:rPr>
              <a:t>and </a:t>
            </a:r>
            <a:r>
              <a:rPr lang="en-US" b="0" i="0" u="none" strike="noStrike" baseline="0" dirty="0">
                <a:latin typeface="MT2MIT"/>
              </a:rPr>
              <a:t>A[</a:t>
            </a:r>
            <a:r>
              <a:rPr lang="en-US" b="0" i="0" u="none" strike="noStrike" baseline="0" dirty="0" err="1">
                <a:latin typeface="MT2MIT"/>
              </a:rPr>
              <a:t>i</a:t>
            </a:r>
            <a:r>
              <a:rPr lang="en-US" b="0" i="0" u="none" strike="noStrike" baseline="0" dirty="0">
                <a:latin typeface="MT2MIT"/>
              </a:rPr>
              <a:t>] &gt; </a:t>
            </a:r>
            <a:r>
              <a:rPr lang="en-US" b="0" i="1" u="none" strike="noStrike" baseline="0" dirty="0">
                <a:latin typeface="Times-Italic"/>
              </a:rPr>
              <a:t>key</a:t>
            </a:r>
          </a:p>
          <a:p>
            <a:pPr marL="342900" indent="-342900" algn="l">
              <a:buFont typeface="+mj-lt"/>
              <a:buAutoNum type="arabicPeriod"/>
            </a:pPr>
            <a:r>
              <a:rPr lang="nl-NL" b="0" i="0" u="none" strike="noStrike" baseline="0" dirty="0">
                <a:latin typeface="Times-Roman"/>
              </a:rPr>
              <a:t>		</a:t>
            </a:r>
            <a:r>
              <a:rPr lang="nl-NL" b="0" i="0" u="none" strike="noStrike" baseline="0" dirty="0">
                <a:latin typeface="MT2MIT"/>
              </a:rPr>
              <a:t>A[i+1] = A[i]</a:t>
            </a:r>
          </a:p>
          <a:p>
            <a:pPr marL="342900" indent="-342900" algn="l">
              <a:buFont typeface="+mj-lt"/>
              <a:buAutoNum type="arabicPeriod"/>
            </a:pPr>
            <a:r>
              <a:rPr lang="nn-NO" b="0" i="0" u="none" strike="noStrike" baseline="0" dirty="0">
                <a:latin typeface="Times-Roman"/>
              </a:rPr>
              <a:t>	 	</a:t>
            </a:r>
            <a:r>
              <a:rPr lang="nn-NO" dirty="0">
                <a:latin typeface="MT2MIT"/>
              </a:rPr>
              <a:t>i = i - 1</a:t>
            </a:r>
            <a:endParaRPr lang="nn-NO" b="0" i="0" u="none" strike="noStrike" baseline="0" dirty="0">
              <a:latin typeface="MT2MI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Times-Roman"/>
              </a:rPr>
              <a:t>	</a:t>
            </a:r>
            <a:r>
              <a:rPr lang="nl-NL" b="0" i="0" u="none" strike="noStrike" baseline="0" dirty="0">
                <a:latin typeface="MT2MIT"/>
              </a:rPr>
              <a:t> A[i+1] = key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24F638-4FF5-763F-01DB-A8984BB3E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819" y="1814212"/>
            <a:ext cx="5365181" cy="32289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i="1" u="none" strike="noStrike" baseline="0" dirty="0">
                <a:latin typeface="Times-Roman"/>
              </a:rPr>
              <a:t>Loop invariant:</a:t>
            </a:r>
            <a:br>
              <a:rPr lang="en-US" sz="2800" b="1" i="1" u="none" strike="noStrike" baseline="0" dirty="0">
                <a:latin typeface="Times-Roman"/>
              </a:rPr>
            </a:br>
            <a:r>
              <a:rPr lang="en-US" sz="2800" b="0" i="1" u="none" strike="noStrike" baseline="0" dirty="0">
                <a:latin typeface="MT2MIT"/>
              </a:rPr>
              <a:t>A[1 .. j-1] </a:t>
            </a:r>
            <a:r>
              <a:rPr lang="en-US" sz="2800" b="0" i="1" u="none" strike="noStrike" baseline="0" dirty="0">
                <a:latin typeface="Times-Roman"/>
              </a:rPr>
              <a:t>are the elements </a:t>
            </a:r>
            <a:r>
              <a:rPr lang="en-US" sz="2800" b="0" i="1" u="none" strike="noStrike" baseline="0" dirty="0">
                <a:latin typeface="Times-Italic"/>
              </a:rPr>
              <a:t>originally </a:t>
            </a:r>
            <a:r>
              <a:rPr lang="en-US" sz="2800" b="0" i="1" u="none" strike="noStrike" baseline="0" dirty="0">
                <a:latin typeface="Times-Roman"/>
              </a:rPr>
              <a:t>in positions 1 through </a:t>
            </a:r>
            <a:r>
              <a:rPr lang="en-US" sz="2800" b="0" i="1" u="none" strike="noStrike" baseline="0" dirty="0">
                <a:latin typeface="MT2MIT"/>
              </a:rPr>
              <a:t>j-1</a:t>
            </a:r>
            <a:r>
              <a:rPr lang="en-US" sz="2800" b="0" i="1" u="none" strike="noStrike" baseline="0" dirty="0">
                <a:latin typeface="Times-Roman"/>
              </a:rPr>
              <a:t>, but now in sorted order.</a:t>
            </a: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6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3C0D-3828-CFE4-E205-1698C6C2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Correctness: Proof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7CB674-DF31-2F15-39C3-B1F86374F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4936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28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2E8B-EF75-7E45-CF3B-35BC39F2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6A8F3-3C85-EACB-D12C-EAD0BBD4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Analyzing</a:t>
            </a:r>
            <a:r>
              <a:rPr lang="en-US" dirty="0"/>
              <a:t> an algorithm has come to mean predicting the resources that the algorithm requires.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time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memory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communication bandwidth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hardware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A model of the implementation technology that we will use is a generic one-processor, random-access machine (RAM) model of computation.</a:t>
            </a:r>
          </a:p>
        </p:txBody>
      </p:sp>
    </p:spTree>
    <p:extLst>
      <p:ext uri="{BB962C8B-B14F-4D97-AF65-F5344CB8AC3E}">
        <p14:creationId xmlns:p14="http://schemas.microsoft.com/office/powerpoint/2010/main" val="361342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2E8B-EF75-7E45-CF3B-35BC39F2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Analyzing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6A8F3-3C85-EACB-D12C-EAD0BBD4B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4200" y="1825625"/>
                <a:ext cx="1108964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running time</a:t>
                </a:r>
                <a:r>
                  <a:rPr lang="en-US" dirty="0"/>
                  <a:t> of a program is a function of the </a:t>
                </a:r>
                <a:r>
                  <a:rPr lang="en-US" b="1" dirty="0"/>
                  <a:t>size</a:t>
                </a:r>
                <a:r>
                  <a:rPr lang="en-US" dirty="0"/>
                  <a:t> of its input.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best notion for input size depends on the problem being studied.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running time of an algorithm on a particular input is the number of primitive operations or “steps” executed.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A constant amount of time is required to execute each line of the pseudocode.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assume that each execution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30000" dirty="0" err="1"/>
                  <a:t>th</a:t>
                </a:r>
                <a:r>
                  <a:rPr lang="en-US" dirty="0"/>
                  <a:t> line takes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constant.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6A8F3-3C85-EACB-D12C-EAD0BBD4B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200" y="1825625"/>
                <a:ext cx="11089640" cy="4351338"/>
              </a:xfrm>
              <a:blipFill>
                <a:blip r:embed="rId3"/>
                <a:stretch>
                  <a:fillRect l="-1154" t="-1401" r="-1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63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CAA1-7E69-66D3-9AB7-65EA0753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Analyzing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338BC2F-82E2-DED9-9B55-C2306B8F15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26810102"/>
                  </p:ext>
                </p:extLst>
              </p:nvPr>
            </p:nvGraphicFramePr>
            <p:xfrm>
              <a:off x="838200" y="1825625"/>
              <a:ext cx="10515596" cy="48390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7520">
                      <a:extLst>
                        <a:ext uri="{9D8B030D-6E8A-4147-A177-3AD203B41FA5}">
                          <a16:colId xmlns:a16="http://schemas.microsoft.com/office/drawing/2014/main" val="2255114204"/>
                        </a:ext>
                      </a:extLst>
                    </a:gridCol>
                    <a:gridCol w="5664200">
                      <a:extLst>
                        <a:ext uri="{9D8B030D-6E8A-4147-A177-3AD203B41FA5}">
                          <a16:colId xmlns:a16="http://schemas.microsoft.com/office/drawing/2014/main" val="1551073592"/>
                        </a:ext>
                      </a:extLst>
                    </a:gridCol>
                    <a:gridCol w="1744977">
                      <a:extLst>
                        <a:ext uri="{9D8B030D-6E8A-4147-A177-3AD203B41FA5}">
                          <a16:colId xmlns:a16="http://schemas.microsoft.com/office/drawing/2014/main" val="1340175783"/>
                        </a:ext>
                      </a:extLst>
                    </a:gridCol>
                    <a:gridCol w="2628899">
                      <a:extLst>
                        <a:ext uri="{9D8B030D-6E8A-4147-A177-3AD203B41FA5}">
                          <a16:colId xmlns:a16="http://schemas.microsoft.com/office/drawing/2014/main" val="32799270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InsertionSort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705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r>
                            <a:rPr lang="en-US" sz="1800" i="0" u="none" strike="noStrike" baseline="0" dirty="0">
                              <a:latin typeface="Times-Bold"/>
                            </a:rPr>
                            <a:t>for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j =</a:t>
                          </a:r>
                          <a:r>
                            <a:rPr lang="en-US" sz="1800" i="0" u="none" strike="noStrike" baseline="0" dirty="0">
                              <a:latin typeface="MT2SYT"/>
                            </a:rPr>
                            <a:t>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2 </a:t>
                          </a:r>
                          <a:r>
                            <a:rPr lang="en-US" sz="1800" i="0" u="none" strike="noStrike" baseline="0" dirty="0">
                              <a:latin typeface="Times-Bold"/>
                            </a:rPr>
                            <a:t>to </a:t>
                          </a:r>
                          <a:r>
                            <a:rPr lang="en-US" sz="1800" i="0" u="none" strike="noStrike" baseline="0" dirty="0" err="1">
                              <a:latin typeface="MT2MIT"/>
                            </a:rPr>
                            <a:t>A.</a:t>
                          </a:r>
                          <a:r>
                            <a:rPr lang="en-US" sz="1800" i="1" u="none" strike="noStrike" baseline="0" dirty="0" err="1">
                              <a:latin typeface="Times-Italic"/>
                            </a:rPr>
                            <a:t>length</a:t>
                          </a:r>
                          <a:endParaRPr lang="en-US" sz="1800" i="1" u="none" strike="noStrike" baseline="0" dirty="0">
                            <a:latin typeface="Times-Italic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640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b="0" i="1" u="none" strike="noStrike" baseline="0" dirty="0">
                              <a:latin typeface="Times-Italic"/>
                            </a:rPr>
                            <a:t>key = A[j]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656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i="0" u="none" strike="noStrike" baseline="0" dirty="0">
                              <a:latin typeface="Courier-Bold"/>
                            </a:rPr>
                            <a:t>// </a:t>
                          </a:r>
                          <a:r>
                            <a:rPr lang="en-US" sz="1800" i="0" u="none" strike="noStrike" baseline="0" dirty="0">
                              <a:latin typeface="Times-Roman"/>
                            </a:rPr>
                            <a:t>Insert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A[j] </a:t>
                          </a:r>
                          <a:r>
                            <a:rPr lang="en-US" sz="1800" i="0" u="none" strike="noStrike" baseline="0" dirty="0">
                              <a:latin typeface="Times-Roman"/>
                            </a:rPr>
                            <a:t>into the sorted sequence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A[1 .. j-1]</a:t>
                          </a:r>
                          <a:r>
                            <a:rPr lang="en-US" sz="1800" i="0" u="none" strike="noStrike" baseline="0" dirty="0">
                              <a:latin typeface="Times-Roman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295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b="0" i="0" u="none" strike="noStrike" baseline="0" dirty="0" err="1">
                              <a:latin typeface="MT2MIT"/>
                            </a:rPr>
                            <a:t>i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 =</a:t>
                          </a:r>
                          <a:r>
                            <a:rPr lang="en-US" sz="1800" b="0" i="0" u="none" strike="noStrike" baseline="0" dirty="0">
                              <a:latin typeface="MT2SYT"/>
                            </a:rPr>
                            <a:t> 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j -</a:t>
                          </a:r>
                          <a:r>
                            <a:rPr lang="en-US" sz="1800" b="0" i="0" u="none" strike="noStrike" baseline="0" dirty="0">
                              <a:latin typeface="MT2SYT"/>
                            </a:rPr>
                            <a:t> 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80013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i="0" u="none" strike="noStrike" baseline="0" dirty="0">
                              <a:latin typeface="Times-Bold"/>
                            </a:rPr>
                            <a:t>while</a:t>
                          </a:r>
                          <a:r>
                            <a:rPr lang="en-US" sz="1800" b="1" i="0" u="none" strike="noStrike" baseline="0" dirty="0">
                              <a:latin typeface="Times-Bold"/>
                            </a:rPr>
                            <a:t> </a:t>
                          </a:r>
                          <a:r>
                            <a:rPr lang="en-US" sz="1800" b="0" i="0" u="none" strike="noStrike" baseline="0" dirty="0" err="1">
                              <a:latin typeface="MT2MIT"/>
                            </a:rPr>
                            <a:t>i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 &gt; 0 </a:t>
                          </a: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and 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A[</a:t>
                          </a:r>
                          <a:r>
                            <a:rPr lang="en-US" sz="1800" b="0" i="0" u="none" strike="noStrike" baseline="0" dirty="0" err="1">
                              <a:latin typeface="MT2MIT"/>
                            </a:rPr>
                            <a:t>i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] &gt; </a:t>
                          </a:r>
                          <a:r>
                            <a:rPr lang="en-US" sz="1800" b="0" i="1" u="none" strike="noStrike" baseline="0" dirty="0">
                              <a:latin typeface="Times-Italic"/>
                            </a:rPr>
                            <a:t>key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=2</m:t>
                                    </m:r>
                                  </m:sub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6294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800" b="0" i="0" u="none" strike="noStrike" baseline="0" dirty="0">
                              <a:latin typeface="Times-Roman"/>
                            </a:rPr>
                            <a:t>		</a:t>
                          </a:r>
                          <a:r>
                            <a:rPr lang="nl-NL" sz="1800" b="0" i="0" u="none" strike="noStrike" baseline="0" dirty="0">
                              <a:latin typeface="MT2MIT"/>
                            </a:rPr>
                            <a:t>A[i+1] = A[i]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=2</m:t>
                                    </m:r>
                                  </m:sub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5101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n-NO" sz="1800" b="0" i="0" u="none" strike="noStrike" baseline="0" dirty="0">
                              <a:latin typeface="Times-Roman"/>
                            </a:rPr>
                            <a:t>	 	</a:t>
                          </a:r>
                          <a:r>
                            <a:rPr lang="nn-NO" sz="1800" dirty="0">
                              <a:latin typeface="MT2MIT"/>
                            </a:rPr>
                            <a:t>i = i - 1</a:t>
                          </a:r>
                          <a:endParaRPr lang="nn-NO" sz="1800" b="0" i="0" u="none" strike="noStrike" baseline="0" dirty="0">
                            <a:latin typeface="MT2MI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=2</m:t>
                                    </m:r>
                                  </m:sub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1078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nl-NL" sz="1800" b="0" i="0" u="none" strike="noStrike" baseline="0" dirty="0">
                              <a:latin typeface="MT2MIT"/>
                            </a:rPr>
                            <a:t> A[i+1] = key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7790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338BC2F-82E2-DED9-9B55-C2306B8F15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26810102"/>
                  </p:ext>
                </p:extLst>
              </p:nvPr>
            </p:nvGraphicFramePr>
            <p:xfrm>
              <a:off x="838200" y="1825625"/>
              <a:ext cx="10515596" cy="48390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7520">
                      <a:extLst>
                        <a:ext uri="{9D8B030D-6E8A-4147-A177-3AD203B41FA5}">
                          <a16:colId xmlns:a16="http://schemas.microsoft.com/office/drawing/2014/main" val="2255114204"/>
                        </a:ext>
                      </a:extLst>
                    </a:gridCol>
                    <a:gridCol w="5664200">
                      <a:extLst>
                        <a:ext uri="{9D8B030D-6E8A-4147-A177-3AD203B41FA5}">
                          <a16:colId xmlns:a16="http://schemas.microsoft.com/office/drawing/2014/main" val="1551073592"/>
                        </a:ext>
                      </a:extLst>
                    </a:gridCol>
                    <a:gridCol w="1744977">
                      <a:extLst>
                        <a:ext uri="{9D8B030D-6E8A-4147-A177-3AD203B41FA5}">
                          <a16:colId xmlns:a16="http://schemas.microsoft.com/office/drawing/2014/main" val="1340175783"/>
                        </a:ext>
                      </a:extLst>
                    </a:gridCol>
                    <a:gridCol w="2628899">
                      <a:extLst>
                        <a:ext uri="{9D8B030D-6E8A-4147-A177-3AD203B41FA5}">
                          <a16:colId xmlns:a16="http://schemas.microsoft.com/office/drawing/2014/main" val="32799270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InsertionSort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705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r>
                            <a:rPr lang="en-US" sz="1800" i="0" u="none" strike="noStrike" baseline="0" dirty="0">
                              <a:latin typeface="Times-Bold"/>
                            </a:rPr>
                            <a:t>for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j =</a:t>
                          </a:r>
                          <a:r>
                            <a:rPr lang="en-US" sz="1800" i="0" u="none" strike="noStrike" baseline="0" dirty="0">
                              <a:latin typeface="MT2SYT"/>
                            </a:rPr>
                            <a:t>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2 </a:t>
                          </a:r>
                          <a:r>
                            <a:rPr lang="en-US" sz="1800" i="0" u="none" strike="noStrike" baseline="0" dirty="0">
                              <a:latin typeface="Times-Bold"/>
                            </a:rPr>
                            <a:t>to </a:t>
                          </a:r>
                          <a:r>
                            <a:rPr lang="en-US" sz="1800" i="0" u="none" strike="noStrike" baseline="0" dirty="0" err="1">
                              <a:latin typeface="MT2MIT"/>
                            </a:rPr>
                            <a:t>A.</a:t>
                          </a:r>
                          <a:r>
                            <a:rPr lang="en-US" sz="1800" i="1" u="none" strike="noStrike" baseline="0" dirty="0" err="1">
                              <a:latin typeface="Times-Italic"/>
                            </a:rPr>
                            <a:t>length</a:t>
                          </a:r>
                          <a:endParaRPr lang="en-US" sz="1800" i="1" u="none" strike="noStrike" baseline="0" dirty="0">
                            <a:latin typeface="Times-Italic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108197" r="-151568" b="-1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108197" r="-928" b="-1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40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b="0" i="1" u="none" strike="noStrike" baseline="0" dirty="0">
                              <a:latin typeface="Times-Italic"/>
                            </a:rPr>
                            <a:t>key = A[j]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208197" r="-15156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208197" r="-928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56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i="0" u="none" strike="noStrike" baseline="0" dirty="0">
                              <a:latin typeface="Courier-Bold"/>
                            </a:rPr>
                            <a:t>// </a:t>
                          </a:r>
                          <a:r>
                            <a:rPr lang="en-US" sz="1800" i="0" u="none" strike="noStrike" baseline="0" dirty="0">
                              <a:latin typeface="Times-Roman"/>
                            </a:rPr>
                            <a:t>Insert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A[j] </a:t>
                          </a:r>
                          <a:r>
                            <a:rPr lang="en-US" sz="1800" i="0" u="none" strike="noStrike" baseline="0" dirty="0">
                              <a:latin typeface="Times-Roman"/>
                            </a:rPr>
                            <a:t>into the sorted sequence </a:t>
                          </a:r>
                          <a:r>
                            <a:rPr lang="en-US" sz="1800" i="0" u="none" strike="noStrike" baseline="0" dirty="0">
                              <a:latin typeface="MT2MIT"/>
                            </a:rPr>
                            <a:t>A[1 .. j-1]</a:t>
                          </a:r>
                          <a:r>
                            <a:rPr lang="en-US" sz="1800" i="0" u="none" strike="noStrike" baseline="0" dirty="0">
                              <a:latin typeface="Times-Roman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308197" r="-15156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308197" r="-928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295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b="0" i="0" u="none" strike="noStrike" baseline="0" dirty="0" err="1">
                              <a:latin typeface="MT2MIT"/>
                            </a:rPr>
                            <a:t>i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 =</a:t>
                          </a:r>
                          <a:r>
                            <a:rPr lang="en-US" sz="1800" b="0" i="0" u="none" strike="noStrike" baseline="0" dirty="0">
                              <a:latin typeface="MT2SYT"/>
                            </a:rPr>
                            <a:t> 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j -</a:t>
                          </a:r>
                          <a:r>
                            <a:rPr lang="en-US" sz="1800" b="0" i="0" u="none" strike="noStrike" baseline="0" dirty="0">
                              <a:latin typeface="MT2SYT"/>
                            </a:rPr>
                            <a:t> 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408197" r="-151568" b="-8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408197" r="-928" b="-8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001343"/>
                      </a:ext>
                    </a:extLst>
                  </a:tr>
                  <a:tr h="87134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en-US" sz="1800" i="0" u="none" strike="noStrike" baseline="0" dirty="0">
                              <a:latin typeface="Times-Bold"/>
                            </a:rPr>
                            <a:t>while</a:t>
                          </a:r>
                          <a:r>
                            <a:rPr lang="en-US" sz="1800" b="1" i="0" u="none" strike="noStrike" baseline="0" dirty="0">
                              <a:latin typeface="Times-Bold"/>
                            </a:rPr>
                            <a:t> </a:t>
                          </a:r>
                          <a:r>
                            <a:rPr lang="en-US" sz="1800" b="0" i="0" u="none" strike="noStrike" baseline="0" dirty="0" err="1">
                              <a:latin typeface="MT2MIT"/>
                            </a:rPr>
                            <a:t>i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 &gt; 0 </a:t>
                          </a: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and 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A[</a:t>
                          </a:r>
                          <a:r>
                            <a:rPr lang="en-US" sz="1800" b="0" i="0" u="none" strike="noStrike" baseline="0" dirty="0" err="1">
                              <a:latin typeface="MT2MIT"/>
                            </a:rPr>
                            <a:t>i</a:t>
                          </a:r>
                          <a:r>
                            <a:rPr lang="en-US" sz="1800" b="0" i="0" u="none" strike="noStrike" baseline="0" dirty="0">
                              <a:latin typeface="MT2MIT"/>
                            </a:rPr>
                            <a:t>] &gt; </a:t>
                          </a:r>
                          <a:r>
                            <a:rPr lang="en-US" sz="1800" b="0" i="1" u="none" strike="noStrike" baseline="0" dirty="0">
                              <a:latin typeface="Times-Italic"/>
                            </a:rPr>
                            <a:t>key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216783" r="-151568" b="-252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216783" r="-928" b="-252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9432"/>
                      </a:ext>
                    </a:extLst>
                  </a:tr>
                  <a:tr h="87134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800" b="0" i="0" u="none" strike="noStrike" baseline="0" dirty="0">
                              <a:latin typeface="Times-Roman"/>
                            </a:rPr>
                            <a:t>		</a:t>
                          </a:r>
                          <a:r>
                            <a:rPr lang="nl-NL" sz="1800" b="0" i="0" u="none" strike="noStrike" baseline="0" dirty="0">
                              <a:latin typeface="MT2MIT"/>
                            </a:rPr>
                            <a:t>A[i+1] = A[i]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316783" r="-151568" b="-152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316783" r="-928" b="-152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510168"/>
                      </a:ext>
                    </a:extLst>
                  </a:tr>
                  <a:tr h="87134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n-NO" sz="1800" b="0" i="0" u="none" strike="noStrike" baseline="0" dirty="0">
                              <a:latin typeface="Times-Roman"/>
                            </a:rPr>
                            <a:t>	 	</a:t>
                          </a:r>
                          <a:r>
                            <a:rPr lang="nn-NO" sz="1800" dirty="0">
                              <a:latin typeface="MT2MIT"/>
                            </a:rPr>
                            <a:t>i = i - 1</a:t>
                          </a:r>
                          <a:endParaRPr lang="nn-NO" sz="1800" b="0" i="0" u="none" strike="noStrike" baseline="0" dirty="0">
                            <a:latin typeface="MT2MI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416783" r="-151568" b="-52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416783" r="-928" b="-52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1078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baseline="0" dirty="0">
                              <a:latin typeface="Times-Roman"/>
                            </a:rPr>
                            <a:t>	</a:t>
                          </a:r>
                          <a:r>
                            <a:rPr lang="nl-NL" sz="1800" b="0" i="0" u="none" strike="noStrike" baseline="0" dirty="0">
                              <a:latin typeface="MT2MIT"/>
                            </a:rPr>
                            <a:t> A[i+1] = key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1568" t="-1211475" r="-15156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1211475" r="-92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77906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537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C6D9-BF67-8BE3-8BF4-ED5B000D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Analyzing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58316-7F21-221C-7627-746A3FD558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latin typeface="Times-Roman"/>
                  </a:rPr>
                  <a:t>Even for inputs of a given size, an algorithm’s running time may depend on </a:t>
                </a:r>
                <a:r>
                  <a:rPr lang="en-US" sz="1800" b="0" i="1" u="none" strike="noStrike" baseline="0" dirty="0">
                    <a:latin typeface="Times-Italic"/>
                  </a:rPr>
                  <a:t>which </a:t>
                </a:r>
                <a:r>
                  <a:rPr lang="en-US" sz="1800" b="0" i="0" u="none" strike="noStrike" baseline="0" dirty="0">
                    <a:latin typeface="Times-Roman"/>
                  </a:rPr>
                  <a:t>input of that size is given.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1500" dirty="0">
                    <a:latin typeface="Times-Roman"/>
                  </a:rPr>
                  <a:t>When </a:t>
                </a:r>
                <a:r>
                  <a:rPr lang="en-US" sz="1500" b="0" i="0" u="none" strike="noStrike" baseline="0" dirty="0">
                    <a:latin typeface="Times-Roman"/>
                  </a:rPr>
                  <a:t>the initial array is sorted</a:t>
                </a:r>
                <a:br>
                  <a:rPr lang="en-US" sz="1500" b="0" i="1" u="none" strike="noStrike" baseline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500" b="0" i="0" u="none" strike="noStrike" baseline="0" dirty="0">
                    <a:latin typeface="Times-Roman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500" b="0" i="0" u="none" strike="noStrike" baseline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u="none" strike="noStrike" baseline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5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b="0" i="1" u="none" strike="noStrike" baseline="0" smtClean="0">
                        <a:latin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1500" b="0" i="1" u="none" strike="noStrike" baseline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500" b="0" i="0" u="none" strike="noStrike" baseline="0" dirty="0">
                  <a:latin typeface="Times-Roman"/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1500" b="0" i="0" u="none" strike="noStrike" baseline="0" dirty="0">
                    <a:latin typeface="Times-Roman"/>
                  </a:rPr>
                  <a:t>When the initial array is reverse sorted: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500" b="0" i="0" u="none" strike="noStrike" baseline="0" dirty="0">
                    <a:latin typeface="Times-Roman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  <m:r>
                      <a:rPr lang="en-US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1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500" b="0" i="0" u="none" strike="noStrike" baseline="0" dirty="0">
                    <a:solidFill>
                      <a:schemeClr val="tx1"/>
                    </a:solidFill>
                    <a:latin typeface="Times-Roman"/>
                  </a:rPr>
                  <a:t> 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br>
                  <a:rPr lang="en-US" sz="1500" b="0" i="0" u="none" strike="noStrike" baseline="0" dirty="0">
                    <a:solidFill>
                      <a:schemeClr val="tx1"/>
                    </a:solidFill>
                    <a:latin typeface="Times-Roman"/>
                  </a:rPr>
                </a:b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br>
                  <a:rPr lang="en-US" sz="1500" b="0" i="0" u="none" strike="noStrike" baseline="0" dirty="0">
                    <a:solidFill>
                      <a:schemeClr val="tx1"/>
                    </a:solidFill>
                    <a:latin typeface="Times-Roman"/>
                  </a:rPr>
                </a:br>
                <a14:m>
                  <m:oMath xmlns:m="http://schemas.openxmlformats.org/officeDocument/2006/math">
                    <m:r>
                      <a:rPr lang="en-US" sz="15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5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5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5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5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5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5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5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5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500" b="0" i="0" dirty="0">
                    <a:latin typeface="Times-Roman"/>
                  </a:rPr>
                </a:br>
                <a14:m>
                  <m:oMath xmlns:m="http://schemas.openxmlformats.org/officeDocument/2006/math">
                    <m:r>
                      <a:rPr lang="en-US" sz="15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5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5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5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5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sz="1500" b="1" i="0" u="none" strike="noStrike" baseline="0" dirty="0">
                  <a:latin typeface="Times-Roman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58316-7F21-221C-7627-746A3FD558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414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C13-BD74-FB03-7D62-6BE28E8B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894D-0207-97BB-1F99-6BB104D7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Analyzing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60836-A0D7-AE8A-4421-8C24164D2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60836-A0D7-AE8A-4421-8C24164D2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58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DBAD-7F05-AD50-A3C8-DA985912C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3AF7-EBA1-C0FD-B377-4BAB0131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Sort: Analyzing (4)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E167F-ADBE-1649-6B74-F762F05B9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0528" y="1825625"/>
                <a:ext cx="11150943" cy="4351338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0" i="0" u="none" strike="noStrike" baseline="0" dirty="0"/>
                  <a:t>Even for inputs of a given size, an algorithm’s running time may depend on </a:t>
                </a:r>
                <a:r>
                  <a:rPr lang="en-US" sz="2400" b="0" i="1" u="none" strike="noStrike" baseline="0" dirty="0"/>
                  <a:t>which </a:t>
                </a:r>
                <a:r>
                  <a:rPr lang="en-US" sz="2400" b="0" i="0" u="none" strike="noStrike" baseline="0" dirty="0"/>
                  <a:t>input of that size is given.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1800" dirty="0"/>
                  <a:t>When </a:t>
                </a:r>
                <a:r>
                  <a:rPr lang="en-US" sz="1800" b="0" i="0" u="none" strike="noStrike" baseline="0" dirty="0"/>
                  <a:t>the initial array is sorted</a:t>
                </a:r>
                <a:br>
                  <a:rPr lang="hy-AM" sz="1800" b="0" i="1" u="none" strike="noStrike" baseline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br>
                  <a:rPr lang="hy-AM" sz="1800" dirty="0"/>
                </a:br>
                <a14:m>
                  <m:oMath xmlns:m="http://schemas.openxmlformats.org/officeDocument/2006/math">
                    <m:r>
                      <a:rPr lang="en-US" sz="1800" b="0" i="0" u="none" strike="noStrike" baseline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u="none" strike="noStrike" baseline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1800" b="0" i="1" u="none" strike="noStrike" baseline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0" u="none" strike="noStrike" baseline="0" dirty="0"/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1800" b="0" i="0" u="none" strike="noStrike" baseline="0" dirty="0"/>
                  <a:t>When the initial array is reverse sorted: </a:t>
                </a:r>
                <a:br>
                  <a:rPr lang="hy-AM" sz="1800" b="0" i="0" u="none" strike="noStrike" baseline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800" b="0" i="0" u="none" strike="noStrike" baseline="0" dirty="0"/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chemeClr val="tx1"/>
                    </a:solidFill>
                  </a:rPr>
                  <a:t> 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br>
                  <a:rPr lang="en-US" sz="1800" b="0" i="0" u="none" strike="noStrike" baseline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br>
                  <a:rPr lang="en-US" sz="1800" b="0" i="0" u="none" strike="noStrike" baseline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b="0" i="1" u="none" strike="noStrike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800" b="0" i="0" dirty="0"/>
                </a:b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sz="1800" b="1" i="0" u="none" strike="noStrike" baseline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E167F-ADBE-1649-6B74-F762F05B9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528" y="1825625"/>
                <a:ext cx="11150943" cy="4351338"/>
              </a:xfrm>
              <a:blipFill>
                <a:blip r:embed="rId3"/>
                <a:stretch>
                  <a:fillRect l="-820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49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5390-5815-12A9-C421-0B54BD0C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Worst-case and Average-case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E266FA-ADA0-FA39-4333-A43ABA24F5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Worst-case running time is the longest running time for any input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Knowing it provides a guarantee that the algorithm will never take any longer.</a:t>
                </a:r>
              </a:p>
              <a:p>
                <a:r>
                  <a:rPr lang="en-US" dirty="0"/>
                  <a:t>For some algorithms, the worst case occurs often.</a:t>
                </a:r>
              </a:p>
              <a:p>
                <a:r>
                  <a:rPr lang="en-US" dirty="0"/>
                  <a:t>The “average case” is often roughly as bad as the worst case.</a:t>
                </a:r>
              </a:p>
              <a:p>
                <a:pPr marL="0" indent="0">
                  <a:buNone/>
                </a:pPr>
                <a:r>
                  <a:rPr lang="en-US" dirty="0"/>
                  <a:t>The scope of average-case analysis is limited, because it may not be apparent what constitutes an “average” input for a particular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E266FA-ADA0-FA39-4333-A43ABA24F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96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8D36-0A5C-8927-473E-93B92C1F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E21761-153C-6F86-7868-858ED44AD0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𝒃𝒏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br>
                  <a:rPr lang="en-US" b="1" dirty="0">
                    <a:solidFill>
                      <a:schemeClr val="tx1"/>
                    </a:solidFill>
                    <a:latin typeface="Times-Roman"/>
                  </a:rPr>
                </a:b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</a:t>
                </a:r>
                <a:r>
                  <a:rPr lang="en-US" b="1" dirty="0">
                    <a:solidFill>
                      <a:schemeClr val="tx1"/>
                    </a:solidFill>
                  </a:rPr>
                  <a:t>rate of growth</a:t>
                </a:r>
                <a:r>
                  <a:rPr lang="en-US" dirty="0">
                    <a:solidFill>
                      <a:schemeClr val="tx1"/>
                    </a:solidFill>
                  </a:rPr>
                  <a:t> or </a:t>
                </a:r>
                <a:r>
                  <a:rPr lang="en-US" b="1" dirty="0">
                    <a:solidFill>
                      <a:schemeClr val="tx1"/>
                    </a:solidFill>
                  </a:rPr>
                  <a:t>order of  growth</a:t>
                </a:r>
                <a:r>
                  <a:rPr lang="en-US" dirty="0">
                    <a:solidFill>
                      <a:schemeClr val="tx1"/>
                    </a:solidFill>
                  </a:rPr>
                  <a:t>, of the running time is the leading term of a formula.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Ignore lower-order terms: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trike="sngStrik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trike="sngStrik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𝑏𝑛</m:t>
                    </m:r>
                    <m:r>
                      <a:rPr lang="en-US" b="0" i="1" strike="sngStrik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trike="sngStrik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trike="sngStrike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ignore leading term’s constant coefficient: (</a:t>
                </a:r>
                <a14:m>
                  <m:oMath xmlns:m="http://schemas.openxmlformats.org/officeDocument/2006/math">
                    <m:r>
                      <a:rPr lang="en-US" i="1" strike="sngStrik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:endParaRPr lang="en-US" sz="3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 insertion sort has a worst-case running time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 algorithm to be </a:t>
                </a:r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more efficient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than another if its worst-case running time has a lower order of growth.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E21761-153C-6F86-7868-858ED44AD0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795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36C8-C8A1-9965-8130-B37AF6F1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AB62B7-9F31-1945-50ED-87170095C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b="1" dirty="0"/>
                  <a:t>Recursion</a:t>
                </a:r>
                <a:r>
                  <a:rPr lang="en-US" dirty="0"/>
                  <a:t> is a method of defining a function, procedure, or algorithm in which the entity is specified in terms of itself, with at least one base case (non-recursive termination condition) and one or more recursive cases (self-referential calls).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dirty="0"/>
                  <a:t>Formally, a recursive function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dirty="0"/>
                  <a:t> over a domain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dirty="0"/>
                  <a:t> satisfies: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600" dirty="0"/>
                  <a:t>Base case: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is defined directly for one or more specific values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600" dirty="0"/>
                  <a:t>Recursive case: For other values of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is defined in terms of one or more evaluations of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2600" dirty="0"/>
                  <a:t>, where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600" dirty="0"/>
                  <a:t> is “smaller” or “simpler” than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AB62B7-9F31-1945-50ED-87170095C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05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CDBF-24CE-72BE-EB3F-B08816D1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Divide-and-conquer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B2F0-3613-CB5C-354D-12532BE42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useful algorithms are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structure. These algorithms typically follow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divide-and-conquer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approach: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problem into several subproblems that are similar to the original problem but smaller in size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subproblems recursively.*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solutions to create a solution to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356665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8E2E-334C-2F0E-92FE-4A6EB43A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01CB3-5D57-66E2-2C6B-CEB1057D5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merge sort algorithm closely follows the divide-and-conquer paradigm.</a:t>
            </a:r>
          </a:p>
          <a:p>
            <a:pPr mar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the n-element sequence to be sorted into two subsequences of n/2 elements each.</a:t>
            </a:r>
          </a:p>
          <a:p>
            <a:pPr mar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 the two subsequences recursively using merge sort.</a:t>
            </a:r>
          </a:p>
          <a:p>
            <a:pPr mar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the two sorted subsequences to produce the sorted answer.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recursion “bottoms out” when the sequence to be sorted has length 1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079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6B6D-ABF9-7117-9F29-DEF21097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Sort: Merge(A, p, q, r)</a:t>
            </a:r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FECAEB60-5BA4-EDA5-59F7-1AC5A0B2D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2871" b="53520"/>
          <a:stretch/>
        </p:blipFill>
        <p:spPr>
          <a:xfrm>
            <a:off x="1415248" y="1825625"/>
            <a:ext cx="4412024" cy="2022485"/>
          </a:xfrm>
        </p:spPr>
      </p:pic>
      <p:pic>
        <p:nvPicPr>
          <p:cNvPr id="37" name="Content Placeholder 31">
            <a:extLst>
              <a:ext uri="{FF2B5EF4-FFF2-40B4-BE49-F238E27FC236}">
                <a16:creationId xmlns:a16="http://schemas.microsoft.com/office/drawing/2014/main" id="{71BDD01E-5A1E-D5A7-E309-01D6FDA4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45" b="53520"/>
          <a:stretch/>
        </p:blipFill>
        <p:spPr>
          <a:xfrm>
            <a:off x="7079749" y="1825624"/>
            <a:ext cx="4274051" cy="2022485"/>
          </a:xfrm>
          <a:prstGeom prst="rect">
            <a:avLst/>
          </a:prstGeom>
        </p:spPr>
      </p:pic>
      <p:pic>
        <p:nvPicPr>
          <p:cNvPr id="38" name="Content Placeholder 31">
            <a:extLst>
              <a:ext uri="{FF2B5EF4-FFF2-40B4-BE49-F238E27FC236}">
                <a16:creationId xmlns:a16="http://schemas.microsoft.com/office/drawing/2014/main" id="{107CA670-76DA-55D8-541F-3DD87CC4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520" r="53863"/>
          <a:stretch/>
        </p:blipFill>
        <p:spPr>
          <a:xfrm>
            <a:off x="1461689" y="4362867"/>
            <a:ext cx="4319142" cy="2022485"/>
          </a:xfrm>
          <a:prstGeom prst="rect">
            <a:avLst/>
          </a:prstGeom>
        </p:spPr>
      </p:pic>
      <p:pic>
        <p:nvPicPr>
          <p:cNvPr id="39" name="Content Placeholder 31">
            <a:extLst>
              <a:ext uri="{FF2B5EF4-FFF2-40B4-BE49-F238E27FC236}">
                <a16:creationId xmlns:a16="http://schemas.microsoft.com/office/drawing/2014/main" id="{152AC692-3CBD-5C46-4A97-C30D0669CD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56" t="49438"/>
          <a:stretch/>
        </p:blipFill>
        <p:spPr>
          <a:xfrm>
            <a:off x="7139352" y="4101273"/>
            <a:ext cx="4301105" cy="220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6B6D-ABF9-7117-9F29-DEF21097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Sort: Merge(A, p, q, r)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9BF2B4-9500-8413-99FE-7EF0441F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243" b="69389"/>
          <a:stretch/>
        </p:blipFill>
        <p:spPr>
          <a:xfrm>
            <a:off x="295324" y="1712637"/>
            <a:ext cx="3966976" cy="18227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97386E-22CB-6405-4605-0364814AB3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43" b="69389"/>
          <a:stretch/>
        </p:blipFill>
        <p:spPr>
          <a:xfrm>
            <a:off x="4182434" y="1706780"/>
            <a:ext cx="3966977" cy="18227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7C8DA7-540A-B6EF-A98D-E79F1E7324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30" r="54720" b="34359"/>
          <a:stretch/>
        </p:blipFill>
        <p:spPr>
          <a:xfrm>
            <a:off x="8149411" y="1690688"/>
            <a:ext cx="3761236" cy="18227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88F65C-C97D-C8D2-711F-289E22303D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62" t="35029" b="34359"/>
          <a:stretch/>
        </p:blipFill>
        <p:spPr>
          <a:xfrm>
            <a:off x="295324" y="3898232"/>
            <a:ext cx="3807647" cy="18227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C82982D-D549-C403-3331-4549A5970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389" r="53205" b="805"/>
          <a:stretch/>
        </p:blipFill>
        <p:spPr>
          <a:xfrm>
            <a:off x="4749785" y="3895527"/>
            <a:ext cx="3887111" cy="177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52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6B6D-ABF9-7117-9F29-DEF21097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Sort: Merge</a:t>
            </a:r>
          </a:p>
        </p:txBody>
      </p:sp>
      <p:pic>
        <p:nvPicPr>
          <p:cNvPr id="3074" name="Picture 2" descr="30 Days of Algorithms - Day 3: Merge Sort - Shahad's Blogs">
            <a:extLst>
              <a:ext uri="{FF2B5EF4-FFF2-40B4-BE49-F238E27FC236}">
                <a16:creationId xmlns:a16="http://schemas.microsoft.com/office/drawing/2014/main" id="{01092B8A-9728-C69A-456D-0AB0A0A18D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756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6B6D-ABF9-7117-9F29-DEF21097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Sort: Merge(A, p, q, 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21084-BE5B-B958-4FF5-496C2BB93C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29603"/>
          <a:stretch/>
        </p:blipFill>
        <p:spPr>
          <a:xfrm>
            <a:off x="723530" y="1551954"/>
            <a:ext cx="3763607" cy="4940921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63ACE3C-CBEB-8F2D-2D0D-C44A49AC97C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01807" y="1551954"/>
                <a:ext cx="7068825" cy="494092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A[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p..q</a:t>
                </a:r>
                <a:r>
                  <a:rPr lang="en-US" sz="2400" dirty="0">
                    <a:solidFill>
                      <a:schemeClr val="tx1"/>
                    </a:solidFill>
                  </a:rPr>
                  <a:t>] and A[q+1 .. r] are sorted.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Merge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time. n = r-p+1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Invariant: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 the start of each iteration of the for loop of lines 12–17, the subarray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..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contains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smallest elements of L and R, in sorted order.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L[</a:t>
                </a:r>
                <a:r>
                  <a:rPr lang="en-US" sz="24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] and R[j] are the smallest elements of their arrays that have not been copied back into A.</a:t>
                </a:r>
              </a:p>
              <a:p>
                <a:r>
                  <a:rPr lang="en-US" sz="1800" b="1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Initialization:</a:t>
                </a:r>
                <a:endParaRPr lang="en-US" sz="1800" i="0" u="none" strike="noStrike" baseline="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b="1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Maintenance:</a:t>
                </a:r>
                <a:endParaRPr lang="en-US" sz="1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b="1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Termination:</a:t>
                </a: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63ACE3C-CBEB-8F2D-2D0D-C44A49AC97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01807" y="1551954"/>
                <a:ext cx="7068825" cy="4940921"/>
              </a:xfrm>
              <a:blipFill>
                <a:blip r:embed="rId4"/>
                <a:stretch>
                  <a:fillRect l="-1381" t="-1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06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7D5F-93FB-6F20-F6FB-7B7FFC5E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F7FA3C-08F3-1DE8-35EF-78F6862A0E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3077" y="2658081"/>
            <a:ext cx="4744112" cy="2686425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B2BBC36-378D-DE7E-3A7F-BE79958E3D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4" r="15602"/>
          <a:stretch/>
        </p:blipFill>
        <p:spPr bwMode="auto">
          <a:xfrm>
            <a:off x="5157189" y="1106441"/>
            <a:ext cx="6790014" cy="552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02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9D1BC5-D6A8-9877-FB89-9F1B9DFB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CDB44F-D60A-92CA-603D-7C649E7F89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2812" y="1706920"/>
            <a:ext cx="7250270" cy="435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46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61CF-062B-8FB9-C091-5BBCF0B9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05BFF67-0A78-659E-18BB-5715993AA9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b="1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Divide: </a:t>
                </a:r>
                <a:r>
                  <a:rPr lang="en-US" sz="2400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divide step just computes the middle of the subarray, which takes constant time.</a:t>
                </a:r>
                <a:br>
                  <a:rPr lang="en-US" sz="2400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Conquer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We recursively solve two subproblems, each of 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which contributes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𝑇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/2)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the running time.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Combine: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MERGE procedure on an n-element subarray takes time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</m:t>
                                </m:r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05BFF67-0A78-659E-18BB-5715993AA9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398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B77A-A60F-ACAF-ABD3-4183CA03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EE9D0-9305-3AA2-3AC9-1A33AA7439B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110694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𝑐𝑛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𝑐𝑛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EE9D0-9305-3AA2-3AC9-1A33AA743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11069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5E4FC0-D494-9CD6-FBC8-DEDBB81253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940620" y="3133751"/>
            <a:ext cx="8310760" cy="3407726"/>
          </a:xfrm>
        </p:spPr>
      </p:pic>
    </p:spTree>
    <p:extLst>
      <p:ext uri="{BB962C8B-B14F-4D97-AF65-F5344CB8AC3E}">
        <p14:creationId xmlns:p14="http://schemas.microsoft.com/office/powerpoint/2010/main" val="190113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B77A-A60F-ACAF-ABD3-4183CA03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EE9D0-9305-3AA2-3AC9-1A33AA7439B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150263"/>
                <a:ext cx="3717568" cy="19131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EE9D0-9305-3AA2-3AC9-1A33AA743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150263"/>
                <a:ext cx="3717568" cy="1913135"/>
              </a:xfrm>
              <a:blipFill>
                <a:blip r:embed="rId2"/>
                <a:stretch>
                  <a:fillRect t="-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D3D8D1E-641B-B45A-DBE2-6DA2FB6473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9902"/>
          <a:stretch/>
        </p:blipFill>
        <p:spPr>
          <a:xfrm>
            <a:off x="4938655" y="1310554"/>
            <a:ext cx="5925931" cy="5182321"/>
          </a:xfrm>
        </p:spPr>
      </p:pic>
    </p:spTree>
    <p:extLst>
      <p:ext uri="{BB962C8B-B14F-4D97-AF65-F5344CB8AC3E}">
        <p14:creationId xmlns:p14="http://schemas.microsoft.com/office/powerpoint/2010/main" val="773235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FFB9CB-F7BE-4228-B337-D047BA56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Growth of The Running Time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8BED90E-501B-C24B-C156-83746F7D61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02901" y="1825625"/>
            <a:ext cx="4652198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6628B431-D963-0A2E-54E9-A2ED037AC7D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Worst-case:</a:t>
                </a:r>
              </a:p>
              <a:p>
                <a:r>
                  <a:rPr lang="en-US" dirty="0"/>
                  <a:t>Merge Sort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Insertion Sort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6628B431-D963-0A2E-54E9-A2ED037AC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120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A97979-834D-1414-C032-9351E48F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Asymptotic Efficiency</a:t>
            </a:r>
          </a:p>
        </p:txBody>
      </p:sp>
      <p:graphicFrame>
        <p:nvGraphicFramePr>
          <p:cNvPr id="29" name="Content Placeholder 28">
            <a:extLst>
              <a:ext uri="{FF2B5EF4-FFF2-40B4-BE49-F238E27FC236}">
                <a16:creationId xmlns:a16="http://schemas.microsoft.com/office/drawing/2014/main" id="{534D9B50-01DA-8134-1D4C-7C592C579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1831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5092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37E9C8-017E-0730-33F1-8B929245D9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Notation (1)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37E9C8-017E-0730-33F1-8B929245D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D8778-FA78-E2B8-4607-D2E9C5795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For a given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a set of functions.</a:t>
                </a:r>
              </a:p>
              <a:p>
                <a:pPr marL="0" indent="0">
                  <a:buNone/>
                </a:pPr>
                <a:r>
                  <a:rPr lang="en-US" dirty="0"/>
                  <a:t>By writing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we mean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asymptotic tight bound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D8778-FA78-E2B8-4607-D2E9C5795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587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B1B9-AAD9-A85B-19A5-86C9F871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DEEB0-9383-0849-0969-FD8740E81D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Notation (2)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DEEB0-9383-0849-0969-FD8740E81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DFB697-73E4-63DA-67DA-8A2CF0F47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6709"/>
          <a:stretch/>
        </p:blipFill>
        <p:spPr>
          <a:xfrm>
            <a:off x="3319806" y="1668406"/>
            <a:ext cx="5552388" cy="4824469"/>
          </a:xfrm>
        </p:spPr>
      </p:pic>
    </p:spTree>
    <p:extLst>
      <p:ext uri="{BB962C8B-B14F-4D97-AF65-F5344CB8AC3E}">
        <p14:creationId xmlns:p14="http://schemas.microsoft.com/office/powerpoint/2010/main" val="204984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89D8E-ED85-5B26-E4CF-3EA671F9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C2B7E9-6852-612D-C992-D31268258A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Notation: Example 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C2B7E9-6852-612D-C992-D31268258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18792C-6F48-ADCF-F087-9E83213DD4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Let:      </a:t>
                </a:r>
                <a14:m>
                  <m:oMath xmlns:m="http://schemas.openxmlformats.org/officeDocument/2006/math"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Show: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≤3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=1;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≤3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18792C-6F48-ADCF-F087-9E83213DD4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719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909C-4679-7380-0319-0C208459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notation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74136-EFD0-DE71-F667-C39AB8160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a given function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:∃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:0≤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a set of functions.</a:t>
                </a:r>
              </a:p>
              <a:p>
                <a:pPr marL="0" indent="0">
                  <a:buNone/>
                </a:pPr>
                <a:r>
                  <a:rPr lang="en-US" dirty="0"/>
                  <a:t>By writing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we mean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asymptotic upper bound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74136-EFD0-DE71-F667-C39AB8160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784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A78E-E293-710C-CFED-D738D0A4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439CA2A-827D-43DC-4A6D-DA81A74011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Notation (2)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439CA2A-827D-43DC-4A6D-DA81A7401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12BED1-7564-2640-C410-0AC40F3BF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4779" y="1690688"/>
            <a:ext cx="4757750" cy="4805809"/>
          </a:xfrm>
        </p:spPr>
      </p:pic>
    </p:spTree>
    <p:extLst>
      <p:ext uri="{BB962C8B-B14F-4D97-AF65-F5344CB8AC3E}">
        <p14:creationId xmlns:p14="http://schemas.microsoft.com/office/powerpoint/2010/main" val="468111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8E99-0201-3D97-4243-AC6E7FD8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9AC7F7-7D1B-F12C-AB01-C5C0C7EDA0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 (1)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9AC7F7-7D1B-F12C-AB01-C5C0C7EDA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E31F38-7CE9-B65C-F2F2-38DB3D0E1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For a given function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:∃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:0≤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a set of functions.</a:t>
                </a:r>
              </a:p>
              <a:p>
                <a:pPr marL="0" indent="0">
                  <a:buNone/>
                </a:pPr>
                <a:r>
                  <a:rPr lang="en-US" dirty="0"/>
                  <a:t>By writing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we mean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asymptotic lower bound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E31F38-7CE9-B65C-F2F2-38DB3D0E1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40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9E8C-C00D-7465-3770-2EC9F8E5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0BEB457-4D15-9FAE-0788-E4EA3BEE7B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Notation (2)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0BEB457-4D15-9FAE-0788-E4EA3BEE7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8BF3C4-7893-6147-8A29-460D389F5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19270" y="1345451"/>
            <a:ext cx="4819403" cy="5147424"/>
          </a:xfrm>
        </p:spPr>
      </p:pic>
    </p:spTree>
    <p:extLst>
      <p:ext uri="{BB962C8B-B14F-4D97-AF65-F5344CB8AC3E}">
        <p14:creationId xmlns:p14="http://schemas.microsoft.com/office/powerpoint/2010/main" val="3163047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459C-1774-C5CC-C545-559456C4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D1C900-3499-0502-2588-1CD18FB28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3200" b="0" i="0" u="none" strike="noStrike" baseline="0" dirty="0"/>
                  <a:t>For any two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b="0" i="0" u="none" strike="noStrike" baseline="0" dirty="0"/>
                  <a:t> and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b="0" i="0" u="none" strike="noStrike" baseline="0" dirty="0"/>
                  <a:t>, we have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3200" b="0" i="0" u="none" strike="noStrike" baseline="0" dirty="0"/>
                </a:br>
                <a:r>
                  <a:rPr lang="en-US" sz="3200" b="0" i="0" u="none" strike="noStrike" baseline="0" dirty="0"/>
                  <a:t>if and only if</a:t>
                </a:r>
                <a:br>
                  <a:rPr lang="en-US" sz="3200" b="0" i="0" u="none" strike="noStrike" baseline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3200" b="0" i="0" u="none" strike="noStrike" baseline="0" dirty="0"/>
                </a:br>
                <a:r>
                  <a:rPr lang="en-US" sz="3200" b="0" i="0" u="none" strike="noStrike" baseline="0" dirty="0"/>
                  <a:t>and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D1C900-3499-0502-2588-1CD18FB28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629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A425F4-4ACA-30D8-C7FC-71CB92616F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A425F4-4ACA-30D8-C7FC-71CB92616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452FE-C1F3-5298-FE48-994D61753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For a given function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1"/>
                              </a:solidFill>
                            </a:rPr>
                            <m:t>∀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:0≤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 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set of functions.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By writing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mean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</a:t>
                </a:r>
                <a:r>
                  <a:rPr lang="en-US" b="1" dirty="0">
                    <a:solidFill>
                      <a:schemeClr val="tx1"/>
                    </a:solidFill>
                  </a:rPr>
                  <a:t>asymptotic upper  NOT tight bound</a:t>
                </a:r>
                <a:r>
                  <a:rPr lang="en-US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452FE-C1F3-5298-FE48-994D61753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9036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3797-0805-0F93-5F9D-0206F088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440EC6E-5803-CEEE-E7F8-4E1C247459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440EC6E-5803-CEEE-E7F8-4E1C24745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40B7E-338F-9889-B07F-51FAE1C0BC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For a given function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m:rPr>
                              <m:nor/>
                            </m:rPr>
                            <a:rPr lang="en-US"/>
                            <m:t>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:0≤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 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set of functions.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By writing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mean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</a:t>
                </a:r>
                <a:r>
                  <a:rPr lang="en-US" b="1" dirty="0">
                    <a:solidFill>
                      <a:schemeClr val="tx1"/>
                    </a:solidFill>
                  </a:rPr>
                  <a:t>asymptotic lower NOT tight bound</a:t>
                </a:r>
                <a:r>
                  <a:rPr lang="en-US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40B7E-338F-9889-B07F-51FAE1C0B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308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651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9136-E623-FB6A-946B-221D7FF2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D37831-BADD-EF68-7C6C-5EFCE2DFF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For a given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:∃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:0≤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:∃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:0≤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:0≤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en-US"/>
                          <m:t>∀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:0≤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en-US"/>
                          <m:t>∀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:0≤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D37831-BADD-EF68-7C6C-5EFCE2DFF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5885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1579-63E8-CF3A-1A1E-1AD40E5C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in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85269-CD9F-399A-D603-889047BCE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No matter how the anonymous functions are chosen on the left of the equal sign, there is a way to choose the anonymous functions on the right of the equal sign to make the equation valid.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there is such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85269-CD9F-399A-D603-889047BCE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98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BBE6-EA5B-01F9-9011-43035261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Transitivity of Asymptotic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CD95F-BE49-8876-2618-A8C9460816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CD95F-BE49-8876-2618-A8C9460816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03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D7AF-4AA2-D5BB-3914-8C431E6D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DAF8-0544-393A-4793-DEDF1E89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Reflexivity of Asymptotic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DE90F-F18C-7F7F-6980-B3DC97BDAC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DE90F-F18C-7F7F-6980-B3DC97BDAC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318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10B0-C66E-E3DA-4298-E9FB3DD1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3513-A891-81D2-60B8-0C9310B95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of Asymptotic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14E75-86EB-8BA3-1724-0E22C6F33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 and only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 and only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𝛺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 and only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14E75-86EB-8BA3-1724-0E22C6F33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969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9E1C-DF8D-E512-33F9-DCCE49F6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AE15C-CEAA-757F-CDA0-215CF4764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76021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3200" b="0" i="0" u="none" strike="noStrike" baseline="0" dirty="0"/>
                  <a:t>Let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b="0" i="0" u="none" strike="noStrike" baseline="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b="0" i="0" u="none" strike="noStrike" baseline="0" dirty="0"/>
                  <a:t> be asymptotically nonnegative functions. 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3200" b="0" i="1" u="none" strike="noStrike" baseline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3200" b="0" i="1" u="none" strike="noStrike" baseline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3200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3200" b="0" i="0" u="none" strike="noStrike" baseline="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b="0" i="0" u="none" strike="noStrike" baseline="0" dirty="0"/>
                  <a:t>Show that for any real constants </a:t>
                </a:r>
                <a:r>
                  <a:rPr lang="en-US" sz="3200" b="0" i="1" u="none" strike="noStrike" baseline="0" dirty="0"/>
                  <a:t>a</a:t>
                </a:r>
                <a:r>
                  <a:rPr lang="en-US" sz="3200" b="0" i="0" u="none" strike="noStrike" baseline="0" dirty="0"/>
                  <a:t> and </a:t>
                </a:r>
                <a:r>
                  <a:rPr lang="en-US" sz="3200" b="0" i="1" u="none" strike="noStrike" baseline="0" dirty="0"/>
                  <a:t>b</a:t>
                </a:r>
                <a:r>
                  <a:rPr lang="en-US" sz="3200" b="0" i="0" u="none" strike="noStrike" baseline="0" dirty="0"/>
                  <a:t>, where </a:t>
                </a:r>
                <a:r>
                  <a:rPr lang="en-US" sz="3200" b="0" i="1" u="none" strike="noStrike" baseline="0" dirty="0"/>
                  <a:t>b &gt; 0</a:t>
                </a:r>
                <a:br>
                  <a:rPr lang="en-US" sz="3200" b="0" i="1" u="none" strike="noStrike" baseline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3200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endParaRPr lang="en-US" sz="3200" b="0" i="1" u="none" strike="noStrike" baseline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b="0" u="none" strike="noStrike" baseline="0" dirty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b="0" u="none" strike="noStrike" baseline="0" dirty="0"/>
                  <a:t>?   Is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/>
                  <a:t>? </a:t>
                </a:r>
                <a:endParaRPr lang="en-US" sz="4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b="0" u="none" strike="noStrike" baseline="0" dirty="0"/>
                  <a:t>Prove that </a:t>
                </a:r>
                <a14:m>
                  <m:oMath xmlns:m="http://schemas.openxmlformats.org/officeDocument/2006/math"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3200" b="0" i="1" u="none" strike="noStrike" baseline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3200" b="0" i="1" u="none" strike="noStrike" baseline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u="none" strike="noStrike" baseline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3200" b="0" i="1" u="none" strike="noStrike" baseline="0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3200" b="0" u="none" strike="noStrike" baseline="0" dirty="0"/>
                  <a:t> 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AE15C-CEAA-757F-CDA0-215CF4764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76021" cy="4351338"/>
              </a:xfrm>
              <a:blipFill>
                <a:blip r:embed="rId2"/>
                <a:stretch>
                  <a:fillRect l="-1484" t="-3081" r="-1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6195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28385</TotalTime>
  <Words>3071</Words>
  <Application>Microsoft Office PowerPoint</Application>
  <PresentationFormat>Widescreen</PresentationFormat>
  <Paragraphs>319</Paragraphs>
  <Slides>48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Aptos</vt:lpstr>
      <vt:lpstr>Arial</vt:lpstr>
      <vt:lpstr>Calibri</vt:lpstr>
      <vt:lpstr>Calibri Light</vt:lpstr>
      <vt:lpstr>Cambria Math</vt:lpstr>
      <vt:lpstr>Courier-Bold</vt:lpstr>
      <vt:lpstr>MT2MIT</vt:lpstr>
      <vt:lpstr>MT2SYT</vt:lpstr>
      <vt:lpstr>Times-Bold</vt:lpstr>
      <vt:lpstr>Times-BoldItalic</vt:lpstr>
      <vt:lpstr>Times-Italic</vt:lpstr>
      <vt:lpstr>Times-Roman</vt:lpstr>
      <vt:lpstr>Office Theme</vt:lpstr>
      <vt:lpstr>Introduction to Algorithms</vt:lpstr>
      <vt:lpstr>Course Overview</vt:lpstr>
      <vt:lpstr>Algorithm. Key Characteristics</vt:lpstr>
      <vt:lpstr>Correctness</vt:lpstr>
      <vt:lpstr>Sorting Problem</vt:lpstr>
      <vt:lpstr>Insertion Sort</vt:lpstr>
      <vt:lpstr>Insertion Sort</vt:lpstr>
      <vt:lpstr>Insertion Sort: Pseudocode</vt:lpstr>
      <vt:lpstr>Insertion Sort: Correctness: Proof</vt:lpstr>
      <vt:lpstr>Analyzing Algorithms</vt:lpstr>
      <vt:lpstr>Insertion Sort: Analyzing (1)</vt:lpstr>
      <vt:lpstr>Insertion Sort: Analyzing (2)</vt:lpstr>
      <vt:lpstr>Insertion Sort: Analyzing (3)</vt:lpstr>
      <vt:lpstr>Insertion Sort: Analyzing (3)</vt:lpstr>
      <vt:lpstr>Insertion Sort: Analyzing (4)</vt:lpstr>
      <vt:lpstr>Worst-case and Average-case Analysis</vt:lpstr>
      <vt:lpstr>Order of Growth</vt:lpstr>
      <vt:lpstr>Recursion</vt:lpstr>
      <vt:lpstr>The Divide-and-conquer Approach</vt:lpstr>
      <vt:lpstr>Merge Sort </vt:lpstr>
      <vt:lpstr>Merge Sort: Merge(A, p, q, r)</vt:lpstr>
      <vt:lpstr>Merge Sort: Merge(A, p, q, r)</vt:lpstr>
      <vt:lpstr>Merge Sort: Merge</vt:lpstr>
      <vt:lpstr>Merge Sort: Merge(A, p, q, r)</vt:lpstr>
      <vt:lpstr>Merge Sort</vt:lpstr>
      <vt:lpstr>Merge Sort</vt:lpstr>
      <vt:lpstr>Analyzing Merge Sort (1)</vt:lpstr>
      <vt:lpstr>Analyzing Merge Sort (2)</vt:lpstr>
      <vt:lpstr>Analyzing Merge Sort (3)</vt:lpstr>
      <vt:lpstr>The Growth of The Running Time</vt:lpstr>
      <vt:lpstr>Asymptotic Efficiency</vt:lpstr>
      <vt:lpstr>Θ Notation (1)</vt:lpstr>
      <vt:lpstr>Θ Notation (2)</vt:lpstr>
      <vt:lpstr>Θ Notation: Example 1</vt:lpstr>
      <vt:lpstr>O notation (1)</vt:lpstr>
      <vt:lpstr>O Notation (2)</vt:lpstr>
      <vt:lpstr>Ω notation (1)</vt:lpstr>
      <vt:lpstr>Ω Notation (2)</vt:lpstr>
      <vt:lpstr>Theorem</vt:lpstr>
      <vt:lpstr>o notation</vt:lpstr>
      <vt:lpstr>ω notation</vt:lpstr>
      <vt:lpstr>Asymptotic Notations</vt:lpstr>
      <vt:lpstr>Asymptotic Notation in Equations</vt:lpstr>
      <vt:lpstr>Transitivity of Asymptotic Notations</vt:lpstr>
      <vt:lpstr>Reflexivity of Asymptotic Notations</vt:lpstr>
      <vt:lpstr>Symmetry of Asymptotic Notations</vt:lpstr>
      <vt:lpstr>Exercises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4</cp:revision>
  <dcterms:created xsi:type="dcterms:W3CDTF">2024-06-18T05:26:31Z</dcterms:created>
  <dcterms:modified xsi:type="dcterms:W3CDTF">2025-09-09T06:55:36Z</dcterms:modified>
</cp:coreProperties>
</file>
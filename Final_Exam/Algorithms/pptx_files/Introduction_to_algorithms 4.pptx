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4803" r:id="rId4"/>
    <p:sldId id="4795" r:id="rId5"/>
    <p:sldId id="4796" r:id="rId6"/>
    <p:sldId id="4798" r:id="rId7"/>
    <p:sldId id="4799" r:id="rId8"/>
    <p:sldId id="4800" r:id="rId9"/>
    <p:sldId id="4801" r:id="rId10"/>
    <p:sldId id="4802" r:id="rId11"/>
    <p:sldId id="4808" r:id="rId12"/>
    <p:sldId id="4804" r:id="rId13"/>
    <p:sldId id="4805" r:id="rId14"/>
    <p:sldId id="4806" r:id="rId15"/>
    <p:sldId id="4807" r:id="rId16"/>
    <p:sldId id="4809" r:id="rId17"/>
    <p:sldId id="4810" r:id="rId18"/>
    <p:sldId id="4811" r:id="rId19"/>
    <p:sldId id="4812" r:id="rId20"/>
    <p:sldId id="4813" r:id="rId21"/>
    <p:sldId id="4814" r:id="rId22"/>
    <p:sldId id="4825" r:id="rId23"/>
    <p:sldId id="4826" r:id="rId24"/>
    <p:sldId id="4827" r:id="rId25"/>
    <p:sldId id="4815" r:id="rId26"/>
    <p:sldId id="4816" r:id="rId27"/>
    <p:sldId id="4817" r:id="rId28"/>
    <p:sldId id="4818" r:id="rId29"/>
    <p:sldId id="4819" r:id="rId30"/>
    <p:sldId id="4828" r:id="rId31"/>
    <p:sldId id="4829" r:id="rId32"/>
    <p:sldId id="4830" r:id="rId33"/>
    <p:sldId id="4831" r:id="rId34"/>
    <p:sldId id="4832" r:id="rId35"/>
    <p:sldId id="4833" r:id="rId36"/>
    <p:sldId id="4834" r:id="rId37"/>
    <p:sldId id="4835" r:id="rId38"/>
    <p:sldId id="4836" r:id="rId39"/>
    <p:sldId id="4837" r:id="rId40"/>
    <p:sldId id="4838" r:id="rId41"/>
    <p:sldId id="4839" r:id="rId42"/>
    <p:sldId id="4860" r:id="rId43"/>
    <p:sldId id="4861" r:id="rId44"/>
    <p:sldId id="4840" r:id="rId45"/>
    <p:sldId id="4841" r:id="rId46"/>
    <p:sldId id="4842" r:id="rId47"/>
    <p:sldId id="4843" r:id="rId48"/>
    <p:sldId id="4844" r:id="rId49"/>
    <p:sldId id="4845" r:id="rId50"/>
    <p:sldId id="4859" r:id="rId51"/>
    <p:sldId id="4846" r:id="rId52"/>
    <p:sldId id="4847" r:id="rId53"/>
    <p:sldId id="4848" r:id="rId54"/>
    <p:sldId id="4850" r:id="rId55"/>
    <p:sldId id="4851" r:id="rId56"/>
    <p:sldId id="4852" r:id="rId57"/>
    <p:sldId id="4853" r:id="rId58"/>
    <p:sldId id="4855" r:id="rId59"/>
    <p:sldId id="4854" r:id="rId60"/>
    <p:sldId id="4856" r:id="rId61"/>
    <p:sldId id="4857" r:id="rId62"/>
    <p:sldId id="4858" r:id="rId63"/>
    <p:sldId id="4820" r:id="rId64"/>
    <p:sldId id="4821" r:id="rId65"/>
    <p:sldId id="4822" r:id="rId66"/>
    <p:sldId id="4823" r:id="rId67"/>
    <p:sldId id="4824" r:id="rId68"/>
    <p:sldId id="4794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49106-4918-480E-A730-846667E6DE9B}" v="13" dt="2025-11-18T03:56:12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75666" autoAdjust="0"/>
  </p:normalViewPr>
  <p:slideViewPr>
    <p:cSldViewPr snapToGrid="0">
      <p:cViewPr varScale="1">
        <p:scale>
          <a:sx n="80" d="100"/>
          <a:sy n="80" d="100"/>
        </p:scale>
        <p:origin x="49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4A4D12F4-25F0-4DC3-8755-13CF4EFB28EA}"/>
    <pc:docChg chg="custSel addSld modSld sldOrd">
      <pc:chgData name="Prazyan, Levon" userId="ed024b0e-4a1a-418a-8ca0-755e149680c9" providerId="ADAL" clId="{4A4D12F4-25F0-4DC3-8755-13CF4EFB28EA}" dt="2025-11-18T04:48:53.869" v="197" actId="1076"/>
      <pc:docMkLst>
        <pc:docMk/>
      </pc:docMkLst>
      <pc:sldChg chg="modNotesTx">
        <pc:chgData name="Prazyan, Levon" userId="ed024b0e-4a1a-418a-8ca0-755e149680c9" providerId="ADAL" clId="{4A4D12F4-25F0-4DC3-8755-13CF4EFB28EA}" dt="2025-10-27T19:32:24.523" v="46" actId="6549"/>
        <pc:sldMkLst>
          <pc:docMk/>
          <pc:sldMk cId="3447695925" sldId="4836"/>
        </pc:sldMkLst>
      </pc:sldChg>
      <pc:sldChg chg="modSp">
        <pc:chgData name="Prazyan, Levon" userId="ed024b0e-4a1a-418a-8ca0-755e149680c9" providerId="ADAL" clId="{4A4D12F4-25F0-4DC3-8755-13CF4EFB28EA}" dt="2025-11-11T07:52:22.906" v="87" actId="20577"/>
        <pc:sldMkLst>
          <pc:docMk/>
          <pc:sldMk cId="3684512861" sldId="4839"/>
        </pc:sldMkLst>
        <pc:spChg chg="mod">
          <ac:chgData name="Prazyan, Levon" userId="ed024b0e-4a1a-418a-8ca0-755e149680c9" providerId="ADAL" clId="{4A4D12F4-25F0-4DC3-8755-13CF4EFB28EA}" dt="2025-11-11T07:52:22.906" v="87" actId="20577"/>
          <ac:spMkLst>
            <pc:docMk/>
            <pc:sldMk cId="3684512861" sldId="4839"/>
            <ac:spMk id="7" creationId="{CBFE74CA-6E1A-9301-B250-B025A85B78E0}"/>
          </ac:spMkLst>
        </pc:spChg>
      </pc:sldChg>
      <pc:sldChg chg="mod ord modShow">
        <pc:chgData name="Prazyan, Levon" userId="ed024b0e-4a1a-418a-8ca0-755e149680c9" providerId="ADAL" clId="{4A4D12F4-25F0-4DC3-8755-13CF4EFB28EA}" dt="2025-11-18T03:58:22.444" v="191" actId="729"/>
        <pc:sldMkLst>
          <pc:docMk/>
          <pc:sldMk cId="2922943249" sldId="4840"/>
        </pc:sldMkLst>
      </pc:sldChg>
      <pc:sldChg chg="ord">
        <pc:chgData name="Prazyan, Levon" userId="ed024b0e-4a1a-418a-8ca0-755e149680c9" providerId="ADAL" clId="{4A4D12F4-25F0-4DC3-8755-13CF4EFB28EA}" dt="2025-11-10T10:38:11.594" v="48"/>
        <pc:sldMkLst>
          <pc:docMk/>
          <pc:sldMk cId="2709088172" sldId="4841"/>
        </pc:sldMkLst>
      </pc:sldChg>
      <pc:sldChg chg="modSp">
        <pc:chgData name="Prazyan, Levon" userId="ed024b0e-4a1a-418a-8ca0-755e149680c9" providerId="ADAL" clId="{4A4D12F4-25F0-4DC3-8755-13CF4EFB28EA}" dt="2025-11-17T15:39:16.144" v="91" actId="20577"/>
        <pc:sldMkLst>
          <pc:docMk/>
          <pc:sldMk cId="180694035" sldId="4843"/>
        </pc:sldMkLst>
        <pc:spChg chg="mod">
          <ac:chgData name="Prazyan, Levon" userId="ed024b0e-4a1a-418a-8ca0-755e149680c9" providerId="ADAL" clId="{4A4D12F4-25F0-4DC3-8755-13CF4EFB28EA}" dt="2025-11-17T15:39:16.144" v="91" actId="20577"/>
          <ac:spMkLst>
            <pc:docMk/>
            <pc:sldMk cId="180694035" sldId="4843"/>
            <ac:spMk id="6" creationId="{24712FE6-9AFA-082A-4E0A-74BC7D882FBC}"/>
          </ac:spMkLst>
        </pc:spChg>
      </pc:sldChg>
      <pc:sldChg chg="modSp mod">
        <pc:chgData name="Prazyan, Levon" userId="ed024b0e-4a1a-418a-8ca0-755e149680c9" providerId="ADAL" clId="{4A4D12F4-25F0-4DC3-8755-13CF4EFB28EA}" dt="2025-11-10T13:07:33.690" v="56" actId="20577"/>
        <pc:sldMkLst>
          <pc:docMk/>
          <pc:sldMk cId="2612979943" sldId="4845"/>
        </pc:sldMkLst>
        <pc:spChg chg="mod">
          <ac:chgData name="Prazyan, Levon" userId="ed024b0e-4a1a-418a-8ca0-755e149680c9" providerId="ADAL" clId="{4A4D12F4-25F0-4DC3-8755-13CF4EFB28EA}" dt="2025-11-10T13:07:33.690" v="56" actId="20577"/>
          <ac:spMkLst>
            <pc:docMk/>
            <pc:sldMk cId="2612979943" sldId="4845"/>
            <ac:spMk id="2" creationId="{2F4760FF-2DCE-69E4-9560-04EF7CEDE869}"/>
          </ac:spMkLst>
        </pc:spChg>
      </pc:sldChg>
      <pc:sldChg chg="addSp delSp modSp mod">
        <pc:chgData name="Prazyan, Levon" userId="ed024b0e-4a1a-418a-8ca0-755e149680c9" providerId="ADAL" clId="{4A4D12F4-25F0-4DC3-8755-13CF4EFB28EA}" dt="2025-11-18T04:48:53.869" v="197" actId="1076"/>
        <pc:sldMkLst>
          <pc:docMk/>
          <pc:sldMk cId="914112463" sldId="4853"/>
        </pc:sldMkLst>
        <pc:spChg chg="add del mod">
          <ac:chgData name="Prazyan, Levon" userId="ed024b0e-4a1a-418a-8ca0-755e149680c9" providerId="ADAL" clId="{4A4D12F4-25F0-4DC3-8755-13CF4EFB28EA}" dt="2025-11-18T04:48:36" v="193" actId="22"/>
          <ac:spMkLst>
            <pc:docMk/>
            <pc:sldMk cId="914112463" sldId="4853"/>
            <ac:spMk id="4" creationId="{F1D97839-0E4B-9518-5DB1-3E8BDAD4E410}"/>
          </ac:spMkLst>
        </pc:spChg>
        <pc:picChg chg="del">
          <ac:chgData name="Prazyan, Levon" userId="ed024b0e-4a1a-418a-8ca0-755e149680c9" providerId="ADAL" clId="{4A4D12F4-25F0-4DC3-8755-13CF4EFB28EA}" dt="2025-11-18T04:48:14.209" v="192" actId="478"/>
          <ac:picMkLst>
            <pc:docMk/>
            <pc:sldMk cId="914112463" sldId="4853"/>
            <ac:picMk id="5" creationId="{4D546F1D-5D56-86EA-C7CD-325E6F887600}"/>
          </ac:picMkLst>
        </pc:picChg>
        <pc:picChg chg="add mod ord">
          <ac:chgData name="Prazyan, Levon" userId="ed024b0e-4a1a-418a-8ca0-755e149680c9" providerId="ADAL" clId="{4A4D12F4-25F0-4DC3-8755-13CF4EFB28EA}" dt="2025-11-18T04:48:53.869" v="197" actId="1076"/>
          <ac:picMkLst>
            <pc:docMk/>
            <pc:sldMk cId="914112463" sldId="4853"/>
            <ac:picMk id="7" creationId="{686C3EC1-9807-6799-DB6D-F2B27DCD6548}"/>
          </ac:picMkLst>
        </pc:picChg>
      </pc:sldChg>
      <pc:sldChg chg="modSp">
        <pc:chgData name="Prazyan, Levon" userId="ed024b0e-4a1a-418a-8ca0-755e149680c9" providerId="ADAL" clId="{4A4D12F4-25F0-4DC3-8755-13CF4EFB28EA}" dt="2025-11-17T16:29:40.352" v="95" actId="20577"/>
        <pc:sldMkLst>
          <pc:docMk/>
          <pc:sldMk cId="27101886" sldId="4854"/>
        </pc:sldMkLst>
        <pc:spChg chg="mod">
          <ac:chgData name="Prazyan, Levon" userId="ed024b0e-4a1a-418a-8ca0-755e149680c9" providerId="ADAL" clId="{4A4D12F4-25F0-4DC3-8755-13CF4EFB28EA}" dt="2025-11-17T16:29:40.352" v="95" actId="20577"/>
          <ac:spMkLst>
            <pc:docMk/>
            <pc:sldMk cId="27101886" sldId="4854"/>
            <ac:spMk id="3" creationId="{29501DDA-844F-2123-390A-4F29A66A96A0}"/>
          </ac:spMkLst>
        </pc:spChg>
      </pc:sldChg>
      <pc:sldChg chg="addSp delSp modSp add mod modClrScheme chgLayout">
        <pc:chgData name="Prazyan, Levon" userId="ed024b0e-4a1a-418a-8ca0-755e149680c9" providerId="ADAL" clId="{4A4D12F4-25F0-4DC3-8755-13CF4EFB28EA}" dt="2025-11-10T13:10:38.073" v="85" actId="14100"/>
        <pc:sldMkLst>
          <pc:docMk/>
          <pc:sldMk cId="2405135932" sldId="4859"/>
        </pc:sldMkLst>
        <pc:spChg chg="mod ord">
          <ac:chgData name="Prazyan, Levon" userId="ed024b0e-4a1a-418a-8ca0-755e149680c9" providerId="ADAL" clId="{4A4D12F4-25F0-4DC3-8755-13CF4EFB28EA}" dt="2025-11-10T13:09:13.407" v="64" actId="700"/>
          <ac:spMkLst>
            <pc:docMk/>
            <pc:sldMk cId="2405135932" sldId="4859"/>
            <ac:spMk id="2" creationId="{097C12B7-05E0-3F40-373D-96483027EC37}"/>
          </ac:spMkLst>
        </pc:spChg>
        <pc:spChg chg="add mod ord">
          <ac:chgData name="Prazyan, Levon" userId="ed024b0e-4a1a-418a-8ca0-755e149680c9" providerId="ADAL" clId="{4A4D12F4-25F0-4DC3-8755-13CF4EFB28EA}" dt="2025-11-10T13:10:38.073" v="85" actId="14100"/>
          <ac:spMkLst>
            <pc:docMk/>
            <pc:sldMk cId="2405135932" sldId="4859"/>
            <ac:spMk id="6" creationId="{45DCBC20-42F5-4A42-4579-4FBBFBE0E86F}"/>
          </ac:spMkLst>
        </pc:spChg>
        <pc:picChg chg="add mod ord">
          <ac:chgData name="Prazyan, Levon" userId="ed024b0e-4a1a-418a-8ca0-755e149680c9" providerId="ADAL" clId="{4A4D12F4-25F0-4DC3-8755-13CF4EFB28EA}" dt="2025-11-10T13:09:26.258" v="68" actId="1076"/>
          <ac:picMkLst>
            <pc:docMk/>
            <pc:sldMk cId="2405135932" sldId="4859"/>
            <ac:picMk id="5" creationId="{1864C343-DB53-CB00-689F-A447C9E15E1E}"/>
          </ac:picMkLst>
        </pc:picChg>
      </pc:sldChg>
      <pc:sldChg chg="addSp delSp modSp new mod">
        <pc:chgData name="Prazyan, Levon" userId="ed024b0e-4a1a-418a-8ca0-755e149680c9" providerId="ADAL" clId="{4A4D12F4-25F0-4DC3-8755-13CF4EFB28EA}" dt="2025-11-18T03:56:53.469" v="152" actId="1076"/>
        <pc:sldMkLst>
          <pc:docMk/>
          <pc:sldMk cId="848047119" sldId="4860"/>
        </pc:sldMkLst>
        <pc:spChg chg="mod">
          <ac:chgData name="Prazyan, Levon" userId="ed024b0e-4a1a-418a-8ca0-755e149680c9" providerId="ADAL" clId="{4A4D12F4-25F0-4DC3-8755-13CF4EFB28EA}" dt="2025-11-18T03:55:53.275" v="145" actId="20577"/>
          <ac:spMkLst>
            <pc:docMk/>
            <pc:sldMk cId="848047119" sldId="4860"/>
            <ac:spMk id="2" creationId="{DD53DE7B-BBE5-DD49-04EF-F334394C7802}"/>
          </ac:spMkLst>
        </pc:spChg>
        <pc:spChg chg="del mod">
          <ac:chgData name="Prazyan, Levon" userId="ed024b0e-4a1a-418a-8ca0-755e149680c9" providerId="ADAL" clId="{4A4D12F4-25F0-4DC3-8755-13CF4EFB28EA}" dt="2025-11-18T03:56:38.186" v="148" actId="22"/>
          <ac:spMkLst>
            <pc:docMk/>
            <pc:sldMk cId="848047119" sldId="4860"/>
            <ac:spMk id="3" creationId="{86B86E05-ABB7-6ED0-DACF-C39F2DB45123}"/>
          </ac:spMkLst>
        </pc:spChg>
        <pc:picChg chg="add mod ord">
          <ac:chgData name="Prazyan, Levon" userId="ed024b0e-4a1a-418a-8ca0-755e149680c9" providerId="ADAL" clId="{4A4D12F4-25F0-4DC3-8755-13CF4EFB28EA}" dt="2025-11-18T03:56:53.469" v="152" actId="1076"/>
          <ac:picMkLst>
            <pc:docMk/>
            <pc:sldMk cId="848047119" sldId="4860"/>
            <ac:picMk id="5" creationId="{7D07AEC9-1D25-ECB6-E7C2-36FC48636F73}"/>
          </ac:picMkLst>
        </pc:picChg>
      </pc:sldChg>
      <pc:sldChg chg="addSp delSp modSp new mod">
        <pc:chgData name="Prazyan, Levon" userId="ed024b0e-4a1a-418a-8ca0-755e149680c9" providerId="ADAL" clId="{4A4D12F4-25F0-4DC3-8755-13CF4EFB28EA}" dt="2025-11-18T03:57:43.218" v="190" actId="1076"/>
        <pc:sldMkLst>
          <pc:docMk/>
          <pc:sldMk cId="2019383976" sldId="4861"/>
        </pc:sldMkLst>
        <pc:spChg chg="mod">
          <ac:chgData name="Prazyan, Levon" userId="ed024b0e-4a1a-418a-8ca0-755e149680c9" providerId="ADAL" clId="{4A4D12F4-25F0-4DC3-8755-13CF4EFB28EA}" dt="2025-11-18T03:57:10.015" v="186" actId="20577"/>
          <ac:spMkLst>
            <pc:docMk/>
            <pc:sldMk cId="2019383976" sldId="4861"/>
            <ac:spMk id="2" creationId="{70D4B066-8410-C429-88DA-E962536B4F75}"/>
          </ac:spMkLst>
        </pc:spChg>
        <pc:spChg chg="del mod">
          <ac:chgData name="Prazyan, Levon" userId="ed024b0e-4a1a-418a-8ca0-755e149680c9" providerId="ADAL" clId="{4A4D12F4-25F0-4DC3-8755-13CF4EFB28EA}" dt="2025-11-18T03:57:32.631" v="188" actId="22"/>
          <ac:spMkLst>
            <pc:docMk/>
            <pc:sldMk cId="2019383976" sldId="4861"/>
            <ac:spMk id="3" creationId="{E369B9D4-EDA8-7044-2380-C9B2554B9E20}"/>
          </ac:spMkLst>
        </pc:spChg>
        <pc:picChg chg="add mod ord">
          <ac:chgData name="Prazyan, Levon" userId="ed024b0e-4a1a-418a-8ca0-755e149680c9" providerId="ADAL" clId="{4A4D12F4-25F0-4DC3-8755-13CF4EFB28EA}" dt="2025-11-18T03:57:43.218" v="190" actId="1076"/>
          <ac:picMkLst>
            <pc:docMk/>
            <pc:sldMk cId="2019383976" sldId="4861"/>
            <ac:picMk id="5" creationId="{F337CD2F-3A59-771A-6A01-67A1F79AB79D}"/>
          </ac:picMkLst>
        </pc:picChg>
      </pc:sldChg>
    </pc:docChg>
  </pc:docChgLst>
  <pc:docChgLst>
    <pc:chgData name="Prazyan, Levon" userId="ed024b0e-4a1a-418a-8ca0-755e149680c9" providerId="ADAL" clId="{554D79F6-B906-4B99-A700-BA9440B7ED55}"/>
    <pc:docChg chg="undo redo custSel addSld delSld modSld sldOrd">
      <pc:chgData name="Prazyan, Levon" userId="ed024b0e-4a1a-418a-8ca0-755e149680c9" providerId="ADAL" clId="{554D79F6-B906-4B99-A700-BA9440B7ED55}" dt="2025-03-20T18:53:05.273" v="5953" actId="255"/>
      <pc:docMkLst>
        <pc:docMk/>
      </pc:docMkLst>
      <pc:sldChg chg="modSp mod">
        <pc:chgData name="Prazyan, Levon" userId="ed024b0e-4a1a-418a-8ca0-755e149680c9" providerId="ADAL" clId="{554D79F6-B906-4B99-A700-BA9440B7ED55}" dt="2025-02-20T19:55:06.933" v="3"/>
        <pc:sldMkLst>
          <pc:docMk/>
          <pc:sldMk cId="417041952" sldId="257"/>
        </pc:sldMkLst>
      </pc:sldChg>
      <pc:sldChg chg="addSp delSp modSp mod modClrScheme chgLayout">
        <pc:chgData name="Prazyan, Levon" userId="ed024b0e-4a1a-418a-8ca0-755e149680c9" providerId="ADAL" clId="{554D79F6-B906-4B99-A700-BA9440B7ED55}" dt="2025-02-20T20:06:30.986" v="20" actId="1076"/>
        <pc:sldMkLst>
          <pc:docMk/>
          <pc:sldMk cId="1973462942" sldId="4795"/>
        </pc:sldMkLst>
      </pc:sldChg>
      <pc:sldChg chg="addSp delSp modSp add mod ord modClrScheme modAnim chgLayout modNotesTx">
        <pc:chgData name="Prazyan, Levon" userId="ed024b0e-4a1a-418a-8ca0-755e149680c9" providerId="ADAL" clId="{554D79F6-B906-4B99-A700-BA9440B7ED55}" dt="2025-02-27T22:35:02" v="843" actId="6549"/>
        <pc:sldMkLst>
          <pc:docMk/>
          <pc:sldMk cId="2678091333" sldId="4796"/>
        </pc:sldMkLst>
      </pc:sldChg>
      <pc:sldChg chg="addSp delSp modSp add del mod ord setBg">
        <pc:chgData name="Prazyan, Levon" userId="ed024b0e-4a1a-418a-8ca0-755e149680c9" providerId="ADAL" clId="{554D79F6-B906-4B99-A700-BA9440B7ED55}" dt="2025-02-20T20:36:52.910" v="110" actId="47"/>
        <pc:sldMkLst>
          <pc:docMk/>
          <pc:sldMk cId="21096296" sldId="4797"/>
        </pc:sldMkLst>
      </pc:sldChg>
      <pc:sldChg chg="del">
        <pc:chgData name="Prazyan, Levon" userId="ed024b0e-4a1a-418a-8ca0-755e149680c9" providerId="ADAL" clId="{554D79F6-B906-4B99-A700-BA9440B7ED55}" dt="2025-02-20T20:06:48.860" v="21" actId="47"/>
        <pc:sldMkLst>
          <pc:docMk/>
          <pc:sldMk cId="2446675077" sldId="4797"/>
        </pc:sldMkLst>
      </pc:sldChg>
      <pc:sldChg chg="addSp modSp add mod ord modClrScheme chgLayout modNotesTx">
        <pc:chgData name="Prazyan, Levon" userId="ed024b0e-4a1a-418a-8ca0-755e149680c9" providerId="ADAL" clId="{554D79F6-B906-4B99-A700-BA9440B7ED55}" dt="2025-02-20T20:59:53.873" v="184"/>
        <pc:sldMkLst>
          <pc:docMk/>
          <pc:sldMk cId="1666081590" sldId="479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748049577" sldId="4798"/>
        </pc:sldMkLst>
      </pc:sldChg>
      <pc:sldChg chg="add del">
        <pc:chgData name="Prazyan, Levon" userId="ed024b0e-4a1a-418a-8ca0-755e149680c9" providerId="ADAL" clId="{554D79F6-B906-4B99-A700-BA9440B7ED55}" dt="2025-02-20T20:35:34.986" v="98" actId="2890"/>
        <pc:sldMkLst>
          <pc:docMk/>
          <pc:sldMk cId="411049057" sldId="4799"/>
        </pc:sldMkLst>
      </pc:sldChg>
      <pc:sldChg chg="addSp delSp modSp add mod modClrScheme chgLayout">
        <pc:chgData name="Prazyan, Levon" userId="ed024b0e-4a1a-418a-8ca0-755e149680c9" providerId="ADAL" clId="{554D79F6-B906-4B99-A700-BA9440B7ED55}" dt="2025-02-20T21:16:22.705" v="310" actId="113"/>
        <pc:sldMkLst>
          <pc:docMk/>
          <pc:sldMk cId="2346915334" sldId="4799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32713017" sldId="4799"/>
        </pc:sldMkLst>
      </pc:sldChg>
      <pc:sldChg chg="modSp add mod ord">
        <pc:chgData name="Prazyan, Levon" userId="ed024b0e-4a1a-418a-8ca0-755e149680c9" providerId="ADAL" clId="{554D79F6-B906-4B99-A700-BA9440B7ED55}" dt="2025-02-20T21:36:57.277" v="542" actId="20577"/>
        <pc:sldMkLst>
          <pc:docMk/>
          <pc:sldMk cId="3028176192" sldId="4800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50125620" sldId="4800"/>
        </pc:sldMkLst>
      </pc:sldChg>
      <pc:sldChg chg="addSp delSp modSp add mod modClrScheme chgLayout modNotesTx">
        <pc:chgData name="Prazyan, Levon" userId="ed024b0e-4a1a-418a-8ca0-755e149680c9" providerId="ADAL" clId="{554D79F6-B906-4B99-A700-BA9440B7ED55}" dt="2025-02-20T21:38:43.863" v="645" actId="20577"/>
        <pc:sldMkLst>
          <pc:docMk/>
          <pc:sldMk cId="689094172" sldId="4801"/>
        </pc:sldMkLst>
      </pc:sldChg>
      <pc:sldChg chg="addSp delSp modSp new mod modClrScheme chgLayout modNotesTx">
        <pc:chgData name="Prazyan, Levon" userId="ed024b0e-4a1a-418a-8ca0-755e149680c9" providerId="ADAL" clId="{554D79F6-B906-4B99-A700-BA9440B7ED55}" dt="2025-02-20T21:42:43.284" v="841" actId="20577"/>
        <pc:sldMkLst>
          <pc:docMk/>
          <pc:sldMk cId="1257113227" sldId="4802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145688094" sldId="4802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055134402" sldId="4803"/>
        </pc:sldMkLst>
      </pc:sldChg>
      <pc:sldChg chg="addSp delSp modSp new mod">
        <pc:chgData name="Prazyan, Levon" userId="ed024b0e-4a1a-418a-8ca0-755e149680c9" providerId="ADAL" clId="{554D79F6-B906-4B99-A700-BA9440B7ED55}" dt="2025-02-28T04:31:24.143" v="884" actId="20577"/>
        <pc:sldMkLst>
          <pc:docMk/>
          <pc:sldMk cId="4125332284" sldId="4803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391332826" sldId="4804"/>
        </pc:sldMkLst>
      </pc:sldChg>
      <pc:sldChg chg="addSp delSp modSp new mod modClrScheme chgLayout modNotesTx">
        <pc:chgData name="Prazyan, Levon" userId="ed024b0e-4a1a-418a-8ca0-755e149680c9" providerId="ADAL" clId="{554D79F6-B906-4B99-A700-BA9440B7ED55}" dt="2025-03-06T17:31:21.299" v="994" actId="20577"/>
        <pc:sldMkLst>
          <pc:docMk/>
          <pc:sldMk cId="3804437282" sldId="4804"/>
        </pc:sldMkLst>
      </pc:sldChg>
      <pc:sldChg chg="addSp delSp modSp new mod modAnim modNotesTx">
        <pc:chgData name="Prazyan, Levon" userId="ed024b0e-4a1a-418a-8ca0-755e149680c9" providerId="ADAL" clId="{554D79F6-B906-4B99-A700-BA9440B7ED55}" dt="2025-03-06T17:31:28.324" v="1003" actId="20577"/>
        <pc:sldMkLst>
          <pc:docMk/>
          <pc:sldMk cId="2879618372" sldId="4805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673105919" sldId="4805"/>
        </pc:sldMkLst>
      </pc:sldChg>
      <pc:sldChg chg="addSp delSp modSp new mod modAnim">
        <pc:chgData name="Prazyan, Levon" userId="ed024b0e-4a1a-418a-8ca0-755e149680c9" providerId="ADAL" clId="{554D79F6-B906-4B99-A700-BA9440B7ED55}" dt="2025-03-06T17:37:05.684" v="1054"/>
        <pc:sldMkLst>
          <pc:docMk/>
          <pc:sldMk cId="1461544083" sldId="4806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667298014" sldId="4806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58071704" sldId="4807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06T17:54:45.130" v="1109"/>
        <pc:sldMkLst>
          <pc:docMk/>
          <pc:sldMk cId="4223718616" sldId="4807"/>
        </pc:sldMkLst>
      </pc:sldChg>
      <pc:sldChg chg="addSp delSp modSp new mod setBg modClrScheme addAnim chgLayout">
        <pc:chgData name="Prazyan, Levon" userId="ed024b0e-4a1a-418a-8ca0-755e149680c9" providerId="ADAL" clId="{554D79F6-B906-4B99-A700-BA9440B7ED55}" dt="2025-03-06T17:56:14.777" v="1146" actId="20577"/>
        <pc:sldMkLst>
          <pc:docMk/>
          <pc:sldMk cId="1287151514" sldId="4808"/>
        </pc:sldMkLst>
      </pc:sldChg>
      <pc:sldChg chg="addSp delSp modSp new mod modClrScheme chgLayout">
        <pc:chgData name="Prazyan, Levon" userId="ed024b0e-4a1a-418a-8ca0-755e149680c9" providerId="ADAL" clId="{554D79F6-B906-4B99-A700-BA9440B7ED55}" dt="2025-03-06T18:16:44.003" v="1218" actId="20577"/>
        <pc:sldMkLst>
          <pc:docMk/>
          <pc:sldMk cId="3389230970" sldId="4809"/>
        </pc:sldMkLst>
      </pc:sldChg>
      <pc:sldChg chg="addSp delSp modSp add mod">
        <pc:chgData name="Prazyan, Levon" userId="ed024b0e-4a1a-418a-8ca0-755e149680c9" providerId="ADAL" clId="{554D79F6-B906-4B99-A700-BA9440B7ED55}" dt="2025-03-06T18:18:18.990" v="1228" actId="1076"/>
        <pc:sldMkLst>
          <pc:docMk/>
          <pc:sldMk cId="477145673" sldId="4810"/>
        </pc:sldMkLst>
      </pc:sldChg>
      <pc:sldChg chg="addSp delSp modSp add mod">
        <pc:chgData name="Prazyan, Levon" userId="ed024b0e-4a1a-418a-8ca0-755e149680c9" providerId="ADAL" clId="{554D79F6-B906-4B99-A700-BA9440B7ED55}" dt="2025-03-06T18:25:35.324" v="1241" actId="20577"/>
        <pc:sldMkLst>
          <pc:docMk/>
          <pc:sldMk cId="1878489043" sldId="4811"/>
        </pc:sldMkLst>
      </pc:sldChg>
      <pc:sldChg chg="modSp add mod">
        <pc:chgData name="Prazyan, Levon" userId="ed024b0e-4a1a-418a-8ca0-755e149680c9" providerId="ADAL" clId="{554D79F6-B906-4B99-A700-BA9440B7ED55}" dt="2025-03-06T18:58:44.876" v="1469" actId="20577"/>
        <pc:sldMkLst>
          <pc:docMk/>
          <pc:sldMk cId="2511057567" sldId="4812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06T18:59:50.934" v="1490" actId="20577"/>
        <pc:sldMkLst>
          <pc:docMk/>
          <pc:sldMk cId="3720014525" sldId="4813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06T19:07:58.956" v="1542"/>
        <pc:sldMkLst>
          <pc:docMk/>
          <pc:sldMk cId="3984083833" sldId="4814"/>
        </pc:sldMkLst>
      </pc:sldChg>
      <pc:sldChg chg="addSp delSp modSp new mod modAnim">
        <pc:chgData name="Prazyan, Levon" userId="ed024b0e-4a1a-418a-8ca0-755e149680c9" providerId="ADAL" clId="{554D79F6-B906-4B99-A700-BA9440B7ED55}" dt="2025-03-06T19:11:44.849" v="1623" actId="20577"/>
        <pc:sldMkLst>
          <pc:docMk/>
          <pc:sldMk cId="302424398" sldId="4815"/>
        </pc:sldMkLst>
      </pc:sldChg>
      <pc:sldChg chg="addSp delSp modSp add mod modClrScheme delAnim modAnim chgLayout">
        <pc:chgData name="Prazyan, Levon" userId="ed024b0e-4a1a-418a-8ca0-755e149680c9" providerId="ADAL" clId="{554D79F6-B906-4B99-A700-BA9440B7ED55}" dt="2025-03-06T19:25:09.363" v="2088"/>
        <pc:sldMkLst>
          <pc:docMk/>
          <pc:sldMk cId="3309668045" sldId="4816"/>
        </pc:sldMkLst>
      </pc:sldChg>
      <pc:sldChg chg="addSp delSp modSp add mod modClrScheme modAnim chgLayout">
        <pc:chgData name="Prazyan, Levon" userId="ed024b0e-4a1a-418a-8ca0-755e149680c9" providerId="ADAL" clId="{554D79F6-B906-4B99-A700-BA9440B7ED55}" dt="2025-03-07T07:31:08.115" v="2873"/>
        <pc:sldMkLst>
          <pc:docMk/>
          <pc:sldMk cId="1080119641" sldId="4817"/>
        </pc:sldMkLst>
      </pc:sldChg>
      <pc:sldChg chg="addSp delSp modSp add mod modClrScheme delAnim chgLayout">
        <pc:chgData name="Prazyan, Levon" userId="ed024b0e-4a1a-418a-8ca0-755e149680c9" providerId="ADAL" clId="{554D79F6-B906-4B99-A700-BA9440B7ED55}" dt="2025-03-06T20:28:09.957" v="2226" actId="113"/>
        <pc:sldMkLst>
          <pc:docMk/>
          <pc:sldMk cId="155173363" sldId="4818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06T20:34:24.846" v="2333"/>
        <pc:sldMkLst>
          <pc:docMk/>
          <pc:sldMk cId="1159013175" sldId="4819"/>
        </pc:sldMkLst>
      </pc:sldChg>
      <pc:sldChg chg="addSp delSp modSp new mod setBg modClrScheme chgLayout">
        <pc:chgData name="Prazyan, Levon" userId="ed024b0e-4a1a-418a-8ca0-755e149680c9" providerId="ADAL" clId="{554D79F6-B906-4B99-A700-BA9440B7ED55}" dt="2025-03-06T21:07:18.894" v="2435" actId="20577"/>
        <pc:sldMkLst>
          <pc:docMk/>
          <pc:sldMk cId="2170733267" sldId="4820"/>
        </pc:sldMkLst>
      </pc:sldChg>
      <pc:sldChg chg="addSp delSp modSp new mod modClrScheme chgLayout">
        <pc:chgData name="Prazyan, Levon" userId="ed024b0e-4a1a-418a-8ca0-755e149680c9" providerId="ADAL" clId="{554D79F6-B906-4B99-A700-BA9440B7ED55}" dt="2025-03-06T21:40:42.382" v="2581" actId="27918"/>
        <pc:sldMkLst>
          <pc:docMk/>
          <pc:sldMk cId="1945896809" sldId="4821"/>
        </pc:sldMkLst>
      </pc:sldChg>
      <pc:sldChg chg="addSp delSp modSp new mod">
        <pc:chgData name="Prazyan, Levon" userId="ed024b0e-4a1a-418a-8ca0-755e149680c9" providerId="ADAL" clId="{554D79F6-B906-4B99-A700-BA9440B7ED55}" dt="2025-03-06T21:26:11.336" v="2580" actId="27918"/>
        <pc:sldMkLst>
          <pc:docMk/>
          <pc:sldMk cId="1816361127" sldId="4822"/>
        </pc:sldMkLst>
      </pc:sldChg>
      <pc:sldChg chg="addSp delSp modSp new mod">
        <pc:chgData name="Prazyan, Levon" userId="ed024b0e-4a1a-418a-8ca0-755e149680c9" providerId="ADAL" clId="{554D79F6-B906-4B99-A700-BA9440B7ED55}" dt="2025-03-06T21:46:28.876" v="2713" actId="20577"/>
        <pc:sldMkLst>
          <pc:docMk/>
          <pc:sldMk cId="1399850504" sldId="4823"/>
        </pc:sldMkLst>
      </pc:sldChg>
      <pc:sldChg chg="addSp delSp modSp add mod">
        <pc:chgData name="Prazyan, Levon" userId="ed024b0e-4a1a-418a-8ca0-755e149680c9" providerId="ADAL" clId="{554D79F6-B906-4B99-A700-BA9440B7ED55}" dt="2025-03-06T21:47:16.811" v="2730" actId="27918"/>
        <pc:sldMkLst>
          <pc:docMk/>
          <pc:sldMk cId="2882485824" sldId="4824"/>
        </pc:sldMkLst>
      </pc:sldChg>
      <pc:sldChg chg="addSp delSp modSp add mod modClrScheme delAnim chgLayout">
        <pc:chgData name="Prazyan, Levon" userId="ed024b0e-4a1a-418a-8ca0-755e149680c9" providerId="ADAL" clId="{554D79F6-B906-4B99-A700-BA9440B7ED55}" dt="2025-03-06T21:54:44.418" v="2764" actId="1076"/>
        <pc:sldMkLst>
          <pc:docMk/>
          <pc:sldMk cId="2481308123" sldId="4825"/>
        </pc:sldMkLst>
      </pc:sldChg>
      <pc:sldChg chg="new del">
        <pc:chgData name="Prazyan, Levon" userId="ed024b0e-4a1a-418a-8ca0-755e149680c9" providerId="ADAL" clId="{554D79F6-B906-4B99-A700-BA9440B7ED55}" dt="2025-03-06T21:48:38.757" v="2732" actId="47"/>
        <pc:sldMkLst>
          <pc:docMk/>
          <pc:sldMk cId="2711538255" sldId="4825"/>
        </pc:sldMkLst>
      </pc:sldChg>
      <pc:sldChg chg="addSp delSp modSp add mod">
        <pc:chgData name="Prazyan, Levon" userId="ed024b0e-4a1a-418a-8ca0-755e149680c9" providerId="ADAL" clId="{554D79F6-B906-4B99-A700-BA9440B7ED55}" dt="2025-03-06T21:54:08.078" v="2755" actId="732"/>
        <pc:sldMkLst>
          <pc:docMk/>
          <pc:sldMk cId="3713745993" sldId="4826"/>
        </pc:sldMkLst>
      </pc:sldChg>
      <pc:sldChg chg="addSp delSp modSp add mod">
        <pc:chgData name="Prazyan, Levon" userId="ed024b0e-4a1a-418a-8ca0-755e149680c9" providerId="ADAL" clId="{554D79F6-B906-4B99-A700-BA9440B7ED55}" dt="2025-03-06T21:54:23.387" v="2760" actId="1076"/>
        <pc:sldMkLst>
          <pc:docMk/>
          <pc:sldMk cId="717332726" sldId="4827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06T22:05:51.212" v="2865"/>
        <pc:sldMkLst>
          <pc:docMk/>
          <pc:sldMk cId="3453046705" sldId="4828"/>
        </pc:sldMkLst>
      </pc:sldChg>
      <pc:sldChg chg="addSp delSp modSp add mod modAnim">
        <pc:chgData name="Prazyan, Levon" userId="ed024b0e-4a1a-418a-8ca0-755e149680c9" providerId="ADAL" clId="{554D79F6-B906-4B99-A700-BA9440B7ED55}" dt="2025-03-06T22:06:07.216" v="2866"/>
        <pc:sldMkLst>
          <pc:docMk/>
          <pc:sldMk cId="2434653836" sldId="4829"/>
        </pc:sldMkLst>
      </pc:sldChg>
      <pc:sldChg chg="addSp delSp modSp add mod modAnim">
        <pc:chgData name="Prazyan, Levon" userId="ed024b0e-4a1a-418a-8ca0-755e149680c9" providerId="ADAL" clId="{554D79F6-B906-4B99-A700-BA9440B7ED55}" dt="2025-03-06T22:06:14.223" v="2867"/>
        <pc:sldMkLst>
          <pc:docMk/>
          <pc:sldMk cId="619796233" sldId="4830"/>
        </pc:sldMkLst>
      </pc:sldChg>
      <pc:sldChg chg="addSp delSp modSp add mod modAnim">
        <pc:chgData name="Prazyan, Levon" userId="ed024b0e-4a1a-418a-8ca0-755e149680c9" providerId="ADAL" clId="{554D79F6-B906-4B99-A700-BA9440B7ED55}" dt="2025-03-06T22:06:16.930" v="2868"/>
        <pc:sldMkLst>
          <pc:docMk/>
          <pc:sldMk cId="2421905636" sldId="4831"/>
        </pc:sldMkLst>
      </pc:sldChg>
      <pc:sldChg chg="addSp delSp modSp add mod modAnim">
        <pc:chgData name="Prazyan, Levon" userId="ed024b0e-4a1a-418a-8ca0-755e149680c9" providerId="ADAL" clId="{554D79F6-B906-4B99-A700-BA9440B7ED55}" dt="2025-03-06T22:06:22.852" v="2870"/>
        <pc:sldMkLst>
          <pc:docMk/>
          <pc:sldMk cId="672452828" sldId="4832"/>
        </pc:sldMkLst>
      </pc:sldChg>
      <pc:sldChg chg="addSp delSp modSp new mod modClrScheme chgLayout">
        <pc:chgData name="Prazyan, Levon" userId="ed024b0e-4a1a-418a-8ca0-755e149680c9" providerId="ADAL" clId="{554D79F6-B906-4B99-A700-BA9440B7ED55}" dt="2025-03-13T19:02:18.108" v="3058" actId="20577"/>
        <pc:sldMkLst>
          <pc:docMk/>
          <pc:sldMk cId="2877746072" sldId="4833"/>
        </pc:sldMkLst>
      </pc:sldChg>
      <pc:sldChg chg="addSp delSp modSp new mod modClrScheme chgLayout">
        <pc:chgData name="Prazyan, Levon" userId="ed024b0e-4a1a-418a-8ca0-755e149680c9" providerId="ADAL" clId="{554D79F6-B906-4B99-A700-BA9440B7ED55}" dt="2025-03-13T19:02:30.308" v="3062" actId="20577"/>
        <pc:sldMkLst>
          <pc:docMk/>
          <pc:sldMk cId="2779620800" sldId="4834"/>
        </pc:sldMkLst>
      </pc:sldChg>
      <pc:sldChg chg="addSp delSp modSp add mod">
        <pc:chgData name="Prazyan, Levon" userId="ed024b0e-4a1a-418a-8ca0-755e149680c9" providerId="ADAL" clId="{554D79F6-B906-4B99-A700-BA9440B7ED55}" dt="2025-03-13T19:06:27.399" v="3083" actId="20577"/>
        <pc:sldMkLst>
          <pc:docMk/>
          <pc:sldMk cId="2723298659" sldId="4835"/>
        </pc:sldMkLst>
      </pc:sldChg>
      <pc:sldChg chg="addSp delSp modSp new mod">
        <pc:chgData name="Prazyan, Levon" userId="ed024b0e-4a1a-418a-8ca0-755e149680c9" providerId="ADAL" clId="{554D79F6-B906-4B99-A700-BA9440B7ED55}" dt="2025-03-13T19:07:58.744" v="3110" actId="732"/>
        <pc:sldMkLst>
          <pc:docMk/>
          <pc:sldMk cId="3447695925" sldId="4836"/>
        </pc:sldMkLst>
      </pc:sldChg>
      <pc:sldChg chg="addSp delSp modSp new mod setBg modClrScheme addAnim chgLayout">
        <pc:chgData name="Prazyan, Levon" userId="ed024b0e-4a1a-418a-8ca0-755e149680c9" providerId="ADAL" clId="{554D79F6-B906-4B99-A700-BA9440B7ED55}" dt="2025-03-13T19:43:47.683" v="3155" actId="20577"/>
        <pc:sldMkLst>
          <pc:docMk/>
          <pc:sldMk cId="4255659532" sldId="4837"/>
        </pc:sldMkLst>
      </pc:sldChg>
      <pc:sldChg chg="addSp delSp modSp new mod modNotesTx">
        <pc:chgData name="Prazyan, Levon" userId="ed024b0e-4a1a-418a-8ca0-755e149680c9" providerId="ADAL" clId="{554D79F6-B906-4B99-A700-BA9440B7ED55}" dt="2025-03-13T19:50:07.400" v="3304" actId="6549"/>
        <pc:sldMkLst>
          <pc:docMk/>
          <pc:sldMk cId="2576708314" sldId="4838"/>
        </pc:sldMkLst>
      </pc:sldChg>
      <pc:sldChg chg="addSp delSp modSp new mod modAnim">
        <pc:chgData name="Prazyan, Levon" userId="ed024b0e-4a1a-418a-8ca0-755e149680c9" providerId="ADAL" clId="{554D79F6-B906-4B99-A700-BA9440B7ED55}" dt="2025-03-13T20:00:52.746" v="3619" actId="403"/>
        <pc:sldMkLst>
          <pc:docMk/>
          <pc:sldMk cId="3684512861" sldId="4839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13T20:50:32.635" v="3660" actId="20577"/>
        <pc:sldMkLst>
          <pc:docMk/>
          <pc:sldMk cId="2922943249" sldId="4840"/>
        </pc:sldMkLst>
      </pc:sldChg>
      <pc:sldChg chg="addSp delSp modSp new mod">
        <pc:chgData name="Prazyan, Levon" userId="ed024b0e-4a1a-418a-8ca0-755e149680c9" providerId="ADAL" clId="{554D79F6-B906-4B99-A700-BA9440B7ED55}" dt="2025-03-13T20:53:27.948" v="3705" actId="1076"/>
        <pc:sldMkLst>
          <pc:docMk/>
          <pc:sldMk cId="2709088172" sldId="4841"/>
        </pc:sldMkLst>
      </pc:sldChg>
      <pc:sldChg chg="addSp delSp modSp new mod modAnim">
        <pc:chgData name="Prazyan, Levon" userId="ed024b0e-4a1a-418a-8ca0-755e149680c9" providerId="ADAL" clId="{554D79F6-B906-4B99-A700-BA9440B7ED55}" dt="2025-03-13T20:59:07.276" v="3837"/>
        <pc:sldMkLst>
          <pc:docMk/>
          <pc:sldMk cId="861903952" sldId="4842"/>
        </pc:sldMkLst>
      </pc:sldChg>
      <pc:sldChg chg="addSp delSp modSp add mod modClrScheme delAnim modAnim chgLayout">
        <pc:chgData name="Prazyan, Levon" userId="ed024b0e-4a1a-418a-8ca0-755e149680c9" providerId="ADAL" clId="{554D79F6-B906-4B99-A700-BA9440B7ED55}" dt="2025-03-14T04:34:21.543" v="5402"/>
        <pc:sldMkLst>
          <pc:docMk/>
          <pc:sldMk cId="180694035" sldId="4843"/>
        </pc:sldMkLst>
      </pc:sldChg>
      <pc:sldChg chg="delSp modSp add mod modClrScheme chgLayout">
        <pc:chgData name="Prazyan, Levon" userId="ed024b0e-4a1a-418a-8ca0-755e149680c9" providerId="ADAL" clId="{554D79F6-B906-4B99-A700-BA9440B7ED55}" dt="2025-03-13T21:15:50.586" v="4174" actId="6549"/>
        <pc:sldMkLst>
          <pc:docMk/>
          <pc:sldMk cId="2609471388" sldId="4844"/>
        </pc:sldMkLst>
      </pc:sldChg>
      <pc:sldChg chg="addSp delSp modSp new mod modAnim">
        <pc:chgData name="Prazyan, Levon" userId="ed024b0e-4a1a-418a-8ca0-755e149680c9" providerId="ADAL" clId="{554D79F6-B906-4B99-A700-BA9440B7ED55}" dt="2025-03-14T04:36:28.607" v="5420"/>
        <pc:sldMkLst>
          <pc:docMk/>
          <pc:sldMk cId="2612979943" sldId="4845"/>
        </pc:sldMkLst>
      </pc:sldChg>
      <pc:sldChg chg="addSp delSp modSp new mod modClrScheme chgLayout">
        <pc:chgData name="Prazyan, Levon" userId="ed024b0e-4a1a-418a-8ca0-755e149680c9" providerId="ADAL" clId="{554D79F6-B906-4B99-A700-BA9440B7ED55}" dt="2025-03-13T21:28:59.373" v="4445" actId="1076"/>
        <pc:sldMkLst>
          <pc:docMk/>
          <pc:sldMk cId="453453681" sldId="4846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13T22:11:00.158" v="4669" actId="313"/>
        <pc:sldMkLst>
          <pc:docMk/>
          <pc:sldMk cId="2945115523" sldId="4847"/>
        </pc:sldMkLst>
      </pc:sldChg>
      <pc:sldChg chg="modSp add mod modAnim modNotesTx">
        <pc:chgData name="Prazyan, Levon" userId="ed024b0e-4a1a-418a-8ca0-755e149680c9" providerId="ADAL" clId="{554D79F6-B906-4B99-A700-BA9440B7ED55}" dt="2025-03-13T22:33:38.209" v="5301"/>
        <pc:sldMkLst>
          <pc:docMk/>
          <pc:sldMk cId="2412097893" sldId="4848"/>
        </pc:sldMkLst>
      </pc:sldChg>
      <pc:sldChg chg="new del">
        <pc:chgData name="Prazyan, Levon" userId="ed024b0e-4a1a-418a-8ca0-755e149680c9" providerId="ADAL" clId="{554D79F6-B906-4B99-A700-BA9440B7ED55}" dt="2025-03-13T23:03:54.835" v="5398" actId="47"/>
        <pc:sldMkLst>
          <pc:docMk/>
          <pc:sldMk cId="2803352901" sldId="4849"/>
        </pc:sldMkLst>
      </pc:sldChg>
      <pc:sldChg chg="modSp add mod modAnim">
        <pc:chgData name="Prazyan, Levon" userId="ed024b0e-4a1a-418a-8ca0-755e149680c9" providerId="ADAL" clId="{554D79F6-B906-4B99-A700-BA9440B7ED55}" dt="2025-03-13T22:33:16.340" v="5297"/>
        <pc:sldMkLst>
          <pc:docMk/>
          <pc:sldMk cId="799805899" sldId="4850"/>
        </pc:sldMkLst>
      </pc:sldChg>
      <pc:sldChg chg="modSp add mod modAnim">
        <pc:chgData name="Prazyan, Levon" userId="ed024b0e-4a1a-418a-8ca0-755e149680c9" providerId="ADAL" clId="{554D79F6-B906-4B99-A700-BA9440B7ED55}" dt="2025-03-13T23:03:39.421" v="5397" actId="20577"/>
        <pc:sldMkLst>
          <pc:docMk/>
          <pc:sldMk cId="2677679107" sldId="4851"/>
        </pc:sldMkLst>
      </pc:sldChg>
      <pc:sldChg chg="addSp modSp new mod setBg">
        <pc:chgData name="Prazyan, Levon" userId="ed024b0e-4a1a-418a-8ca0-755e149680c9" providerId="ADAL" clId="{554D79F6-B906-4B99-A700-BA9440B7ED55}" dt="2025-03-20T17:24:42.296" v="5798"/>
        <pc:sldMkLst>
          <pc:docMk/>
          <pc:sldMk cId="2368057513" sldId="4852"/>
        </pc:sldMkLst>
      </pc:sldChg>
      <pc:sldChg chg="addSp delSp modSp new mod">
        <pc:chgData name="Prazyan, Levon" userId="ed024b0e-4a1a-418a-8ca0-755e149680c9" providerId="ADAL" clId="{554D79F6-B906-4B99-A700-BA9440B7ED55}" dt="2025-03-20T16:43:39.355" v="5673" actId="20577"/>
        <pc:sldMkLst>
          <pc:docMk/>
          <pc:sldMk cId="914112463" sldId="4853"/>
        </pc:sldMkLst>
      </pc:sldChg>
      <pc:sldChg chg="modSp new mod modAnim">
        <pc:chgData name="Prazyan, Levon" userId="ed024b0e-4a1a-418a-8ca0-755e149680c9" providerId="ADAL" clId="{554D79F6-B906-4B99-A700-BA9440B7ED55}" dt="2025-03-20T17:32:32.650" v="5803"/>
        <pc:sldMkLst>
          <pc:docMk/>
          <pc:sldMk cId="27101886" sldId="4854"/>
        </pc:sldMkLst>
      </pc:sldChg>
      <pc:sldChg chg="addSp delSp modSp add mod">
        <pc:chgData name="Prazyan, Levon" userId="ed024b0e-4a1a-418a-8ca0-755e149680c9" providerId="ADAL" clId="{554D79F6-B906-4B99-A700-BA9440B7ED55}" dt="2025-03-20T17:14:25.316" v="5699" actId="5793"/>
        <pc:sldMkLst>
          <pc:docMk/>
          <pc:sldMk cId="444794002" sldId="4855"/>
        </pc:sldMkLst>
      </pc:sldChg>
      <pc:sldChg chg="addSp modSp new mod setBg">
        <pc:chgData name="Prazyan, Levon" userId="ed024b0e-4a1a-418a-8ca0-755e149680c9" providerId="ADAL" clId="{554D79F6-B906-4B99-A700-BA9440B7ED55}" dt="2025-03-20T17:45:49.001" v="5876" actId="6549"/>
        <pc:sldMkLst>
          <pc:docMk/>
          <pc:sldMk cId="1612940519" sldId="4856"/>
        </pc:sldMkLst>
      </pc:sldChg>
      <pc:sldChg chg="modSp add del mod">
        <pc:chgData name="Prazyan, Levon" userId="ed024b0e-4a1a-418a-8ca0-755e149680c9" providerId="ADAL" clId="{554D79F6-B906-4B99-A700-BA9440B7ED55}" dt="2025-03-20T17:32:36.050" v="5804" actId="47"/>
        <pc:sldMkLst>
          <pc:docMk/>
          <pc:sldMk cId="2545105816" sldId="4856"/>
        </pc:sldMkLst>
      </pc:sldChg>
      <pc:sldChg chg="modSp new mod">
        <pc:chgData name="Prazyan, Levon" userId="ed024b0e-4a1a-418a-8ca0-755e149680c9" providerId="ADAL" clId="{554D79F6-B906-4B99-A700-BA9440B7ED55}" dt="2025-03-20T18:53:05.273" v="5953" actId="255"/>
        <pc:sldMkLst>
          <pc:docMk/>
          <pc:sldMk cId="3626025234" sldId="4857"/>
        </pc:sldMkLst>
      </pc:sldChg>
      <pc:sldChg chg="addSp delSp modSp new mod">
        <pc:chgData name="Prazyan, Levon" userId="ed024b0e-4a1a-418a-8ca0-755e149680c9" providerId="ADAL" clId="{554D79F6-B906-4B99-A700-BA9440B7ED55}" dt="2025-03-20T18:22:10.330" v="5918"/>
        <pc:sldMkLst>
          <pc:docMk/>
          <pc:sldMk cId="3717698476" sldId="485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901138598" sldId="494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773235153" sldId="4949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55693447" sldId="4950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912631314" sldId="4951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641044240" sldId="4952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246169011" sldId="4953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332307132" sldId="4954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934335095" sldId="4955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14543782" sldId="4956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134609102" sldId="4957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862852401" sldId="495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4191637311" sldId="4959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4240517729" sldId="4960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24865215" sldId="4961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4066117744" sldId="4962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747706484" sldId="4963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456664564" sldId="4966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957351842" sldId="4967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740027759" sldId="496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637528904" sldId="496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O(n^2)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InsertionSort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255</c:v>
                </c:pt>
                <c:pt idx="1">
                  <c:v>370</c:v>
                </c:pt>
                <c:pt idx="2">
                  <c:v>535</c:v>
                </c:pt>
                <c:pt idx="3">
                  <c:v>766</c:v>
                </c:pt>
                <c:pt idx="4">
                  <c:v>1102</c:v>
                </c:pt>
                <c:pt idx="5">
                  <c:v>1576</c:v>
                </c:pt>
                <c:pt idx="6">
                  <c:v>2294</c:v>
                </c:pt>
                <c:pt idx="7">
                  <c:v>3321</c:v>
                </c:pt>
                <c:pt idx="8">
                  <c:v>4776</c:v>
                </c:pt>
                <c:pt idx="9">
                  <c:v>6877</c:v>
                </c:pt>
                <c:pt idx="10">
                  <c:v>9837</c:v>
                </c:pt>
                <c:pt idx="11">
                  <c:v>14265</c:v>
                </c:pt>
                <c:pt idx="12">
                  <c:v>20512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50-4B8B-9645-CAC3960BA24A}"/>
            </c:ext>
          </c:extLst>
        </c:ser>
        <c:ser>
          <c:idx val="2"/>
          <c:order val="1"/>
          <c:tx>
            <c:v>BubbleSort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1191</c:v>
                </c:pt>
                <c:pt idx="1">
                  <c:v>1713</c:v>
                </c:pt>
                <c:pt idx="2">
                  <c:v>2466</c:v>
                </c:pt>
                <c:pt idx="3">
                  <c:v>3551</c:v>
                </c:pt>
                <c:pt idx="4">
                  <c:v>5119</c:v>
                </c:pt>
                <c:pt idx="5">
                  <c:v>7369</c:v>
                </c:pt>
                <c:pt idx="6">
                  <c:v>10589</c:v>
                </c:pt>
                <c:pt idx="7">
                  <c:v>15267</c:v>
                </c:pt>
                <c:pt idx="8">
                  <c:v>22016</c:v>
                </c:pt>
                <c:pt idx="9">
                  <c:v>31763</c:v>
                </c:pt>
                <c:pt idx="10">
                  <c:v>45843</c:v>
                </c:pt>
                <c:pt idx="11">
                  <c:v>66674</c:v>
                </c:pt>
                <c:pt idx="12">
                  <c:v>97726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50-4B8B-9645-CAC3960BA2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1011711"/>
        <c:axId val="711012191"/>
      </c:lineChart>
      <c:catAx>
        <c:axId val="7110117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 of Elements in std::vector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012191"/>
        <c:crosses val="autoZero"/>
        <c:auto val="1"/>
        <c:lblAlgn val="ctr"/>
        <c:lblOffset val="100"/>
        <c:noMultiLvlLbl val="0"/>
      </c:catAx>
      <c:valAx>
        <c:axId val="711012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011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/>
              <a:t>O(n*logn)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std::sort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9</c:v>
                </c:pt>
                <c:pt idx="9">
                  <c:v>11</c:v>
                </c:pt>
                <c:pt idx="10">
                  <c:v>13</c:v>
                </c:pt>
                <c:pt idx="11">
                  <c:v>16</c:v>
                </c:pt>
                <c:pt idx="1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8B-4D5A-AA33-CF0488F1CF84}"/>
            </c:ext>
          </c:extLst>
        </c:ser>
        <c:ser>
          <c:idx val="2"/>
          <c:order val="1"/>
          <c:tx>
            <c:v>HeapSort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12</c:v>
                </c:pt>
                <c:pt idx="4">
                  <c:v>14</c:v>
                </c:pt>
                <c:pt idx="5">
                  <c:v>18</c:v>
                </c:pt>
                <c:pt idx="6">
                  <c:v>22</c:v>
                </c:pt>
                <c:pt idx="7">
                  <c:v>27</c:v>
                </c:pt>
                <c:pt idx="8">
                  <c:v>33</c:v>
                </c:pt>
                <c:pt idx="9">
                  <c:v>41</c:v>
                </c:pt>
                <c:pt idx="10">
                  <c:v>50</c:v>
                </c:pt>
                <c:pt idx="11">
                  <c:v>61</c:v>
                </c:pt>
                <c:pt idx="12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8B-4D5A-AA33-CF0488F1C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3852159"/>
        <c:axId val="1253854079"/>
      </c:lineChart>
      <c:catAx>
        <c:axId val="12538521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Number</a:t>
                </a:r>
                <a:r>
                  <a:rPr lang="en-US" sz="2400" baseline="0"/>
                  <a:t> of Elements in std::vector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854079"/>
        <c:crosses val="autoZero"/>
        <c:auto val="1"/>
        <c:lblAlgn val="ctr"/>
        <c:lblOffset val="100"/>
        <c:noMultiLvlLbl val="0"/>
      </c:catAx>
      <c:valAx>
        <c:axId val="1253854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852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Insertion Sort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vector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Sheet1!$B$29:$B$37</c:f>
              <c:numCache>
                <c:formatCode>General</c:formatCode>
                <c:ptCount val="9"/>
                <c:pt idx="0">
                  <c:v>263</c:v>
                </c:pt>
                <c:pt idx="1">
                  <c:v>375</c:v>
                </c:pt>
                <c:pt idx="2">
                  <c:v>539</c:v>
                </c:pt>
                <c:pt idx="3">
                  <c:v>784</c:v>
                </c:pt>
                <c:pt idx="4">
                  <c:v>1132</c:v>
                </c:pt>
                <c:pt idx="5">
                  <c:v>1620</c:v>
                </c:pt>
                <c:pt idx="6">
                  <c:v>2322</c:v>
                </c:pt>
                <c:pt idx="7">
                  <c:v>3344</c:v>
                </c:pt>
                <c:pt idx="8">
                  <c:v>4801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54-4B7C-8127-05C472C31267}"/>
            </c:ext>
          </c:extLst>
        </c:ser>
        <c:ser>
          <c:idx val="3"/>
          <c:order val="2"/>
          <c:tx>
            <c:v>list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Sheet1!$D$29:$D$37</c:f>
              <c:numCache>
                <c:formatCode>General</c:formatCode>
                <c:ptCount val="9"/>
                <c:pt idx="0">
                  <c:v>538</c:v>
                </c:pt>
                <c:pt idx="1">
                  <c:v>775</c:v>
                </c:pt>
                <c:pt idx="2">
                  <c:v>1098</c:v>
                </c:pt>
                <c:pt idx="3">
                  <c:v>1584</c:v>
                </c:pt>
                <c:pt idx="4">
                  <c:v>2294</c:v>
                </c:pt>
                <c:pt idx="5">
                  <c:v>3295</c:v>
                </c:pt>
                <c:pt idx="6">
                  <c:v>4738</c:v>
                </c:pt>
                <c:pt idx="7">
                  <c:v>6849</c:v>
                </c:pt>
                <c:pt idx="8">
                  <c:v>9802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54-4B7C-8127-05C472C31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6957743"/>
        <c:axId val="1166958703"/>
        <c:extLst>
          <c:ext xmlns:c15="http://schemas.microsoft.com/office/drawing/2012/chart" uri="{02D57815-91ED-43cb-92C2-25804820EDAC}">
            <c15:filteredLineSeries>
              <c15:ser>
                <c:idx val="2"/>
                <c:order val="1"/>
                <c:tx>
                  <c:v>deque</c:v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Sheet1!$A$29:$A$37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10000</c:v>
                      </c:pt>
                      <c:pt idx="1">
                        <c:v>12000</c:v>
                      </c:pt>
                      <c:pt idx="2">
                        <c:v>14400</c:v>
                      </c:pt>
                      <c:pt idx="3">
                        <c:v>17280</c:v>
                      </c:pt>
                      <c:pt idx="4">
                        <c:v>20736</c:v>
                      </c:pt>
                      <c:pt idx="5">
                        <c:v>24883</c:v>
                      </c:pt>
                      <c:pt idx="6">
                        <c:v>29859</c:v>
                      </c:pt>
                      <c:pt idx="7">
                        <c:v>35830</c:v>
                      </c:pt>
                      <c:pt idx="8">
                        <c:v>42996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Sheet1!$C$29:$C$37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276</c:v>
                      </c:pt>
                      <c:pt idx="1">
                        <c:v>396</c:v>
                      </c:pt>
                      <c:pt idx="2">
                        <c:v>568</c:v>
                      </c:pt>
                      <c:pt idx="3">
                        <c:v>822</c:v>
                      </c:pt>
                      <c:pt idx="4">
                        <c:v>1186</c:v>
                      </c:pt>
                      <c:pt idx="5">
                        <c:v>1703</c:v>
                      </c:pt>
                      <c:pt idx="6">
                        <c:v>2456</c:v>
                      </c:pt>
                      <c:pt idx="7">
                        <c:v>3503</c:v>
                      </c:pt>
                      <c:pt idx="8">
                        <c:v>5087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F454-4B7C-8127-05C472C31267}"/>
                  </c:ext>
                </c:extLst>
              </c15:ser>
            </c15:filteredLineSeries>
          </c:ext>
        </c:extLst>
      </c:lineChart>
      <c:catAx>
        <c:axId val="1166957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Number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6958703"/>
        <c:crosses val="autoZero"/>
        <c:auto val="1"/>
        <c:lblAlgn val="ctr"/>
        <c:lblOffset val="100"/>
        <c:noMultiLvlLbl val="0"/>
      </c:catAx>
      <c:valAx>
        <c:axId val="1166958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6957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Heap Sort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vector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Sheet1!$E$29:$E$37</c:f>
              <c:numCache>
                <c:formatCode>General</c:formatCode>
                <c:ptCount val="9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11</c:v>
                </c:pt>
                <c:pt idx="4">
                  <c:v>14</c:v>
                </c:pt>
                <c:pt idx="5">
                  <c:v>17</c:v>
                </c:pt>
                <c:pt idx="6">
                  <c:v>21</c:v>
                </c:pt>
                <c:pt idx="7">
                  <c:v>26</c:v>
                </c:pt>
                <c:pt idx="8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29-44A8-83DB-7932823EE604}"/>
            </c:ext>
          </c:extLst>
        </c:ser>
        <c:ser>
          <c:idx val="3"/>
          <c:order val="2"/>
          <c:tx>
            <c:v>list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Sheet1!$G$29:$G$37</c:f>
              <c:numCache>
                <c:formatCode>General</c:formatCode>
                <c:ptCount val="9"/>
                <c:pt idx="0">
                  <c:v>1321</c:v>
                </c:pt>
                <c:pt idx="1">
                  <c:v>2005</c:v>
                </c:pt>
                <c:pt idx="2">
                  <c:v>2876</c:v>
                </c:pt>
                <c:pt idx="3">
                  <c:v>4868</c:v>
                </c:pt>
                <c:pt idx="4">
                  <c:v>6678</c:v>
                </c:pt>
                <c:pt idx="5">
                  <c:v>10512</c:v>
                </c:pt>
                <c:pt idx="6">
                  <c:v>13567</c:v>
                </c:pt>
                <c:pt idx="7">
                  <c:v>18834</c:v>
                </c:pt>
                <c:pt idx="8">
                  <c:v>36754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29-44A8-83DB-7932823EE60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50243503"/>
        <c:axId val="1250242063"/>
        <c:extLst>
          <c:ext xmlns:c15="http://schemas.microsoft.com/office/drawing/2012/chart" uri="{02D57815-91ED-43cb-92C2-25804820EDAC}">
            <c15:filteredLineSeries>
              <c15:ser>
                <c:idx val="2"/>
                <c:order val="1"/>
                <c:tx>
                  <c:v>deque</c:v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20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Sheet1!$A$29:$A$37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10000</c:v>
                      </c:pt>
                      <c:pt idx="1">
                        <c:v>12000</c:v>
                      </c:pt>
                      <c:pt idx="2">
                        <c:v>14400</c:v>
                      </c:pt>
                      <c:pt idx="3">
                        <c:v>17280</c:v>
                      </c:pt>
                      <c:pt idx="4">
                        <c:v>20736</c:v>
                      </c:pt>
                      <c:pt idx="5">
                        <c:v>24883</c:v>
                      </c:pt>
                      <c:pt idx="6">
                        <c:v>29859</c:v>
                      </c:pt>
                      <c:pt idx="7">
                        <c:v>35830</c:v>
                      </c:pt>
                      <c:pt idx="8">
                        <c:v>42996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Sheet1!$F$29:$F$37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15</c:v>
                      </c:pt>
                      <c:pt idx="1">
                        <c:v>18</c:v>
                      </c:pt>
                      <c:pt idx="2">
                        <c:v>22</c:v>
                      </c:pt>
                      <c:pt idx="3">
                        <c:v>27</c:v>
                      </c:pt>
                      <c:pt idx="4">
                        <c:v>34</c:v>
                      </c:pt>
                      <c:pt idx="5">
                        <c:v>41</c:v>
                      </c:pt>
                      <c:pt idx="6">
                        <c:v>50</c:v>
                      </c:pt>
                      <c:pt idx="7">
                        <c:v>62</c:v>
                      </c:pt>
                      <c:pt idx="8">
                        <c:v>76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8329-44A8-83DB-7932823EE604}"/>
                  </c:ext>
                </c:extLst>
              </c15:ser>
            </c15:filteredLineSeries>
          </c:ext>
        </c:extLst>
      </c:lineChart>
      <c:catAx>
        <c:axId val="1250243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0242063"/>
        <c:crosses val="autoZero"/>
        <c:auto val="1"/>
        <c:lblAlgn val="ctr"/>
        <c:lblOffset val="100"/>
        <c:noMultiLvlLbl val="0"/>
      </c:catAx>
      <c:valAx>
        <c:axId val="1250242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0243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image" Target="../media/image47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761302-01C4-4AF8-A427-7F7297056A5F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mc:AlternateContent xmlns:mc="http://schemas.openxmlformats.org/markup-compatibility/2006" xmlns:a14="http://schemas.microsoft.com/office/drawing/2010/main">
      <mc:Choice Requires="a14">
        <dgm:pt modelId="{AE1E9C49-6A58-44D7-9672-52D87810359A}">
          <dgm:prSet phldrT="[Text]"/>
          <dgm:spPr/>
          <dgm:t>
            <a:bodyPr/>
            <a:lstStyle/>
            <a:p>
              <a:r>
                <a:rPr lang="en-US" dirty="0"/>
                <a:t>Worst-case running time: </a:t>
              </a:r>
              <a14:m>
                <m:oMath xmlns:m="http://schemas.openxmlformats.org/officeDocument/2006/math">
                  <m:r>
                    <a:rPr lang="el-GR">
                      <a:latin typeface="Cambria Math" panose="02040503050406030204" pitchFamily="18" charset="0"/>
                    </a:rPr>
                    <m:t>𝛩</m:t>
                  </m:r>
                  <m:d>
                    <m:dPr>
                      <m:ctrlPr>
                        <a:rPr lang="en-US" i="1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AE1E9C49-6A58-44D7-9672-52D87810359A}">
          <dgm:prSet phldrT="[Text]"/>
          <dgm:spPr/>
          <dgm:t>
            <a:bodyPr/>
            <a:lstStyle/>
            <a:p>
              <a:r>
                <a:rPr lang="en-US" dirty="0"/>
                <a:t>Worst-case running time: </a:t>
              </a:r>
              <a:r>
                <a:rPr lang="el-GR" i="0">
                  <a:latin typeface="Cambria Math" panose="02040503050406030204" pitchFamily="18" charset="0"/>
                </a:rPr>
                <a:t>𝛩</a:t>
              </a:r>
              <a:r>
                <a:rPr lang="en-US" i="0">
                  <a:latin typeface="Cambria Math" panose="02040503050406030204" pitchFamily="18" charset="0"/>
                </a:rPr>
                <a:t>(𝑛^2 )</a:t>
              </a:r>
              <a:endParaRPr lang="en-US" dirty="0"/>
            </a:p>
          </dgm:t>
        </dgm:pt>
      </mc:Fallback>
    </mc:AlternateContent>
    <dgm:pt modelId="{18167A1A-8F2B-40B8-B735-4EFF752D2F84}" type="parTrans" cxnId="{0C751366-46E4-4A43-A39D-49870F0245B9}">
      <dgm:prSet/>
      <dgm:spPr/>
      <dgm:t>
        <a:bodyPr/>
        <a:lstStyle/>
        <a:p>
          <a:endParaRPr lang="en-US"/>
        </a:p>
      </dgm:t>
    </dgm:pt>
    <dgm:pt modelId="{E48DA155-C1A6-480A-AA40-6D279C9B21FB}" type="sibTrans" cxnId="{0C751366-46E4-4A43-A39D-49870F0245B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4F806FB-42F9-4988-965E-F51156A2D78F}">
          <dgm:prSet phldrT="[Text]" custT="1"/>
          <dgm:spPr/>
          <dgm:t>
            <a:bodyPr/>
            <a:lstStyle/>
            <a:p>
              <a:r>
                <a:rPr lang="en-US" sz="6300" kern="1200" dirty="0"/>
                <a:t>Average-case running time: </a:t>
              </a:r>
              <a14:m>
                <m:oMath xmlns:m="http://schemas.openxmlformats.org/officeDocument/2006/math">
                  <m:r>
                    <a:rPr lang="el-GR" sz="6300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+mn-cs"/>
                    </a:rPr>
                    <m:t>𝛩</m:t>
                  </m:r>
                  <m:d>
                    <m:dPr>
                      <m:ctrlPr>
                        <a:rPr lang="en-US" sz="6300" i="1" kern="120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</m:ctrlPr>
                    </m:dPr>
                    <m:e>
                      <m:r>
                        <a:rPr lang="en-US" sz="6300" kern="120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func>
                        <m:funcPr>
                          <m:ctrlPr>
                            <a:rPr lang="en-US" sz="6300" i="1" kern="120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6300" kern="120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r>
                            <a:rPr lang="en-US" sz="6300" kern="1200" smtClean="0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func>
                    </m:e>
                  </m:d>
                </m:oMath>
              </a14:m>
              <a:endParaRPr lang="en-US" sz="63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dgm:t>
        </dgm:pt>
      </mc:Choice>
      <mc:Fallback xmlns="">
        <dgm:pt modelId="{04F806FB-42F9-4988-965E-F51156A2D78F}">
          <dgm:prSet phldrT="[Text]" custT="1"/>
          <dgm:spPr/>
          <dgm:t>
            <a:bodyPr/>
            <a:lstStyle/>
            <a:p>
              <a:r>
                <a:rPr lang="en-US" sz="6300" kern="1200" dirty="0"/>
                <a:t>Average-case running time: </a:t>
              </a:r>
              <a:r>
                <a:rPr lang="el-GR" sz="6300" i="0" kern="120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𝛩</a:t>
              </a:r>
              <a:r>
                <a:rPr lang="en-US" sz="6300" i="0" kern="120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(𝑛 log⁡𝑛 )</a:t>
              </a:r>
              <a:endParaRPr lang="en-US" sz="63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dgm:t>
        </dgm:pt>
      </mc:Fallback>
    </mc:AlternateContent>
    <dgm:pt modelId="{85966AC9-565B-4A8D-B84F-38B0051FEFF4}" type="parTrans" cxnId="{6500F916-617B-41BE-9C0A-63F3BF4D25E3}">
      <dgm:prSet/>
      <dgm:spPr/>
      <dgm:t>
        <a:bodyPr/>
        <a:lstStyle/>
        <a:p>
          <a:endParaRPr lang="en-US"/>
        </a:p>
      </dgm:t>
    </dgm:pt>
    <dgm:pt modelId="{35386B41-3736-4F9F-AB57-74FD87187181}" type="sibTrans" cxnId="{6500F916-617B-41BE-9C0A-63F3BF4D25E3}">
      <dgm:prSet/>
      <dgm:spPr/>
      <dgm:t>
        <a:bodyPr/>
        <a:lstStyle/>
        <a:p>
          <a:endParaRPr lang="en-US"/>
        </a:p>
      </dgm:t>
    </dgm:pt>
    <dgm:pt modelId="{8AA52ABC-D661-4FC3-9CA5-08D2026508BB}" type="pres">
      <dgm:prSet presAssocID="{15761302-01C4-4AF8-A427-7F7297056A5F}" presName="Name0" presStyleCnt="0">
        <dgm:presLayoutVars>
          <dgm:resizeHandles/>
        </dgm:presLayoutVars>
      </dgm:prSet>
      <dgm:spPr/>
    </dgm:pt>
    <dgm:pt modelId="{DD56B9BA-CF89-49C9-9843-270C03CA03C9}" type="pres">
      <dgm:prSet presAssocID="{AE1E9C49-6A58-44D7-9672-52D87810359A}" presName="text" presStyleLbl="node1" presStyleIdx="0" presStyleCnt="2" custScaleX="157892">
        <dgm:presLayoutVars>
          <dgm:bulletEnabled val="1"/>
        </dgm:presLayoutVars>
      </dgm:prSet>
      <dgm:spPr/>
    </dgm:pt>
    <dgm:pt modelId="{45A08A30-5205-40C4-AF78-A28B22108190}" type="pres">
      <dgm:prSet presAssocID="{E48DA155-C1A6-480A-AA40-6D279C9B21FB}" presName="space" presStyleCnt="0"/>
      <dgm:spPr/>
    </dgm:pt>
    <dgm:pt modelId="{86DE960A-B729-4FBF-A4AD-5A541DD50682}" type="pres">
      <dgm:prSet presAssocID="{04F806FB-42F9-4988-965E-F51156A2D78F}" presName="text" presStyleLbl="node1" presStyleIdx="1" presStyleCnt="2" custScaleX="143659">
        <dgm:presLayoutVars>
          <dgm:bulletEnabled val="1"/>
        </dgm:presLayoutVars>
      </dgm:prSet>
      <dgm:spPr/>
    </dgm:pt>
  </dgm:ptLst>
  <dgm:cxnLst>
    <dgm:cxn modelId="{6500F916-617B-41BE-9C0A-63F3BF4D25E3}" srcId="{15761302-01C4-4AF8-A427-7F7297056A5F}" destId="{04F806FB-42F9-4988-965E-F51156A2D78F}" srcOrd="1" destOrd="0" parTransId="{85966AC9-565B-4A8D-B84F-38B0051FEFF4}" sibTransId="{35386B41-3736-4F9F-AB57-74FD87187181}"/>
    <dgm:cxn modelId="{0C751366-46E4-4A43-A39D-49870F0245B9}" srcId="{15761302-01C4-4AF8-A427-7F7297056A5F}" destId="{AE1E9C49-6A58-44D7-9672-52D87810359A}" srcOrd="0" destOrd="0" parTransId="{18167A1A-8F2B-40B8-B735-4EFF752D2F84}" sibTransId="{E48DA155-C1A6-480A-AA40-6D279C9B21FB}"/>
    <dgm:cxn modelId="{2A7D1B54-B4D2-46A7-BF52-65022150A03B}" type="presOf" srcId="{04F806FB-42F9-4988-965E-F51156A2D78F}" destId="{86DE960A-B729-4FBF-A4AD-5A541DD50682}" srcOrd="0" destOrd="0" presId="urn:diagrams.loki3.com/VaryingWidthList"/>
    <dgm:cxn modelId="{0DCC47E2-BA7C-46F9-87CE-52DBE060F6C4}" type="presOf" srcId="{AE1E9C49-6A58-44D7-9672-52D87810359A}" destId="{DD56B9BA-CF89-49C9-9843-270C03CA03C9}" srcOrd="0" destOrd="0" presId="urn:diagrams.loki3.com/VaryingWidthList"/>
    <dgm:cxn modelId="{5DF9BDE2-FAC0-4B46-B4DA-6AE6A8976A4B}" type="presOf" srcId="{15761302-01C4-4AF8-A427-7F7297056A5F}" destId="{8AA52ABC-D661-4FC3-9CA5-08D2026508BB}" srcOrd="0" destOrd="0" presId="urn:diagrams.loki3.com/VaryingWidthList"/>
    <dgm:cxn modelId="{27F432DC-168D-4B8A-B2A1-45B20CCD68D6}" type="presParOf" srcId="{8AA52ABC-D661-4FC3-9CA5-08D2026508BB}" destId="{DD56B9BA-CF89-49C9-9843-270C03CA03C9}" srcOrd="0" destOrd="0" presId="urn:diagrams.loki3.com/VaryingWidthList"/>
    <dgm:cxn modelId="{E7C3ED31-2C3C-45A7-9768-0A53E6F528AE}" type="presParOf" srcId="{8AA52ABC-D661-4FC3-9CA5-08D2026508BB}" destId="{45A08A30-5205-40C4-AF78-A28B22108190}" srcOrd="1" destOrd="0" presId="urn:diagrams.loki3.com/VaryingWidthList"/>
    <dgm:cxn modelId="{9F466C71-A423-4B89-AA21-AFA703D3990E}" type="presParOf" srcId="{8AA52ABC-D661-4FC3-9CA5-08D2026508BB}" destId="{86DE960A-B729-4FBF-A4AD-5A541DD50682}" srcOrd="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761302-01C4-4AF8-A427-7F7297056A5F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AE1E9C49-6A58-44D7-9672-52D87810359A}">
      <dgm:prSet phldrT="[Text]"/>
      <dgm:spPr>
        <a:blipFill>
          <a:blip xmlns:r="http://schemas.openxmlformats.org/officeDocument/2006/relationships" r:embed="rId1"/>
          <a:stretch>
            <a:fillRect t="-738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8167A1A-8F2B-40B8-B735-4EFF752D2F84}" type="parTrans" cxnId="{0C751366-46E4-4A43-A39D-49870F0245B9}">
      <dgm:prSet/>
      <dgm:spPr/>
      <dgm:t>
        <a:bodyPr/>
        <a:lstStyle/>
        <a:p>
          <a:endParaRPr lang="en-US"/>
        </a:p>
      </dgm:t>
    </dgm:pt>
    <dgm:pt modelId="{E48DA155-C1A6-480A-AA40-6D279C9B21FB}" type="sibTrans" cxnId="{0C751366-46E4-4A43-A39D-49870F0245B9}">
      <dgm:prSet/>
      <dgm:spPr/>
      <dgm:t>
        <a:bodyPr/>
        <a:lstStyle/>
        <a:p>
          <a:endParaRPr lang="en-US"/>
        </a:p>
      </dgm:t>
    </dgm:pt>
    <dgm:pt modelId="{04F806FB-42F9-4988-965E-F51156A2D78F}">
      <dgm:prSet phldrT="[Text]" custT="1"/>
      <dgm:spPr>
        <a:blipFill>
          <a:blip xmlns:r="http://schemas.openxmlformats.org/officeDocument/2006/relationships" r:embed="rId2"/>
          <a:stretch>
            <a:fillRect t="-740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5966AC9-565B-4A8D-B84F-38B0051FEFF4}" type="parTrans" cxnId="{6500F916-617B-41BE-9C0A-63F3BF4D25E3}">
      <dgm:prSet/>
      <dgm:spPr/>
      <dgm:t>
        <a:bodyPr/>
        <a:lstStyle/>
        <a:p>
          <a:endParaRPr lang="en-US"/>
        </a:p>
      </dgm:t>
    </dgm:pt>
    <dgm:pt modelId="{35386B41-3736-4F9F-AB57-74FD87187181}" type="sibTrans" cxnId="{6500F916-617B-41BE-9C0A-63F3BF4D25E3}">
      <dgm:prSet/>
      <dgm:spPr/>
      <dgm:t>
        <a:bodyPr/>
        <a:lstStyle/>
        <a:p>
          <a:endParaRPr lang="en-US"/>
        </a:p>
      </dgm:t>
    </dgm:pt>
    <dgm:pt modelId="{8AA52ABC-D661-4FC3-9CA5-08D2026508BB}" type="pres">
      <dgm:prSet presAssocID="{15761302-01C4-4AF8-A427-7F7297056A5F}" presName="Name0" presStyleCnt="0">
        <dgm:presLayoutVars>
          <dgm:resizeHandles/>
        </dgm:presLayoutVars>
      </dgm:prSet>
      <dgm:spPr/>
    </dgm:pt>
    <dgm:pt modelId="{DD56B9BA-CF89-49C9-9843-270C03CA03C9}" type="pres">
      <dgm:prSet presAssocID="{AE1E9C49-6A58-44D7-9672-52D87810359A}" presName="text" presStyleLbl="node1" presStyleIdx="0" presStyleCnt="2" custScaleX="157892">
        <dgm:presLayoutVars>
          <dgm:bulletEnabled val="1"/>
        </dgm:presLayoutVars>
      </dgm:prSet>
      <dgm:spPr/>
    </dgm:pt>
    <dgm:pt modelId="{45A08A30-5205-40C4-AF78-A28B22108190}" type="pres">
      <dgm:prSet presAssocID="{E48DA155-C1A6-480A-AA40-6D279C9B21FB}" presName="space" presStyleCnt="0"/>
      <dgm:spPr/>
    </dgm:pt>
    <dgm:pt modelId="{86DE960A-B729-4FBF-A4AD-5A541DD50682}" type="pres">
      <dgm:prSet presAssocID="{04F806FB-42F9-4988-965E-F51156A2D78F}" presName="text" presStyleLbl="node1" presStyleIdx="1" presStyleCnt="2" custScaleX="143659">
        <dgm:presLayoutVars>
          <dgm:bulletEnabled val="1"/>
        </dgm:presLayoutVars>
      </dgm:prSet>
      <dgm:spPr/>
    </dgm:pt>
  </dgm:ptLst>
  <dgm:cxnLst>
    <dgm:cxn modelId="{6500F916-617B-41BE-9C0A-63F3BF4D25E3}" srcId="{15761302-01C4-4AF8-A427-7F7297056A5F}" destId="{04F806FB-42F9-4988-965E-F51156A2D78F}" srcOrd="1" destOrd="0" parTransId="{85966AC9-565B-4A8D-B84F-38B0051FEFF4}" sibTransId="{35386B41-3736-4F9F-AB57-74FD87187181}"/>
    <dgm:cxn modelId="{0C751366-46E4-4A43-A39D-49870F0245B9}" srcId="{15761302-01C4-4AF8-A427-7F7297056A5F}" destId="{AE1E9C49-6A58-44D7-9672-52D87810359A}" srcOrd="0" destOrd="0" parTransId="{18167A1A-8F2B-40B8-B735-4EFF752D2F84}" sibTransId="{E48DA155-C1A6-480A-AA40-6D279C9B21FB}"/>
    <dgm:cxn modelId="{2A7D1B54-B4D2-46A7-BF52-65022150A03B}" type="presOf" srcId="{04F806FB-42F9-4988-965E-F51156A2D78F}" destId="{86DE960A-B729-4FBF-A4AD-5A541DD50682}" srcOrd="0" destOrd="0" presId="urn:diagrams.loki3.com/VaryingWidthList"/>
    <dgm:cxn modelId="{0DCC47E2-BA7C-46F9-87CE-52DBE060F6C4}" type="presOf" srcId="{AE1E9C49-6A58-44D7-9672-52D87810359A}" destId="{DD56B9BA-CF89-49C9-9843-270C03CA03C9}" srcOrd="0" destOrd="0" presId="urn:diagrams.loki3.com/VaryingWidthList"/>
    <dgm:cxn modelId="{5DF9BDE2-FAC0-4B46-B4DA-6AE6A8976A4B}" type="presOf" srcId="{15761302-01C4-4AF8-A427-7F7297056A5F}" destId="{8AA52ABC-D661-4FC3-9CA5-08D2026508BB}" srcOrd="0" destOrd="0" presId="urn:diagrams.loki3.com/VaryingWidthList"/>
    <dgm:cxn modelId="{27F432DC-168D-4B8A-B2A1-45B20CCD68D6}" type="presParOf" srcId="{8AA52ABC-D661-4FC3-9CA5-08D2026508BB}" destId="{DD56B9BA-CF89-49C9-9843-270C03CA03C9}" srcOrd="0" destOrd="0" presId="urn:diagrams.loki3.com/VaryingWidthList"/>
    <dgm:cxn modelId="{E7C3ED31-2C3C-45A7-9768-0A53E6F528AE}" type="presParOf" srcId="{8AA52ABC-D661-4FC3-9CA5-08D2026508BB}" destId="{45A08A30-5205-40C4-AF78-A28B22108190}" srcOrd="1" destOrd="0" presId="urn:diagrams.loki3.com/VaryingWidthList"/>
    <dgm:cxn modelId="{9F466C71-A423-4B89-AA21-AFA703D3990E}" type="presParOf" srcId="{8AA52ABC-D661-4FC3-9CA5-08D2026508BB}" destId="{86DE960A-B729-4FBF-A4AD-5A541DD50682}" srcOrd="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6B9BA-CF89-49C9-9843-270C03CA03C9}">
      <dsp:nvSpPr>
        <dsp:cNvPr id="0" name=""/>
        <dsp:cNvSpPr/>
      </dsp:nvSpPr>
      <dsp:spPr>
        <a:xfrm>
          <a:off x="0" y="53"/>
          <a:ext cx="10515600" cy="21225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Worst-case running time: </a:t>
          </a:r>
          <a14:m xmlns:a14="http://schemas.microsoft.com/office/drawing/2010/main">
            <m:oMath xmlns:m="http://schemas.openxmlformats.org/officeDocument/2006/math">
              <m:r>
                <a:rPr lang="el-GR" sz="6300" kern="1200">
                  <a:latin typeface="Cambria Math" panose="02040503050406030204" pitchFamily="18" charset="0"/>
                </a:rPr>
                <m:t>𝛩</m:t>
              </m:r>
              <m:d>
                <m:dPr>
                  <m:ctrlPr>
                    <a:rPr lang="en-US" sz="6300" i="1" kern="1200"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en-US" sz="630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6300" kern="1200">
                          <a:latin typeface="Cambria Math" panose="02040503050406030204" pitchFamily="18" charset="0"/>
                        </a:rPr>
                        <m:t>𝑛</m:t>
                      </m:r>
                    </m:e>
                    <m:sup>
                      <m:r>
                        <a:rPr lang="en-US" sz="6300" kern="120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e>
              </m:d>
            </m:oMath>
          </a14:m>
          <a:endParaRPr lang="en-US" sz="6300" kern="1200" dirty="0"/>
        </a:p>
      </dsp:txBody>
      <dsp:txXfrm>
        <a:off x="0" y="53"/>
        <a:ext cx="10515600" cy="2122552"/>
      </dsp:txXfrm>
    </dsp:sp>
    <dsp:sp modelId="{86DE960A-B729-4FBF-A4AD-5A541DD50682}">
      <dsp:nvSpPr>
        <dsp:cNvPr id="0" name=""/>
        <dsp:cNvSpPr/>
      </dsp:nvSpPr>
      <dsp:spPr>
        <a:xfrm>
          <a:off x="15" y="2228732"/>
          <a:ext cx="10515569" cy="21225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Average-case running time: </a:t>
          </a:r>
          <a14:m xmlns:a14="http://schemas.microsoft.com/office/drawing/2010/main">
            <m:oMath xmlns:m="http://schemas.openxmlformats.org/officeDocument/2006/math">
              <m:r>
                <a:rPr lang="el-GR" sz="6300" kern="1200" smtClean="0">
                  <a:solidFill>
                    <a:prstClr val="white"/>
                  </a:solidFill>
                  <a:latin typeface="Cambria Math" panose="02040503050406030204" pitchFamily="18" charset="0"/>
                  <a:ea typeface="+mn-ea"/>
                  <a:cs typeface="+mn-cs"/>
                </a:rPr>
                <m:t>𝛩</m:t>
              </m:r>
              <m:d>
                <m:dPr>
                  <m:ctrlPr>
                    <a:rPr lang="en-US" sz="6300" i="1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+mn-cs"/>
                    </a:rPr>
                  </m:ctrlPr>
                </m:dPr>
                <m:e>
                  <m:r>
                    <a:rPr lang="en-US" sz="6300" kern="1200" smtClea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+mn-ea"/>
                      <a:cs typeface="+mn-cs"/>
                    </a:rPr>
                    <m:t>𝑛</m:t>
                  </m:r>
                  <m:func>
                    <m:funcPr>
                      <m:ctrlPr>
                        <a:rPr lang="en-US" sz="6300" i="1" kern="120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</m:ctrlPr>
                    </m:funcPr>
                    <m:fName>
                      <m:r>
                        <m:rPr>
                          <m:sty m:val="p"/>
                        </m:rPr>
                        <a:rPr lang="en-US" sz="6300" kern="120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log</m:t>
                      </m:r>
                    </m:fName>
                    <m:e>
                      <m:r>
                        <a:rPr lang="en-US" sz="6300" kern="1200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</m:e>
                  </m:func>
                </m:e>
              </m:d>
            </m:oMath>
          </a14:m>
          <a:endParaRPr lang="en-US" sz="63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5" y="2228732"/>
        <a:ext cx="10515569" cy="2122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Outer loop</a:t>
            </a:r>
            <a:r>
              <a:rPr lang="en-US" dirty="0"/>
              <a:t> runs for </a:t>
            </a:r>
            <a:r>
              <a:rPr lang="en-US" dirty="0" err="1"/>
              <a:t>A.length</a:t>
            </a:r>
            <a:r>
              <a:rPr lang="en-US" dirty="0"/>
              <a:t> elements</a:t>
            </a:r>
          </a:p>
          <a:p>
            <a:r>
              <a:rPr lang="en-US" b="1" dirty="0"/>
              <a:t>Inner loop</a:t>
            </a:r>
            <a:r>
              <a:rPr lang="en-US" dirty="0"/>
              <a:t> compares adjacent elements and swaps them if they are in the wrong order.</a:t>
            </a:r>
          </a:p>
          <a:p>
            <a:r>
              <a:rPr lang="en-US" b="1" dirty="0"/>
              <a:t>Optimization</a:t>
            </a:r>
            <a:r>
              <a:rPr lang="en-US" dirty="0"/>
              <a:t>: If no swaps occur in a full pass, the array is already sorted, and we can break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560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Bubble Sort works by repeatedly swapping adjacent elements if they are in the wrong order. After each full pass, the largest unsorted element "bubbles up" to its correct position.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9DB9-DBEB-3541-AA9A-06E2E99A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1B5F5-484E-A700-8008-9088C9D20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04A4A-5F60-484A-3F28-71F43F708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Bubble Sort works by repeatedly swapping adjacent elements if they are in the wrong order. After each full pass, the largest unsorted element "bubbles up" to its correct position.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5D113-00E6-2DE3-B0FA-92433D7A5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9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0570-4B0E-6F2E-5E2F-ABE5640B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C23CF-64D9-92BB-B696-BB46D26F4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B6807-11E5-EBD0-E7F3-94E979983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Bubble Sort works by repeatedly swapping adjacent elements if they are in the wrong order. After each full pass, the largest unsorted element "bubbles up" to its correct position.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CA8CD-4E27-0A92-6978-284C91DC8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692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8254-2B0C-50F7-9161-613F6F0E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087F8-38D2-D391-4A13-232D037BC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6A3B5-9CA0-3BFF-926A-980DE3A0F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Worst case: inverse sorted</a:t>
            </a:r>
          </a:p>
          <a:p>
            <a:r>
              <a:rPr lang="en-US" dirty="0"/>
              <a:t>Best case: sorted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0BC83-56F5-2D8C-5FA7-A66BE5476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23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 Sort is </a:t>
            </a:r>
            <a:r>
              <a:rPr lang="en-US" b="1" dirty="0"/>
              <a:t>stable</a:t>
            </a:r>
            <a:r>
              <a:rPr lang="en-US" dirty="0"/>
              <a:t> (it does not change the relative order of equal elements), which is useful in some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97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latin typeface="MT2MIT"/>
              </a:rPr>
              <a:t>A:</a:t>
            </a:r>
            <a:r>
              <a:rPr lang="en-US" sz="1800" b="1" i="1" u="none" strike="noStrike" baseline="0" dirty="0">
                <a:latin typeface="Times-Italic"/>
              </a:rPr>
              <a:t>length</a:t>
            </a:r>
            <a:r>
              <a:rPr lang="en-US" sz="1800" b="0" i="0" u="none" strike="noStrike" baseline="0" dirty="0">
                <a:latin typeface="Times-Roman"/>
              </a:rPr>
              <a:t>, which (as usual) gives the number of elements in the array, and</a:t>
            </a:r>
          </a:p>
          <a:p>
            <a:pPr algn="l"/>
            <a:r>
              <a:rPr lang="en-US" sz="1800" b="1" i="0" u="none" strike="noStrike" baseline="0" dirty="0">
                <a:latin typeface="MT2MIT"/>
              </a:rPr>
              <a:t>A:</a:t>
            </a:r>
            <a:r>
              <a:rPr lang="en-US" sz="1800" b="1" i="1" u="none" strike="noStrike" baseline="0" dirty="0">
                <a:latin typeface="Times-Italic"/>
              </a:rPr>
              <a:t>heap</a:t>
            </a:r>
            <a:r>
              <a:rPr lang="en-US" sz="1800" b="1" i="0" u="none" strike="noStrike" baseline="0" dirty="0">
                <a:latin typeface="Times-Roman"/>
              </a:rPr>
              <a:t>-</a:t>
            </a:r>
            <a:r>
              <a:rPr lang="en-US" sz="1800" b="1" i="1" u="none" strike="noStrike" baseline="0" dirty="0">
                <a:latin typeface="Times-Italic"/>
              </a:rPr>
              <a:t>size</a:t>
            </a:r>
            <a:r>
              <a:rPr lang="en-US" sz="1800" b="0" i="0" u="none" strike="noStrike" baseline="0" dirty="0">
                <a:latin typeface="Times-Roman"/>
              </a:rPr>
              <a:t>, which represents how many elements in the heap are stored within</a:t>
            </a:r>
          </a:p>
          <a:p>
            <a:pPr algn="l"/>
            <a:r>
              <a:rPr lang="en-US" sz="1800" b="0" i="0" u="none" strike="noStrike" baseline="0" dirty="0">
                <a:latin typeface="Times-Roman"/>
              </a:rPr>
              <a:t>array </a:t>
            </a:r>
            <a:r>
              <a:rPr lang="en-US" sz="1800" b="0" i="0" u="none" strike="noStrike" baseline="0" dirty="0">
                <a:latin typeface="MT2MIT"/>
              </a:rPr>
              <a:t>A</a:t>
            </a:r>
            <a:r>
              <a:rPr lang="en-US" sz="1800" b="0" i="0" u="none" strike="noStrike" baseline="0" dirty="0">
                <a:latin typeface="Times-Roman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343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the largest element in a max-heap is stored at the root,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561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BUILD-MAX-HEAP’ requires O(n*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logn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43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Constant factor of average case is small</a:t>
            </a:r>
          </a:p>
          <a:p>
            <a:r>
              <a:rPr lang="en-US" dirty="0"/>
              <a:t>Sort in place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053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By the discussion above, the algorithm makes at most </a:t>
            </a:r>
            <a:r>
              <a:rPr lang="en-US" sz="1800" b="0" i="0" u="none" strike="noStrike" baseline="0" dirty="0">
                <a:latin typeface="MT2MIT"/>
              </a:rPr>
              <a:t>n </a:t>
            </a:r>
            <a:r>
              <a:rPr lang="en-US" sz="1800" b="0" i="0" u="none" strike="noStrike" baseline="0" dirty="0">
                <a:latin typeface="Times-Roman"/>
              </a:rPr>
              <a:t>calls to PARTITION, each of which does a constant amount of work and then executes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some number of times. Each iteration of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executes line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9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00F8-18B0-B0EF-6734-0DFEEFF4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7F1C3-24B7-25DE-6CA0-1DB980F7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41D7B-CB4E-C92C-DE73-573A25971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By the discussion above, the algorithm makes at most </a:t>
            </a:r>
            <a:r>
              <a:rPr lang="en-US" sz="1800" b="0" i="0" u="none" strike="noStrike" baseline="0" dirty="0">
                <a:latin typeface="MT2MIT"/>
              </a:rPr>
              <a:t>n </a:t>
            </a:r>
            <a:r>
              <a:rPr lang="en-US" sz="1800" b="0" i="0" u="none" strike="noStrike" baseline="0" dirty="0">
                <a:latin typeface="Times-Roman"/>
              </a:rPr>
              <a:t>calls to PARTITION, each of which does a constant amount of work and then executes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some number of times. Each iteration of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executes line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40045-99F8-277F-B4DC-4D276632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00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C51B-DE14-64DC-877C-BF32D060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9D355-32F6-9E7C-B0F8-CFFF30EAF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09B8D-CDC4-5C74-7699-E5DB38539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By the discussion above, the algorithm makes at most </a:t>
            </a:r>
            <a:r>
              <a:rPr lang="en-US" sz="1800" b="0" i="0" u="none" strike="noStrike" baseline="0" dirty="0">
                <a:latin typeface="MT2MIT"/>
              </a:rPr>
              <a:t>n </a:t>
            </a:r>
            <a:r>
              <a:rPr lang="en-US" sz="1800" b="0" i="0" u="none" strike="noStrike" baseline="0" dirty="0">
                <a:latin typeface="Times-Roman"/>
              </a:rPr>
              <a:t>calls to PARTITION, each of which does a constant amount of work and then executes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some number of times. Each iteration of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executes line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89B6F-B494-E323-A614-8EFF18FAC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02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950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59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02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Introduction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Sorting and Searching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Arrays and Lists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Stacks and Queues, Double Ended Queue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Heaps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Trees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Hash Tables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Dynamic Programming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Greedy Algorithms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Graph Algorithms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Network Flow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NP-Completeness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20D2-889E-FEA2-1295-77DF564AB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Illustration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A3F659-AB41-8D3F-34F6-E0FD6EB7DE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321" y="1770981"/>
            <a:ext cx="5089357" cy="472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33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1954-006F-716D-0F06-F654D2F1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E4228C-DBBE-876F-D4E0-0FC7CAB6FA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654" y="1942592"/>
            <a:ext cx="4954691" cy="297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46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F87A-B5CA-060D-7927-C3D99794F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4A54-0BD1-AF38-2125-1BD1ADC8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9C971-7A69-BB91-C1C1-BDC03E97B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2356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BubbleSort</a:t>
            </a:r>
            <a:r>
              <a:rPr lang="en-US" dirty="0"/>
              <a:t>(A):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1 to </a:t>
            </a:r>
            <a:r>
              <a:rPr lang="en-US" dirty="0" err="1"/>
              <a:t>A.length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swapped = false</a:t>
            </a:r>
          </a:p>
          <a:p>
            <a:pPr marL="0" indent="0">
              <a:buNone/>
            </a:pPr>
            <a:r>
              <a:rPr lang="en-US" dirty="0"/>
              <a:t>        for j = 1 to </a:t>
            </a:r>
            <a:r>
              <a:rPr lang="en-US" dirty="0" err="1"/>
              <a:t>A.length-i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A[j] &gt; A[j+1]</a:t>
            </a:r>
          </a:p>
          <a:p>
            <a:pPr marL="0" indent="0">
              <a:buNone/>
            </a:pPr>
            <a:r>
              <a:rPr lang="en-US" dirty="0"/>
              <a:t>                swap(A[j], A[j+1])</a:t>
            </a:r>
          </a:p>
          <a:p>
            <a:pPr marL="0" indent="0">
              <a:buNone/>
            </a:pPr>
            <a:r>
              <a:rPr lang="en-US" dirty="0"/>
              <a:t>                swapped = true</a:t>
            </a:r>
          </a:p>
          <a:p>
            <a:pPr marL="0" indent="0">
              <a:buNone/>
            </a:pPr>
            <a:r>
              <a:rPr lang="en-US" dirty="0"/>
              <a:t>        if swapped == false:</a:t>
            </a:r>
          </a:p>
          <a:p>
            <a:pPr marL="0" indent="0">
              <a:buNone/>
            </a:pPr>
            <a:r>
              <a:rPr lang="en-US" dirty="0"/>
              <a:t>            break  // exit early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The bubble sort in action">
            <a:extLst>
              <a:ext uri="{FF2B5EF4-FFF2-40B4-BE49-F238E27FC236}">
                <a16:creationId xmlns:a16="http://schemas.microsoft.com/office/drawing/2014/main" id="{01D8192D-DD5F-A037-1EDD-E1DCF9C94CA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9"/>
          <a:stretch/>
        </p:blipFill>
        <p:spPr bwMode="auto">
          <a:xfrm>
            <a:off x="5161762" y="818809"/>
            <a:ext cx="6774134" cy="578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09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D6E9A-78CF-3A7F-852C-0F19C971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48A5-9C83-F4D9-DE4D-943A7CD1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1D80C-CAB3-4A50-7F59-58F3927793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BubbleSort</a:t>
            </a:r>
            <a:r>
              <a:rPr lang="en-US" dirty="0"/>
              <a:t>(A):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1 to </a:t>
            </a:r>
            <a:r>
              <a:rPr lang="en-US" dirty="0" err="1"/>
              <a:t>A.length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swapped = false</a:t>
            </a:r>
          </a:p>
          <a:p>
            <a:pPr marL="0" indent="0">
              <a:buNone/>
            </a:pPr>
            <a:r>
              <a:rPr lang="en-US" dirty="0"/>
              <a:t>        for j = 1 to </a:t>
            </a:r>
            <a:r>
              <a:rPr lang="en-US" dirty="0" err="1"/>
              <a:t>A.length-i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A[j] &gt; A[j+1]</a:t>
            </a:r>
          </a:p>
          <a:p>
            <a:pPr marL="0" indent="0">
              <a:buNone/>
            </a:pPr>
            <a:r>
              <a:rPr lang="en-US" dirty="0"/>
              <a:t>                swap(A[j], A[j+1])</a:t>
            </a:r>
          </a:p>
          <a:p>
            <a:pPr marL="0" indent="0">
              <a:buNone/>
            </a:pPr>
            <a:r>
              <a:rPr lang="en-US" dirty="0"/>
              <a:t>                swapped = true</a:t>
            </a:r>
          </a:p>
          <a:p>
            <a:pPr marL="0" indent="0">
              <a:buNone/>
            </a:pPr>
            <a:r>
              <a:rPr lang="en-US" dirty="0"/>
              <a:t>        if swapped == false:</a:t>
            </a:r>
          </a:p>
          <a:p>
            <a:pPr marL="0" indent="0">
              <a:buNone/>
            </a:pPr>
            <a:r>
              <a:rPr lang="en-US" dirty="0"/>
              <a:t>            break  // exit early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1FA399-C9E6-8CBC-8AD8-4B64DE2F738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Invariant: </a:t>
                </a:r>
                <a:r>
                  <a:rPr lang="en-US" dirty="0"/>
                  <a:t>At the end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-th</a:t>
                </a:r>
                <a:r>
                  <a:rPr lang="en-US" dirty="0"/>
                  <a:t> outer loop iteration, the last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elements of the array are in their correct sorted positions.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1FA399-C9E6-8CBC-8AD8-4B64DE2F73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08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D16F-7BEF-655D-556D-9CB49F7F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CC2C-1D4C-B962-ADDE-DC236109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Correctness: Proof by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DF01DC-3458-331F-1016-EE0508A93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67452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Base Case: </a:t>
                </a:r>
                <a:r>
                  <a:rPr lang="en-US" sz="2400" dirty="0"/>
                  <a:t>Before the first iteration, no elements are sorted.</a:t>
                </a:r>
              </a:p>
              <a:p>
                <a:r>
                  <a:rPr lang="en-US" sz="2400" b="1" dirty="0"/>
                  <a:t>Inductive Step: </a:t>
                </a:r>
                <a:r>
                  <a:rPr lang="en-US" sz="2400" dirty="0"/>
                  <a:t>Assume that at the end of iteration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 the last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elements are sorted</a:t>
                </a:r>
                <a:r>
                  <a:rPr lang="en-US" sz="2400" b="1" dirty="0"/>
                  <a:t>.</a:t>
                </a:r>
              </a:p>
              <a:p>
                <a:pPr lvl="1"/>
                <a:r>
                  <a:rPr lang="en-US" sz="2000" dirty="0"/>
                  <a:t>In iteration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the inner loop goes through the unsorted part of the array.</a:t>
                </a:r>
              </a:p>
              <a:p>
                <a:pPr lvl="1"/>
                <a:r>
                  <a:rPr lang="en-US" sz="2000" dirty="0"/>
                  <a:t>The largest element in this part bubbles up to its correct position at 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en-US" sz="2000" dirty="0"/>
                  <a:t> by swapping adjacent elements when needed.</a:t>
                </a:r>
              </a:p>
              <a:p>
                <a:pPr lvl="1"/>
                <a:r>
                  <a:rPr lang="en-US" sz="2000" dirty="0"/>
                  <a:t>This ensures that after iteration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the last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elements are sorted.</a:t>
                </a:r>
              </a:p>
              <a:p>
                <a:pPr lvl="1"/>
                <a:r>
                  <a:rPr lang="en-US" sz="2000" dirty="0"/>
                  <a:t>By induction, after n-1 iterations, the entire array is sorted</a:t>
                </a:r>
              </a:p>
              <a:p>
                <a:r>
                  <a:rPr lang="en-US" sz="2400" b="1" dirty="0"/>
                  <a:t>Termination: </a:t>
                </a:r>
                <a:r>
                  <a:rPr lang="en-US" sz="2400" dirty="0"/>
                  <a:t>The algorithm terminates because</a:t>
                </a:r>
              </a:p>
              <a:p>
                <a:pPr lvl="1"/>
                <a:r>
                  <a:rPr lang="en-US" sz="2000" dirty="0"/>
                  <a:t>The outer loop runs at most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times.</a:t>
                </a:r>
              </a:p>
              <a:p>
                <a:pPr lvl="1"/>
                <a:r>
                  <a:rPr lang="en-US" sz="2000" dirty="0"/>
                  <a:t>The inner loop ensures that no further swaps occur if the array becomes sorted early.</a:t>
                </a:r>
              </a:p>
              <a:p>
                <a:pPr lvl="1"/>
                <a:r>
                  <a:rPr lang="en-US" sz="2000" dirty="0"/>
                  <a:t>The total number of comparisons and swaps is finite.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DF01DC-3458-331F-1016-EE0508A93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67452" cy="4351338"/>
              </a:xfrm>
              <a:blipFill>
                <a:blip r:embed="rId3"/>
                <a:stretch>
                  <a:fillRect l="-808" t="-196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91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97B9-86DD-E8DB-4E46-7D034F79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7467-0D5B-3401-DE1F-2C304FBE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Complexity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51C7-010D-6B46-E1A0-17D50712EA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BubbleSort</a:t>
            </a:r>
            <a:r>
              <a:rPr lang="en-US" dirty="0"/>
              <a:t>(A):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1 to </a:t>
            </a:r>
            <a:r>
              <a:rPr lang="en-US" dirty="0" err="1"/>
              <a:t>A.length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swapped = false</a:t>
            </a:r>
          </a:p>
          <a:p>
            <a:pPr marL="0" indent="0">
              <a:buNone/>
            </a:pPr>
            <a:r>
              <a:rPr lang="en-US" dirty="0"/>
              <a:t>        for j = 1 to </a:t>
            </a:r>
            <a:r>
              <a:rPr lang="en-US" dirty="0" err="1"/>
              <a:t>A.length-i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A[j] &gt; A[j+1]</a:t>
            </a:r>
          </a:p>
          <a:p>
            <a:pPr marL="0" indent="0">
              <a:buNone/>
            </a:pPr>
            <a:r>
              <a:rPr lang="en-US" dirty="0"/>
              <a:t>                swap(A[j], A[j+1])</a:t>
            </a:r>
          </a:p>
          <a:p>
            <a:pPr marL="0" indent="0">
              <a:buNone/>
            </a:pPr>
            <a:r>
              <a:rPr lang="en-US" dirty="0"/>
              <a:t>                swapped = true</a:t>
            </a:r>
          </a:p>
          <a:p>
            <a:pPr marL="0" indent="0">
              <a:buNone/>
            </a:pPr>
            <a:r>
              <a:rPr lang="en-US" dirty="0"/>
              <a:t>        if swapped == false:</a:t>
            </a:r>
          </a:p>
          <a:p>
            <a:pPr marL="0" indent="0">
              <a:buNone/>
            </a:pPr>
            <a:r>
              <a:rPr lang="en-US" dirty="0"/>
              <a:t>            break  // exit early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8896A1-E977-5B74-EEDA-76BE5B9B15D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Time for worst case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8896A1-E977-5B74-EEDA-76BE5B9B1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17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BE053-5076-6753-1D36-D749DC18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288D-6145-45BD-2920-613203BC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Complexity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EF1CC5-4F2C-6AF9-9553-3D0AD1BEE6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∗(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)+(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)∗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𝜣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Best case: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EF1CC5-4F2C-6AF9-9553-3D0AD1BEE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094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CE54-FD61-659F-FC8C-B90E944A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Usage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617659-999A-D4DD-3F09-CF60D631C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use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652DEE-ABC2-AE7F-05F7-6437494ACA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Input is nearly sorted</a:t>
            </a:r>
          </a:p>
          <a:p>
            <a:r>
              <a:rPr lang="en-US" dirty="0"/>
              <a:t>Input size is small</a:t>
            </a:r>
          </a:p>
          <a:p>
            <a:r>
              <a:rPr lang="en-US" dirty="0"/>
              <a:t>Limited memory</a:t>
            </a:r>
          </a:p>
          <a:p>
            <a:r>
              <a:rPr lang="en-US" dirty="0"/>
              <a:t>Stability is important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4D3D70-664F-0E8A-E334-B17BBC14E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When avoid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24AAA2-0551-C827-E297-DDD55A2D3E8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Input size is large</a:t>
            </a:r>
          </a:p>
          <a:p>
            <a:r>
              <a:rPr lang="en-US" dirty="0"/>
              <a:t>Performance is a priority</a:t>
            </a:r>
          </a:p>
          <a:p>
            <a:r>
              <a:rPr lang="en-US"/>
              <a:t>General-purpose</a:t>
            </a:r>
          </a:p>
        </p:txBody>
      </p:sp>
    </p:spTree>
    <p:extLst>
      <p:ext uri="{BB962C8B-B14F-4D97-AF65-F5344CB8AC3E}">
        <p14:creationId xmlns:p14="http://schemas.microsoft.com/office/powerpoint/2010/main" val="1257113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B07B1DF-33FD-B218-F6F8-37FE63AA5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Heap Sort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4D497E9-C6A8-053D-C6DC-9683FB94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Heap, Priority Queue</a:t>
            </a:r>
          </a:p>
        </p:txBody>
      </p:sp>
    </p:spTree>
    <p:extLst>
      <p:ext uri="{BB962C8B-B14F-4D97-AF65-F5344CB8AC3E}">
        <p14:creationId xmlns:p14="http://schemas.microsoft.com/office/powerpoint/2010/main" val="128715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08A01C-A6D6-CA48-C6BE-58D1F059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A64D2C-03C1-8081-2FE4-C1DD57678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(binary) heap data structure is an array object that we can view as a nearly complete binary tree.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DE768CE-DB48-1CED-590B-FBA3747035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-1" b="831"/>
          <a:stretch/>
        </p:blipFill>
        <p:spPr>
          <a:xfrm>
            <a:off x="524057" y="2717800"/>
            <a:ext cx="11143886" cy="3467100"/>
          </a:xfrm>
        </p:spPr>
      </p:pic>
    </p:spTree>
    <p:extLst>
      <p:ext uri="{BB962C8B-B14F-4D97-AF65-F5344CB8AC3E}">
        <p14:creationId xmlns:p14="http://schemas.microsoft.com/office/powerpoint/2010/main" val="3804437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1323-8D34-CE78-C0C0-185AEED8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Property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CFBCF8-A085-ABB0-F478-9F9C588205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19200" y="1825625"/>
            <a:ext cx="3632200" cy="450161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BD7CD2-BAA8-8DB2-86B9-896B1CF2CB5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Max-heap property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𝑃𝑎𝑟𝑒𝑛𝑡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Min-heap property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𝑃𝑎𝑟𝑒𝑛𝑡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BD7CD2-BAA8-8DB2-86B9-896B1CF2C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61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B4C8-C423-1CA7-D635-BB7270A0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Height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39F647-55DF-DF47-05DC-F0F84FB361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693" y="1825625"/>
            <a:ext cx="5962108" cy="384763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BC940D-C249-76AC-D565-368A190F2AC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b="0" i="0" u="none" strike="noStrike" baseline="0" dirty="0"/>
                  <a:t>The </a:t>
                </a:r>
                <a:r>
                  <a:rPr lang="en-US" sz="2400" b="1" i="1" u="none" strike="noStrike" baseline="0" dirty="0"/>
                  <a:t>height </a:t>
                </a:r>
                <a:r>
                  <a:rPr lang="en-US" sz="2400" b="0" i="0" u="none" strike="noStrike" baseline="0" dirty="0"/>
                  <a:t>of a node in a heap is the number of edges on the longest simple downward path from the node to a leaf</a:t>
                </a:r>
              </a:p>
              <a:p>
                <a:pPr algn="just"/>
                <a:r>
                  <a:rPr lang="en-US" sz="2400" b="0" i="0" u="none" strike="noStrike" baseline="0" dirty="0"/>
                  <a:t>The </a:t>
                </a:r>
                <a:r>
                  <a:rPr lang="en-US" sz="2400" b="1" i="0" u="none" strike="noStrike" baseline="0" dirty="0"/>
                  <a:t>height</a:t>
                </a:r>
                <a:r>
                  <a:rPr lang="en-US" sz="2400" b="0" i="0" u="none" strike="noStrike" baseline="0" dirty="0"/>
                  <a:t> of the heap to be the height of its root.</a:t>
                </a:r>
              </a:p>
              <a:p>
                <a:pPr algn="l"/>
                <a:r>
                  <a:rPr lang="en-US" sz="2400" b="0" i="0" u="none" strike="noStrike" baseline="0" dirty="0"/>
                  <a:t>Since a heap of n elements is based on a complete binary tree, its height is 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𝜣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b="1" i="0" u="none" strike="noStrike" baseline="0" dirty="0"/>
                  <a:t>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BC940D-C249-76AC-D565-368A190F2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 t="-1961" r="-2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54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8C2C-58D8-F181-B897-2C5B2744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Heap: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598DF08-2481-8B40-E386-2450046453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/>
                  <a:t>The MAX-HEAPIFY procedure, which runs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u="none" strike="noStrike" baseline="0" dirty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i="0" u="none" strike="noStrike" baseline="0" dirty="0"/>
                  <a:t> </a:t>
                </a:r>
                <a:r>
                  <a:rPr lang="en-US" sz="2400" b="0" i="0" u="none" strike="noStrike" baseline="0" dirty="0"/>
                  <a:t>time, is the key to maintaining the max-heap property.</a:t>
                </a:r>
              </a:p>
              <a:p>
                <a:pPr algn="l"/>
                <a:r>
                  <a:rPr lang="en-US" sz="2400" b="0" i="0" u="none" strike="noStrike" baseline="0" dirty="0"/>
                  <a:t> The BUILD-MAX-HEAP procedure, which runs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/>
                  <a:t> time, produces a maxheap from an unordered input array.</a:t>
                </a:r>
              </a:p>
              <a:p>
                <a:pPr algn="l"/>
                <a:r>
                  <a:rPr lang="en-US" sz="2400" b="0" i="0" u="none" strike="noStrike" baseline="0" dirty="0"/>
                  <a:t> The HEAPSORT procedure, which runs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u="none" strike="noStrike" baseline="0" dirty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i="0" u="none" strike="noStrike" baseline="0" dirty="0"/>
                  <a:t> </a:t>
                </a:r>
                <a:r>
                  <a:rPr lang="en-US" sz="2400" b="0" i="0" u="none" strike="noStrike" baseline="0" dirty="0"/>
                  <a:t>time, sorts an array in place.</a:t>
                </a:r>
              </a:p>
              <a:p>
                <a:pPr algn="l"/>
                <a:r>
                  <a:rPr lang="en-US" sz="2400" b="0" i="0" u="none" strike="noStrike" baseline="0" dirty="0"/>
                  <a:t> The MAX-HEAP-INSERT, HEAP-EXTRACT-MAX, HEAP-INCREASE-KEY, and HEAP-MAXIMUM procedures, which run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u="none" strike="noStrike" baseline="0" dirty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i="0" u="none" strike="noStrike" baseline="0" dirty="0"/>
                  <a:t> </a:t>
                </a:r>
                <a:r>
                  <a:rPr lang="en-US" sz="2400" b="0" i="0" u="none" strike="noStrike" baseline="0" dirty="0"/>
                  <a:t>time, allow the heap data structure to implement a priority queue.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598DF08-2481-8B40-E386-2450046453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71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607C-8D07-8792-C545-1BFE9CF0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(1)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EB9D75-7948-FF58-02F8-4DD1428401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8560" y="1825626"/>
            <a:ext cx="6310692" cy="4486274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BAEEB-2AE8-EEF3-7EED-0274DDE34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9252" y="1825625"/>
            <a:ext cx="4674548" cy="4351338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MAX-HEAPIFY assumes that the binary trees rooted at LEFT(</a:t>
            </a:r>
            <a:r>
              <a:rPr lang="en-US" sz="2400" b="0" i="0" u="none" strike="noStrike" baseline="0" dirty="0" err="1"/>
              <a:t>i</a:t>
            </a:r>
            <a:r>
              <a:rPr lang="en-US" sz="2400" b="0" i="0" u="none" strike="noStrike" baseline="0" dirty="0"/>
              <a:t>) and RIGHT(</a:t>
            </a:r>
            <a:r>
              <a:rPr lang="en-US" sz="2400" b="0" i="0" u="none" strike="noStrike" baseline="0" dirty="0" err="1"/>
              <a:t>i</a:t>
            </a:r>
            <a:r>
              <a:rPr lang="en-US" sz="2400" b="0" i="0" u="none" strike="noStrike" baseline="0" dirty="0"/>
              <a:t>) are max-heaps, but that A(</a:t>
            </a:r>
            <a:r>
              <a:rPr lang="en-US" sz="2400" b="0" i="0" u="none" strike="noStrike" baseline="0" dirty="0" err="1"/>
              <a:t>i</a:t>
            </a:r>
            <a:r>
              <a:rPr lang="en-US" sz="2400" b="0" i="0" u="none" strike="noStrike" baseline="0" dirty="0"/>
              <a:t>) might be smaller than its children.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9230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A4E9-60D9-483E-F2E5-1B03132A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4CED-BEF0-0F1C-0A95-9AE5AB9A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(2)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BF4A4DF-AA2C-E7C2-C0E3-1E580996B9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1538" y="2146300"/>
            <a:ext cx="5788243" cy="36957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9E6E3F-1DE5-A71E-043D-CAC3DF5A0E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091" y="1825625"/>
            <a:ext cx="6311447" cy="4016375"/>
          </a:xfrm>
        </p:spPr>
      </p:pic>
    </p:spTree>
    <p:extLst>
      <p:ext uri="{BB962C8B-B14F-4D97-AF65-F5344CB8AC3E}">
        <p14:creationId xmlns:p14="http://schemas.microsoft.com/office/powerpoint/2010/main" val="477145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8A00-F113-169E-33F0-972C7303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464F-2B05-3FAC-8EE0-48C360D5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(3)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0848211-8F3A-7A3F-E997-477AAA5300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18760" y="1981200"/>
            <a:ext cx="5714309" cy="3708400"/>
          </a:xfr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24626F10-F763-66B5-69BC-F37EBA0170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65108" y="1981200"/>
            <a:ext cx="5808133" cy="3708400"/>
          </a:xfrm>
        </p:spPr>
      </p:pic>
    </p:spTree>
    <p:extLst>
      <p:ext uri="{BB962C8B-B14F-4D97-AF65-F5344CB8AC3E}">
        <p14:creationId xmlns:p14="http://schemas.microsoft.com/office/powerpoint/2010/main" val="1878489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AA6DD-567A-3BCB-1A3D-48D23F7F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2975-6A1C-1744-F1E1-7D0190FF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Running Time (1)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6FEF44-3B18-C447-4571-5D1C55375B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8560" y="1825626"/>
            <a:ext cx="6310692" cy="448627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B152C5E-A22B-697E-69D8-AF31C18E045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79252" y="1825624"/>
                <a:ext cx="4674548" cy="448627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l">
                  <a:buNone/>
                </a:pPr>
                <a:r>
                  <a:rPr lang="en-US" dirty="0"/>
                  <a:t>Worst case running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endParaRPr lang="en-US" dirty="0"/>
              </a:p>
              <a:p>
                <a:pPr marL="0" indent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/3)</m:t>
                      </m:r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B152C5E-A22B-697E-69D8-AF31C18E0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79252" y="1825624"/>
                <a:ext cx="4674548" cy="4486273"/>
              </a:xfrm>
              <a:blipFill>
                <a:blip r:embed="rId3"/>
                <a:stretch>
                  <a:fillRect l="-1695" t="-2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057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709E-8442-894D-DD2A-7E6447C8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Running Time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3E1FC75-238B-CBBD-1A31-3A02A52D6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/3)+ </m:t>
                      </m:r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general: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3E1FC75-238B-CBBD-1A31-3A02A52D6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01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2E0D-4C3A-763F-B0FB-D18E93A6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6BB4B3-0318-78CC-C60C-C5721B72C8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92349" y="2642263"/>
            <a:ext cx="7607300" cy="2635059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CBB2A-4CB4-2736-9AFC-83B1D8412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018" y="1661651"/>
            <a:ext cx="10995963" cy="980612"/>
          </a:xfrm>
        </p:spPr>
        <p:txBody>
          <a:bodyPr/>
          <a:lstStyle/>
          <a:p>
            <a:r>
              <a:rPr lang="en-US" sz="2800" b="0" i="0" u="none" strike="noStrike" baseline="0" dirty="0"/>
              <a:t>The Build-Max-Heap produces a maxheap from an unordered input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8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0E04-CF55-B3DF-D244-1BCCCB63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6EA0-7A23-3EB4-6465-4C0392A2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 (2)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566619-A479-7994-B897-FAAA6FAB5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11" y="1435100"/>
            <a:ext cx="11897578" cy="4533900"/>
          </a:xfrm>
        </p:spPr>
      </p:pic>
    </p:spTree>
    <p:extLst>
      <p:ext uri="{BB962C8B-B14F-4D97-AF65-F5344CB8AC3E}">
        <p14:creationId xmlns:p14="http://schemas.microsoft.com/office/powerpoint/2010/main" val="2481308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6C38-10A4-2C8E-C3E6-1E0481FB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C01D-3E6A-F1FC-89AF-BF7B2FCD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 (3)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D44E01-AF42-AB70-70A4-612BEF5F9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739"/>
          <a:stretch/>
        </p:blipFill>
        <p:spPr>
          <a:xfrm>
            <a:off x="235508" y="1626394"/>
            <a:ext cx="11720983" cy="3542506"/>
          </a:xfrm>
        </p:spPr>
      </p:pic>
    </p:spTree>
    <p:extLst>
      <p:ext uri="{BB962C8B-B14F-4D97-AF65-F5344CB8AC3E}">
        <p14:creationId xmlns:p14="http://schemas.microsoft.com/office/powerpoint/2010/main" val="3713745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FD3E-119B-609A-A6A3-6245BE5A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9A7C-FA5A-5B74-7370-C45D7AEB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 (4)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149149-0768-C2DA-FDF5-402E76E85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237" y="2044700"/>
            <a:ext cx="11407525" cy="3556000"/>
          </a:xfrm>
        </p:spPr>
      </p:pic>
    </p:spTree>
    <p:extLst>
      <p:ext uri="{BB962C8B-B14F-4D97-AF65-F5344CB8AC3E}">
        <p14:creationId xmlns:p14="http://schemas.microsoft.com/office/powerpoint/2010/main" val="717332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714A-5F9D-DBA9-A7F7-209AC07D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Correctness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D7AA11-84DA-4803-A1B7-61BE90A6509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8200" y="4025899"/>
                <a:ext cx="10515600" cy="21510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Loop invariant: At the start of each iteration of the </a:t>
                </a:r>
                <a:r>
                  <a:rPr lang="en-US" b="1" dirty="0"/>
                  <a:t>for </a:t>
                </a:r>
                <a:r>
                  <a:rPr lang="en-US" dirty="0"/>
                  <a:t>loop of, each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… 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root of a max-heap.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D7AA11-84DA-4803-A1B7-61BE90A65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8200" y="4025899"/>
                <a:ext cx="10515600" cy="2151063"/>
              </a:xfrm>
              <a:blipFill>
                <a:blip r:embed="rId2"/>
                <a:stretch>
                  <a:fillRect l="-1217" t="-4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8C5F6-455E-388E-1316-4EC7F6886D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825625"/>
            <a:ext cx="4920118" cy="1704258"/>
          </a:xfrm>
        </p:spPr>
      </p:pic>
    </p:spTree>
    <p:extLst>
      <p:ext uri="{BB962C8B-B14F-4D97-AF65-F5344CB8AC3E}">
        <p14:creationId xmlns:p14="http://schemas.microsoft.com/office/powerpoint/2010/main" val="30242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E456-F3A9-35CF-4992-507035BB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6208-2ABC-BDDF-A8D8-1D5BB57D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Correctness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FA10934-8772-9F2F-A62C-153C673C6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Initialization: </a:t>
                </a:r>
                <a:r>
                  <a:rPr lang="en-US" dirty="0"/>
                  <a:t>All nodes at indexes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/2+1;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/2+2; … 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leaf nodes, thus have no child nodes and are max-heaps 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b="1" dirty="0"/>
                  <a:t>Maintenance: </a:t>
                </a:r>
                <a:r>
                  <a:rPr lang="en-US" dirty="0"/>
                  <a:t>The children of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are numbered higher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. By the loop invariant, they are both roots of max-heaps. The call of the Max-</a:t>
                </a:r>
                <a:r>
                  <a:rPr lang="en-US" dirty="0" err="1"/>
                  <a:t>Heapify</a:t>
                </a:r>
                <a:r>
                  <a:rPr lang="en-US" dirty="0"/>
                  <a:t> makes a heap with root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 max-heap.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b="1" dirty="0"/>
                  <a:t>Termination: </a:t>
                </a:r>
                <a:r>
                  <a:rPr lang="en-US" dirty="0"/>
                  <a:t>At termination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==0</m:t>
                    </m:r>
                  </m:oMath>
                </a14:m>
                <a:r>
                  <a:rPr lang="en-US" dirty="0"/>
                  <a:t>). each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1,2,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… 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root of a max-heap. In particular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is.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FA10934-8772-9F2F-A62C-153C673C6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66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C415-BD04-36A4-014E-6EB58A2A5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FA89-47D8-E051-2471-E4496A35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Running Time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62043-5082-C3A8-F7EF-E87422EB502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dirty="0"/>
                  <a:t>Worst case running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dirty="0"/>
                  <a:t>+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62043-5082-C3A8-F7EF-E87422EB5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AA56E-7C3D-3D6A-234F-89A15EEC87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5153" y="1825625"/>
            <a:ext cx="5433418" cy="1882058"/>
          </a:xfrm>
        </p:spPr>
      </p:pic>
    </p:spTree>
    <p:extLst>
      <p:ext uri="{BB962C8B-B14F-4D97-AF65-F5344CB8AC3E}">
        <p14:creationId xmlns:p14="http://schemas.microsoft.com/office/powerpoint/2010/main" val="108011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15A5-229A-3267-AB75-20DC1D44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420E-0117-346A-1FB7-31A9907C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Running Time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1D84AB-5A9F-4393-B5D9-8D6857B69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1D84AB-5A9F-4393-B5D9-8D6857B69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73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2F88-5EA4-7F75-EDD2-990973DF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445551-4F9C-85E7-14AA-6C9336389A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9242" y="1825625"/>
            <a:ext cx="6179738" cy="275204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F1A42-D94F-22DA-152D-92A554324E5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318980" y="1825625"/>
                <a:ext cx="5034820" cy="4351338"/>
              </a:xfrm>
            </p:spPr>
            <p:txBody>
              <a:bodyPr/>
              <a:lstStyle/>
              <a:p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fNam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F1A42-D94F-22DA-152D-92A554324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318980" y="1825625"/>
                <a:ext cx="5034820" cy="4351338"/>
              </a:xfrm>
              <a:blipFill>
                <a:blip r:embed="rId3"/>
                <a:stretch>
                  <a:fillRect l="-217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01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AFAA-3FFE-9FE9-F730-39854FB3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(1)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86E62BC-26AB-52A1-9DA2-F9CE2C383C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3432" t="6202"/>
          <a:stretch/>
        </p:blipFill>
        <p:spPr>
          <a:xfrm>
            <a:off x="123417" y="1825625"/>
            <a:ext cx="6010683" cy="3563250"/>
          </a:xfr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6D06525-2D3A-C7C9-471F-0F8F803DD1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4445"/>
          <a:stretch/>
        </p:blipFill>
        <p:spPr>
          <a:xfrm>
            <a:off x="6134101" y="1825625"/>
            <a:ext cx="6010684" cy="3570081"/>
          </a:xfrm>
        </p:spPr>
      </p:pic>
    </p:spTree>
    <p:extLst>
      <p:ext uri="{BB962C8B-B14F-4D97-AF65-F5344CB8AC3E}">
        <p14:creationId xmlns:p14="http://schemas.microsoft.com/office/powerpoint/2010/main" val="345304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B0816-7631-8DDC-26A5-E1193860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DE0A-581E-2E21-626B-BF5DF79F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(2)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2F3EE1-EF93-FEAE-A903-2E22690225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716" t="1978"/>
          <a:stretch/>
        </p:blipFill>
        <p:spPr>
          <a:xfrm>
            <a:off x="79277" y="1992383"/>
            <a:ext cx="5940523" cy="3570081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54AC1B-8746-8F6F-F2E2-5403C9AB52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7294"/>
          <a:stretch/>
        </p:blipFill>
        <p:spPr>
          <a:xfrm>
            <a:off x="6095999" y="1992383"/>
            <a:ext cx="5955165" cy="3328917"/>
          </a:xfrm>
        </p:spPr>
      </p:pic>
    </p:spTree>
    <p:extLst>
      <p:ext uri="{BB962C8B-B14F-4D97-AF65-F5344CB8AC3E}">
        <p14:creationId xmlns:p14="http://schemas.microsoft.com/office/powerpoint/2010/main" val="243465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34E8-9703-1E11-96EE-F1314A6D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C6E7-9999-0F6E-691F-C4F33822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(3)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9E3DAD-194A-C5E7-D26E-060C17E33E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338" y="2006600"/>
            <a:ext cx="5999488" cy="3594100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B55FB0D-FDE6-B18C-487D-C0D90235A3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9392" y="2006600"/>
            <a:ext cx="5704918" cy="3441700"/>
          </a:xfrm>
        </p:spPr>
      </p:pic>
    </p:spTree>
    <p:extLst>
      <p:ext uri="{BB962C8B-B14F-4D97-AF65-F5344CB8AC3E}">
        <p14:creationId xmlns:p14="http://schemas.microsoft.com/office/powerpoint/2010/main" val="61979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7E41-B329-F7E9-CA62-1EE98334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CF42-6483-EA99-30F5-C1082D0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(4)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B7B6510-7872-4D2E-D56A-95154DDA6E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837052"/>
            <a:ext cx="6067288" cy="3509648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DCC35EE-8FC5-7B50-5E46-C38B583C6D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5999" y="1837051"/>
            <a:ext cx="5713379" cy="3509647"/>
          </a:xfrm>
        </p:spPr>
      </p:pic>
    </p:spTree>
    <p:extLst>
      <p:ext uri="{BB962C8B-B14F-4D97-AF65-F5344CB8AC3E}">
        <p14:creationId xmlns:p14="http://schemas.microsoft.com/office/powerpoint/2010/main" val="242190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23EB-4434-84D7-1478-37988474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61C0-CE9C-59A4-6DE4-C0C602C23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(4)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C4000C0-3BC5-8826-D48D-F840A0E6F2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825625"/>
            <a:ext cx="6039764" cy="3609975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4AF45C2-B8A4-D3BC-F2C7-33A5C746C7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52238" y="1825625"/>
            <a:ext cx="6006998" cy="3609974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7B60D9-7431-B6F1-E05A-018B81C6C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338" y="5729225"/>
            <a:ext cx="5363323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5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F1F6-3D43-7191-EC39-DF267706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711284-737E-78AB-048E-7338D7ABC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priority queue </a:t>
            </a:r>
            <a:r>
              <a:rPr lang="en-US" dirty="0"/>
              <a:t>is a data structure for maintaining a set S of elements, each with an associated value called a key.</a:t>
            </a:r>
          </a:p>
          <a:p>
            <a:r>
              <a:rPr lang="en-US" dirty="0"/>
              <a:t>Insert</a:t>
            </a:r>
          </a:p>
          <a:p>
            <a:r>
              <a:rPr lang="en-US" dirty="0"/>
              <a:t>Maximum</a:t>
            </a:r>
          </a:p>
          <a:p>
            <a:r>
              <a:rPr lang="en-US" dirty="0"/>
              <a:t>Extract-Max</a:t>
            </a:r>
          </a:p>
          <a:p>
            <a:r>
              <a:rPr lang="en-US" dirty="0"/>
              <a:t>Increase-Key</a:t>
            </a:r>
          </a:p>
        </p:txBody>
      </p:sp>
    </p:spTree>
    <p:extLst>
      <p:ext uri="{BB962C8B-B14F-4D97-AF65-F5344CB8AC3E}">
        <p14:creationId xmlns:p14="http://schemas.microsoft.com/office/powerpoint/2010/main" val="2877746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8D41-B619-CFCF-6284-168F47F7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3A1ABD-8918-9183-B581-EA1CFE86E7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1580" y="1558715"/>
            <a:ext cx="4821396" cy="461824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75F5DFF-3F0B-4F2F-3B31-136C2E816A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558715"/>
                <a:ext cx="5181600" cy="46182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Total time: </a:t>
                </a: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75F5DFF-3F0B-4F2F-3B31-136C2E816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558715"/>
                <a:ext cx="5181600" cy="4618248"/>
              </a:xfrm>
              <a:blipFill>
                <a:blip r:embed="rId3"/>
                <a:stretch>
                  <a:fillRect l="-2471" t="-2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20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061CF-02E8-DE94-AA75-5B878F7A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452A-7F47-6687-A78E-22A27261A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3A42E7B-6D71-FF4A-0714-C35A74D0D97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328032" y="1690687"/>
                <a:ext cx="4025767" cy="44862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Total time: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3A42E7B-6D71-FF4A-0714-C35A74D0D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328032" y="1690687"/>
                <a:ext cx="4025767" cy="4486275"/>
              </a:xfrm>
              <a:blipFill>
                <a:blip r:embed="rId2"/>
                <a:stretch>
                  <a:fillRect l="-3030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CEFCF21-82DA-902C-8913-2176983884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7197" y="1690688"/>
            <a:ext cx="6489833" cy="5109890"/>
          </a:xfrm>
        </p:spPr>
      </p:pic>
    </p:spTree>
    <p:extLst>
      <p:ext uri="{BB962C8B-B14F-4D97-AF65-F5344CB8AC3E}">
        <p14:creationId xmlns:p14="http://schemas.microsoft.com/office/powerpoint/2010/main" val="2723298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52A2-BA8B-EBD3-FEEF-28226C15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Max Heap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1CE4AD-424B-3B0E-6169-6F6B3C5FFA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6586" y="1690688"/>
            <a:ext cx="5847128" cy="2144505"/>
          </a:xfr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AA01FA-7D57-7621-0A12-F320C9683C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r="5436"/>
          <a:stretch/>
        </p:blipFill>
        <p:spPr>
          <a:xfrm>
            <a:off x="6096000" y="1802359"/>
            <a:ext cx="5847128" cy="1921163"/>
          </a:xfrm>
        </p:spPr>
      </p:pic>
    </p:spTree>
    <p:extLst>
      <p:ext uri="{BB962C8B-B14F-4D97-AF65-F5344CB8AC3E}">
        <p14:creationId xmlns:p14="http://schemas.microsoft.com/office/powerpoint/2010/main" val="3447695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B8CB1C-6915-E25A-F444-5DA487148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Quick Sort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D77BFB0-34C0-1D10-0FAA-844297E2A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 err="1"/>
              <a:t>QuickSort</a:t>
            </a:r>
            <a:r>
              <a:rPr lang="en-US" dirty="0"/>
              <a:t>, </a:t>
            </a:r>
            <a:r>
              <a:rPr lang="en-US" dirty="0" err="1"/>
              <a:t>RandomizedQuickSort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65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0E60-F88B-6505-6703-7EE36A65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9F8A9662-914B-1B09-3622-91AA0DB6859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54232365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9F8A9662-914B-1B09-3622-91AA0DB6859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54232365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6708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AC34-5EAB-77E1-8A2E-903BC5DC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</a:t>
            </a:r>
            <a:r>
              <a:rPr lang="en-US" dirty="0" err="1"/>
              <a:t>Devide</a:t>
            </a:r>
            <a:r>
              <a:rPr lang="en-US" dirty="0"/>
              <a:t>-and-Conquer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BFE74CA-6E1A-9301-B250-B025A85B7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en-US" sz="3200" b="1" dirty="0"/>
                  <a:t>Divide</a:t>
                </a:r>
                <a:r>
                  <a:rPr lang="en-US" sz="3200" dirty="0"/>
                  <a:t>: Partition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..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3200" dirty="0"/>
                  <a:t>into two subarrays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−1] </m:t>
                    </m:r>
                  </m:oMath>
                </a14:m>
                <a:r>
                  <a:rPr lang="en-US" sz="3200" dirty="0"/>
                  <a:t>and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+1 .. 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3200" dirty="0"/>
                  <a:t>such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and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+1≤ 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en-US" sz="3200" b="1" dirty="0"/>
                  <a:t>Conquer</a:t>
                </a:r>
                <a:r>
                  <a:rPr lang="en-US" sz="3200" dirty="0"/>
                  <a:t>: Sort the subarrays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−1] </m:t>
                    </m:r>
                  </m:oMath>
                </a14:m>
                <a:r>
                  <a:rPr lang="en-US" sz="3200" dirty="0"/>
                  <a:t>and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+1 .. 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3200" dirty="0"/>
                  <a:t> by recursive calls to quicksort</a:t>
                </a: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en-US" sz="3200" b="1" dirty="0"/>
                  <a:t>Combine</a:t>
                </a:r>
                <a:r>
                  <a:rPr lang="en-US" sz="3200" dirty="0"/>
                  <a:t>: No work is needed to combine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BFE74CA-6E1A-9301-B250-B025A85B7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51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DE7B-BBE5-DD49-04EF-F334394C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Procedure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07AEC9-1D25-ECB6-E7C2-36FC48636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46" y="2044914"/>
            <a:ext cx="11785908" cy="328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471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B066-8410-C429-88DA-E962536B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 procedure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7CD2F-3A59-771A-6A01-67A1F79AB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887" y="1690688"/>
            <a:ext cx="11354226" cy="413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83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5884-01D9-F2D3-8B30-7E71A5A9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and Partitioning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176B6B-37FD-ABF6-76A0-3F0617EDBA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2704" y="1825625"/>
            <a:ext cx="5549496" cy="2521010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9D4D5A-8F73-E4BF-F6F8-5FE85A5400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891516" cy="4245028"/>
          </a:xfrm>
        </p:spPr>
      </p:pic>
    </p:spTree>
    <p:extLst>
      <p:ext uri="{BB962C8B-B14F-4D97-AF65-F5344CB8AC3E}">
        <p14:creationId xmlns:p14="http://schemas.microsoft.com/office/powerpoint/2010/main" val="292294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0AB4-AD34-CE9A-838D-5CB77430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58082E2-C703-95F8-541D-80BB6822F6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1316" y="1408824"/>
            <a:ext cx="4528895" cy="5084051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638763C-3A51-F3DD-2F18-171ABFB3B7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07813" y="1408824"/>
            <a:ext cx="4391638" cy="3886742"/>
          </a:xfrm>
        </p:spPr>
      </p:pic>
    </p:spTree>
    <p:extLst>
      <p:ext uri="{BB962C8B-B14F-4D97-AF65-F5344CB8AC3E}">
        <p14:creationId xmlns:p14="http://schemas.microsoft.com/office/powerpoint/2010/main" val="2709088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2C38-72C1-2BC0-8217-204C75EA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983715-1132-D5FF-0C2C-29A3C566473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Loop invariant</a:t>
                </a:r>
                <a:r>
                  <a:rPr lang="en-US" dirty="0"/>
                  <a:t>: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983715-1132-D5FF-0C2C-29A3C5664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08587D3A-B532-17AD-815C-410EDFB230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07573" y="1825625"/>
            <a:ext cx="5712228" cy="4115845"/>
          </a:xfrm>
        </p:spPr>
      </p:pic>
    </p:spTree>
    <p:extLst>
      <p:ext uri="{BB962C8B-B14F-4D97-AF65-F5344CB8AC3E}">
        <p14:creationId xmlns:p14="http://schemas.microsoft.com/office/powerpoint/2010/main" val="86190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52CA5-2892-20F1-A97A-0B754F7B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0A5C-C74B-33F0-723A-04128D38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Partitioning: Correctness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712FE6-9AFA-082A-4E0A-74BC7D882F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13255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Initialization: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 No elements are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. Invariant points are satisfied.</a:t>
                </a:r>
              </a:p>
              <a:p>
                <a:r>
                  <a:rPr lang="en-US" b="1" dirty="0"/>
                  <a:t>Maintenance: </a:t>
                </a:r>
                <a:r>
                  <a:rPr lang="en-US" dirty="0"/>
                  <a:t>The assumption is correct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iteration.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712FE6-9AFA-082A-4E0A-74BC7D882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1325563"/>
              </a:xfrm>
              <a:blipFill>
                <a:blip r:embed="rId2"/>
                <a:stretch>
                  <a:fillRect l="-986" t="-10092" b="-7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855CFB3-4E84-17FC-0305-19A61D716EEA}"/>
              </a:ext>
            </a:extLst>
          </p:cNvPr>
          <p:cNvGrpSpPr/>
          <p:nvPr/>
        </p:nvGrpSpPr>
        <p:grpSpPr>
          <a:xfrm>
            <a:off x="838198" y="3286125"/>
            <a:ext cx="11173330" cy="3504320"/>
            <a:chOff x="838198" y="3286125"/>
            <a:chExt cx="11173330" cy="350432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53E769-11E6-0784-AD60-12F1B9EEE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5164" y="3286125"/>
              <a:ext cx="4519865" cy="95875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75ABA36-0ECB-BDBE-04B1-6E985290A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198" y="4802541"/>
              <a:ext cx="4519865" cy="198790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72B199B-5290-9CDA-7197-B1042D817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0019" y="4797729"/>
              <a:ext cx="4631509" cy="1961958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0106858-FF76-13A4-7667-85039CBAF116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 flipH="1">
              <a:off x="3098131" y="4244884"/>
              <a:ext cx="3416966" cy="55765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ECB608C-EB82-3BC9-DF5C-00A80DCBF1B1}"/>
                </a:ext>
              </a:extLst>
            </p:cNvPr>
            <p:cNvCxnSpPr>
              <a:cxnSpLocks/>
              <a:stCxn id="9" idx="2"/>
              <a:endCxn id="16" idx="0"/>
            </p:cNvCxnSpPr>
            <p:nvPr/>
          </p:nvCxnSpPr>
          <p:spPr>
            <a:xfrm>
              <a:off x="6515097" y="4244884"/>
              <a:ext cx="3180677" cy="55284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69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1904-099F-2F12-B384-C7B4C206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73F1-9CC9-F5EB-D000-9C6F1D39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Partitioning: Correctness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0FE1257-F16A-DB0F-6F38-0DFD4680C1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Termination: </a:t>
                </a:r>
                <a:r>
                  <a:rPr lang="en-US" dirty="0"/>
                  <a:t>At termination, 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Every entry in the array is in one of the three sets described by the invariant, and we have partitioned the values in the array into three sets: those less than or equal to x, those greater than x, and a singleton set containing x.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0FE1257-F16A-DB0F-6F38-0DFD4680C1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471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60FF-2DCE-69E4-9560-04EF7CED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Performance</a:t>
            </a:r>
            <a:r>
              <a:rPr lang="hy-AM" dirty="0"/>
              <a:t> </a:t>
            </a:r>
            <a:r>
              <a:rPr lang="en-US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E4708-9F6D-C02E-A556-610E4FB10D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1048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+1) +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Worst-case partitioning: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−1)+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Best-case partitioning: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Average-case partitioning: Close to the best-case: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E4708-9F6D-C02E-A556-610E4FB10D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1048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9799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B3AB0-BA13-A2A0-E0E8-308B1160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12B7-05E0-3F40-373D-96483027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Performance</a:t>
            </a:r>
            <a:r>
              <a:rPr lang="hy-AM" dirty="0"/>
              <a:t> </a:t>
            </a:r>
            <a:r>
              <a:rPr lang="en-US" dirty="0"/>
              <a:t>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64C343-DB53-CB00-689F-A447C9E15E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2350" y="1690688"/>
            <a:ext cx="7051608" cy="505135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CBC20-42F5-4A42-4579-4FBBFBE0E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04747" y="2045369"/>
            <a:ext cx="4138863" cy="46966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/>
              <a:t>A recursion tree for QUICKSORT in which PARTITION always produces a 9-to-1 split</a:t>
            </a:r>
          </a:p>
        </p:txBody>
      </p:sp>
    </p:spTree>
    <p:extLst>
      <p:ext uri="{BB962C8B-B14F-4D97-AF65-F5344CB8AC3E}">
        <p14:creationId xmlns:p14="http://schemas.microsoft.com/office/powerpoint/2010/main" val="24051359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D037-6369-D8AC-40DD-DD977F00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</a:t>
            </a:r>
            <a:r>
              <a:rPr lang="en-US" dirty="0" err="1"/>
              <a:t>QuickSort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15BF9C-3E6A-4F81-8ACE-F574D6AF50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36497"/>
            <a:ext cx="4820323" cy="1819529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EA8F2BE-E037-248E-CA79-3D5142C556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" y="4001835"/>
            <a:ext cx="7041001" cy="2237995"/>
          </a:xfrm>
        </p:spPr>
      </p:pic>
    </p:spTree>
    <p:extLst>
      <p:ext uri="{BB962C8B-B14F-4D97-AF65-F5344CB8AC3E}">
        <p14:creationId xmlns:p14="http://schemas.microsoft.com/office/powerpoint/2010/main" val="4534536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388C-24B5-B680-EC67-986E60CF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Worst-case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BFFB0-7827-89DC-CFE3-1F7D69D79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The guess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BFFB0-7827-89DC-CFE3-1F7D69D79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11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A5738-0085-CEA5-BBD7-F3E4EDC8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D509-2E90-BEE9-21A0-F5AF1BC8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Average-case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BD8306A-BEC4-198F-12B1-E87D6261B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total number of comparisons in line 4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𝑃𝑎𝑟𝑡𝑖𝑡𝑖𝑜𝑛</m:t>
                    </m:r>
                  </m:oMath>
                </a14:m>
                <a:r>
                  <a:rPr lang="en-US" dirty="0"/>
                  <a:t> over the entire execution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𝑄𝑢𝑖𝑐𝑘𝑆𝑜𝑟𝑡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was sorted the elements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is the </a:t>
                </a:r>
                <a:r>
                  <a:rPr lang="en-US" dirty="0" err="1"/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smallest element.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might be compared at most 1 time when one of them is pivot.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𝑐𝑜𝑚𝑝𝑎𝑟𝑒𝑑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;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BD8306A-BEC4-198F-12B1-E87D6261B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  <a:blipFill>
                <a:blip r:embed="rId3"/>
                <a:stretch>
                  <a:fillRect l="-905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09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E0C5-C8CC-0514-D539-5F3698CB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A4FD-6835-1618-20C3-666290F1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Average-case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6ABE6D-D257-0AD3-349B-76C9669FF8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𝑐𝑜𝑚𝑝𝑎𝑟𝑒𝑑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𝑡𝑜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𝑐𝑜𝑚𝑝𝑎𝑟𝑒𝑑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6ABE6D-D257-0AD3-349B-76C9669FF8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80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AFB1-8842-0F7F-11C8-4EECCBCE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FFEC-8311-3DB4-EAE5-97ED3F80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Average-case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5D15D4-BB84-0EE3-A9CE-ADC392DDC9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𝑐𝑛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𝒍𝒐𝒈</m:t>
                          </m:r>
                        </m:fNam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5D15D4-BB84-0EE3-A9CE-ADC392DDC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67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0EF41-C686-BFB1-E6DA-0C7B2091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Comparison Sorts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E792F-1EB2-E2A5-E5C0-7AADCD43CD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Comparison sorts </a:t>
                </a:r>
                <a:r>
                  <a:rPr lang="en-US" sz="2000" dirty="0"/>
                  <a:t>determine the sorted order based only comparisons between elements.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comparison sort must make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comparisons in the worst case  to sort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elements.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E792F-1EB2-E2A5-E5C0-7AADCD43C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  <a:blipFill>
                <a:blip r:embed="rId2"/>
                <a:stretch>
                  <a:fillRect l="-1380" r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0575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A3C6-4623-531C-C442-131F10F2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Bounds for Sorting (1)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6C3EC1-9807-6799-DB6D-F2B27DCD6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046" y="1366986"/>
            <a:ext cx="11001907" cy="51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124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8335-9032-8B3C-75C4-E1FACFCCF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D3B2-9FFE-7939-A809-C3339C8A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Bounds for Sorting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ED492-AE3B-A624-51CC-C5D14CBF2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decision tree </a:t>
            </a:r>
            <a:r>
              <a:rPr lang="en-US" dirty="0"/>
              <a:t>is a full binary tree that represents the comparisons between elements that are performed by a particular sorting algorithm operating on an input of a given size.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The length of the longest simple path from the root of a decision tree to any of its reachable leaves represents the worst-case number of comparisons that the corresponding sorting algorithm performs.</a:t>
            </a:r>
          </a:p>
        </p:txBody>
      </p:sp>
    </p:spTree>
    <p:extLst>
      <p:ext uri="{BB962C8B-B14F-4D97-AF65-F5344CB8AC3E}">
        <p14:creationId xmlns:p14="http://schemas.microsoft.com/office/powerpoint/2010/main" val="4447940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5ACB-CF03-893E-2E74-F2B5FBA5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Bounds for Sorting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01DDA-844F-2123-390A-4F29A66A96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Any comparison sort algorithm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comparisons in the worst case to sort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elements.</a:t>
                </a:r>
              </a:p>
              <a:p>
                <a:pPr algn="just"/>
                <a:r>
                  <a:rPr lang="en-US" sz="2800" dirty="0"/>
                  <a:t>Consider a decision tree of height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800" dirty="0"/>
                  <a:t> reachable leaves corresponding to a comparison sort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elements.</a:t>
                </a:r>
              </a:p>
              <a:p>
                <a:pPr lvl="1" algn="just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!≤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 lang="en-US" dirty="0"/>
              </a:p>
              <a:p>
                <a:pPr lvl="1" algn="just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1" algn="just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01DDA-844F-2123-390A-4F29A66A96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7851-AB22-8F3D-F5BA-C8394A96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Counting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A1E759-A471-80B4-022E-C57889CA6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</p:spPr>
            <p:txBody>
              <a:bodyPr anchor="ctr">
                <a:normAutofit/>
              </a:bodyPr>
              <a:lstStyle/>
              <a:p>
                <a:pPr algn="just"/>
                <a:r>
                  <a:rPr lang="en-US" sz="2400" b="1" i="1" u="none" strike="noStrike" baseline="0" dirty="0"/>
                  <a:t>Counting sort </a:t>
                </a:r>
                <a:r>
                  <a:rPr lang="en-US" sz="2400" b="0" i="0" u="none" strike="noStrike" baseline="0" dirty="0"/>
                  <a:t>assumes that each of the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0" i="0" u="none" strike="noStrike" baseline="0" dirty="0"/>
                  <a:t> input elements is an integer in </a:t>
                </a:r>
                <a:r>
                  <a:rPr lang="en-US" sz="2400" b="0" i="0" u="none" strike="noStrike" baseline="0" dirty="0">
                    <a:solidFill>
                      <a:schemeClr val="tx1"/>
                    </a:solidFill>
                  </a:rPr>
                  <a:t>the range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chemeClr val="tx1"/>
                    </a:solidFill>
                  </a:rPr>
                  <a:t>, for some integer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just"/>
                <a:r>
                  <a:rPr lang="en-US" sz="2400" b="0" i="0" u="none" strike="noStrike" baseline="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the sort runs </a:t>
                </a:r>
                <a14:m>
                  <m:oMath xmlns:m="http://schemas.openxmlformats.org/officeDocument/2006/math">
                    <m:r>
                      <a:rPr lang="el-GR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A1E759-A471-80B4-022E-C57889CA6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  <a:blipFill>
                <a:blip r:embed="rId2"/>
                <a:stretch>
                  <a:fillRect l="-1757" r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940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F4B0-8DAB-1B1D-E0DE-7EA2A6A9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4827B-D0AC-2001-B485-DEBE89C9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0" i="0" u="none" strike="noStrike" baseline="0" dirty="0"/>
              <a:t>Counting sort determines, for each input element x, the number of elements less than x. It uses this information to place element x directly into its position in the output array.</a:t>
            </a:r>
          </a:p>
          <a:p>
            <a:pPr algn="just"/>
            <a:r>
              <a:rPr lang="en-US" sz="3200" dirty="0"/>
              <a:t>Counting sort is a stable sort.</a:t>
            </a:r>
          </a:p>
        </p:txBody>
      </p:sp>
    </p:spTree>
    <p:extLst>
      <p:ext uri="{BB962C8B-B14F-4D97-AF65-F5344CB8AC3E}">
        <p14:creationId xmlns:p14="http://schemas.microsoft.com/office/powerpoint/2010/main" val="36260252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AD73-C6BA-5E13-A4C7-587F949E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(1)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B2B58-9A89-83BE-EFF1-C90490300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208008" cy="4956749"/>
          </a:xfrm>
        </p:spPr>
      </p:pic>
    </p:spTree>
    <p:extLst>
      <p:ext uri="{BB962C8B-B14F-4D97-AF65-F5344CB8AC3E}">
        <p14:creationId xmlns:p14="http://schemas.microsoft.com/office/powerpoint/2010/main" val="37176984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C6B4FB-A1FF-92DF-ABBB-75A56699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Analysing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Sorting Algorithms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1453AC-6F1F-3B3B-7ED1-7CCD8968E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Insertion Sort, Bubble Sort, std::sort, Heap Sort</a:t>
            </a:r>
          </a:p>
        </p:txBody>
      </p:sp>
    </p:spTree>
    <p:extLst>
      <p:ext uri="{BB962C8B-B14F-4D97-AF65-F5344CB8AC3E}">
        <p14:creationId xmlns:p14="http://schemas.microsoft.com/office/powerpoint/2010/main" val="21707332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B01BC3-C116-8F3D-BCA9-B4588B91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Comparison (1)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027FD10-8FF7-B2FD-BBDE-76ED33D77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3027863"/>
              </p:ext>
            </p:extLst>
          </p:nvPr>
        </p:nvGraphicFramePr>
        <p:xfrm>
          <a:off x="838200" y="1674812"/>
          <a:ext cx="10515600" cy="4818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58968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7974-E3D8-CFB9-C9D8-3F7814F9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Comparison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7DE142-607A-42A8-5067-0138B98EE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731840"/>
              </p:ext>
            </p:extLst>
          </p:nvPr>
        </p:nvGraphicFramePr>
        <p:xfrm>
          <a:off x="838200" y="1358900"/>
          <a:ext cx="10515600" cy="532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163611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C7AF-4C35-D99E-5F59-02BC5B1F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Runtime Dependency on Data Structure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252D59-C5FC-8772-2E23-52769DB9E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943546"/>
              </p:ext>
            </p:extLst>
          </p:nvPr>
        </p:nvGraphicFramePr>
        <p:xfrm>
          <a:off x="838200" y="1690688"/>
          <a:ext cx="10515600" cy="5078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998505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4B47-2F30-B745-9568-BC3C4FD0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4663-ABD8-8CE6-F343-183C1BF3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Runtime Dependency on Data Structure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E91D35-ED25-F07D-5562-C7A416EFED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382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24858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33078</TotalTime>
  <Words>2685</Words>
  <Application>Microsoft Office PowerPoint</Application>
  <PresentationFormat>Widescreen</PresentationFormat>
  <Paragraphs>310</Paragraphs>
  <Slides>68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Aptos</vt:lpstr>
      <vt:lpstr>Arial</vt:lpstr>
      <vt:lpstr>Calibri</vt:lpstr>
      <vt:lpstr>Calibri Light</vt:lpstr>
      <vt:lpstr>Cambria Math</vt:lpstr>
      <vt:lpstr>MT2MIT</vt:lpstr>
      <vt:lpstr>Times-Bold</vt:lpstr>
      <vt:lpstr>Times-Italic</vt:lpstr>
      <vt:lpstr>Times-Roman</vt:lpstr>
      <vt:lpstr>Office Theme</vt:lpstr>
      <vt:lpstr>Introduction to Algorithms</vt:lpstr>
      <vt:lpstr>Course Overview</vt:lpstr>
      <vt:lpstr>Bubble Sort Illustration</vt:lpstr>
      <vt:lpstr>Bubble Sort</vt:lpstr>
      <vt:lpstr>Bubble Sort</vt:lpstr>
      <vt:lpstr>Bubble Sort: Correctness</vt:lpstr>
      <vt:lpstr>Bubble Sort: Correctness: Proof by Induction</vt:lpstr>
      <vt:lpstr>Bubble Sort: Complexity (1)</vt:lpstr>
      <vt:lpstr>Bubble Sort: Complexity (2)</vt:lpstr>
      <vt:lpstr>Bubble Sort: Usage</vt:lpstr>
      <vt:lpstr>Heap Sort</vt:lpstr>
      <vt:lpstr>Heap</vt:lpstr>
      <vt:lpstr>Heap Property</vt:lpstr>
      <vt:lpstr>Heap Height</vt:lpstr>
      <vt:lpstr>Heap: Operations</vt:lpstr>
      <vt:lpstr>Heap Sort: Max-Heapify (1)</vt:lpstr>
      <vt:lpstr>Heap Sort: Max-Heapify (2)</vt:lpstr>
      <vt:lpstr>Heap Sort: Max-Heapify (3)</vt:lpstr>
      <vt:lpstr>Heap Sort: Max-Heapify Running Time (1)</vt:lpstr>
      <vt:lpstr>Heap Sort: Max-Heapify Running Time (2)</vt:lpstr>
      <vt:lpstr>Heap Sort: Build-Max-Heap</vt:lpstr>
      <vt:lpstr>Heap Sort: Build-Max-Heap (2)</vt:lpstr>
      <vt:lpstr>Heap Sort: Build-Max-Heap (3)</vt:lpstr>
      <vt:lpstr>Heap Sort: Build-Max-Heap (4)</vt:lpstr>
      <vt:lpstr>Heap Sort: Build-Max-Heap: Correctness (1)</vt:lpstr>
      <vt:lpstr>Heap Sort: Build-Max-Heap: Correctness (2)</vt:lpstr>
      <vt:lpstr>Heap Sort: Build-Max-Heap: Running Time (1)</vt:lpstr>
      <vt:lpstr>Heap Sort: Build-Max-Heap: Running Time (2)</vt:lpstr>
      <vt:lpstr>Heap Sort</vt:lpstr>
      <vt:lpstr>Heap Sort: Example (1)</vt:lpstr>
      <vt:lpstr>Heap Sort: Example (2)</vt:lpstr>
      <vt:lpstr>Heap Sort: Example (3)</vt:lpstr>
      <vt:lpstr>Heap Sort: Example (4)</vt:lpstr>
      <vt:lpstr>Heap Sort: Example (4)</vt:lpstr>
      <vt:lpstr>Priority Queue (1)</vt:lpstr>
      <vt:lpstr>Priority Queue (2)</vt:lpstr>
      <vt:lpstr>Priority Queue (3)</vt:lpstr>
      <vt:lpstr>Build Max Heap</vt:lpstr>
      <vt:lpstr>Quick Sort</vt:lpstr>
      <vt:lpstr>Quicksort</vt:lpstr>
      <vt:lpstr>Quicksort: Devide-and-Conquer</vt:lpstr>
      <vt:lpstr>Quicksort Procedure</vt:lpstr>
      <vt:lpstr>Quicksort: Partitioning procedure</vt:lpstr>
      <vt:lpstr>Quicksort and Partitioning</vt:lpstr>
      <vt:lpstr>Quicksort: Partitioning</vt:lpstr>
      <vt:lpstr>Quicksort: Partitioning: Correctness</vt:lpstr>
      <vt:lpstr>Quicksort: Partitioning: Correctness (2)</vt:lpstr>
      <vt:lpstr>Quicksort: Partitioning: Correctness (3)</vt:lpstr>
      <vt:lpstr>Quicksort: Performance (1)</vt:lpstr>
      <vt:lpstr>Quicksort: Performance (2)</vt:lpstr>
      <vt:lpstr>Randomized QuickSort</vt:lpstr>
      <vt:lpstr>Analyzing Quicksort: Worst-case</vt:lpstr>
      <vt:lpstr>Analyzing Quicksort: Average-case (1)</vt:lpstr>
      <vt:lpstr>Analyzing Quicksort: Average-case (2)</vt:lpstr>
      <vt:lpstr>Analyzing Quicksort: Average-case (3)</vt:lpstr>
      <vt:lpstr>Comparison Sorts</vt:lpstr>
      <vt:lpstr>Lower Bounds for Sorting (1)</vt:lpstr>
      <vt:lpstr>Lower Bounds for Sorting (2)</vt:lpstr>
      <vt:lpstr>Lower Bounds for Sorting (3)</vt:lpstr>
      <vt:lpstr>Counting Sort</vt:lpstr>
      <vt:lpstr>Counting Sort (1)</vt:lpstr>
      <vt:lpstr>Counting Sort (1)</vt:lpstr>
      <vt:lpstr>Analysing Sorting Algorithms</vt:lpstr>
      <vt:lpstr>Runtime Comparison (1)</vt:lpstr>
      <vt:lpstr>Runtime Comparison (2)</vt:lpstr>
      <vt:lpstr>Insertion Sort Runtime Dependency on Data Structure</vt:lpstr>
      <vt:lpstr>Heap Sort Runtime Dependency on Data 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6</cp:revision>
  <dcterms:created xsi:type="dcterms:W3CDTF">2024-06-18T05:26:31Z</dcterms:created>
  <dcterms:modified xsi:type="dcterms:W3CDTF">2025-11-18T05:00:04Z</dcterms:modified>
</cp:coreProperties>
</file>
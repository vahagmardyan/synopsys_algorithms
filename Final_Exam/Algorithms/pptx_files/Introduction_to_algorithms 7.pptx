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4803" r:id="rId4"/>
    <p:sldId id="4795" r:id="rId5"/>
    <p:sldId id="4796" r:id="rId6"/>
    <p:sldId id="4798" r:id="rId7"/>
    <p:sldId id="4799" r:id="rId8"/>
    <p:sldId id="4800" r:id="rId9"/>
    <p:sldId id="4801" r:id="rId10"/>
    <p:sldId id="4802" r:id="rId11"/>
    <p:sldId id="4808" r:id="rId12"/>
    <p:sldId id="4804" r:id="rId13"/>
    <p:sldId id="4805" r:id="rId14"/>
    <p:sldId id="4806" r:id="rId15"/>
    <p:sldId id="4807" r:id="rId16"/>
    <p:sldId id="4809" r:id="rId17"/>
    <p:sldId id="4810" r:id="rId18"/>
    <p:sldId id="4811" r:id="rId19"/>
    <p:sldId id="4812" r:id="rId20"/>
    <p:sldId id="4813" r:id="rId21"/>
    <p:sldId id="4814" r:id="rId22"/>
    <p:sldId id="4825" r:id="rId23"/>
    <p:sldId id="4826" r:id="rId24"/>
    <p:sldId id="4827" r:id="rId25"/>
    <p:sldId id="4815" r:id="rId26"/>
    <p:sldId id="4816" r:id="rId27"/>
    <p:sldId id="4817" r:id="rId28"/>
    <p:sldId id="4818" r:id="rId29"/>
    <p:sldId id="4819" r:id="rId30"/>
    <p:sldId id="4828" r:id="rId31"/>
    <p:sldId id="4829" r:id="rId32"/>
    <p:sldId id="4830" r:id="rId33"/>
    <p:sldId id="4831" r:id="rId34"/>
    <p:sldId id="4832" r:id="rId35"/>
    <p:sldId id="4833" r:id="rId36"/>
    <p:sldId id="4834" r:id="rId37"/>
    <p:sldId id="4835" r:id="rId38"/>
    <p:sldId id="4836" r:id="rId39"/>
    <p:sldId id="4837" r:id="rId40"/>
    <p:sldId id="4838" r:id="rId41"/>
    <p:sldId id="4839" r:id="rId42"/>
    <p:sldId id="4840" r:id="rId43"/>
    <p:sldId id="4841" r:id="rId44"/>
    <p:sldId id="4842" r:id="rId45"/>
    <p:sldId id="4843" r:id="rId46"/>
    <p:sldId id="4844" r:id="rId47"/>
    <p:sldId id="4845" r:id="rId48"/>
    <p:sldId id="4846" r:id="rId49"/>
    <p:sldId id="4847" r:id="rId50"/>
    <p:sldId id="4848" r:id="rId51"/>
    <p:sldId id="4850" r:id="rId52"/>
    <p:sldId id="4851" r:id="rId53"/>
    <p:sldId id="4820" r:id="rId54"/>
    <p:sldId id="4821" r:id="rId55"/>
    <p:sldId id="4822" r:id="rId56"/>
    <p:sldId id="4823" r:id="rId57"/>
    <p:sldId id="4824" r:id="rId58"/>
    <p:sldId id="479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D79F6-B906-4B99-A700-BA9440B7ED55}" v="2352" dt="2025-03-14T04:36:28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5666" autoAdjust="0"/>
  </p:normalViewPr>
  <p:slideViewPr>
    <p:cSldViewPr snapToGrid="0">
      <p:cViewPr varScale="1">
        <p:scale>
          <a:sx n="80" d="100"/>
          <a:sy n="80" d="100"/>
        </p:scale>
        <p:origin x="131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554D79F6-B906-4B99-A700-BA9440B7ED55}"/>
    <pc:docChg chg="undo redo custSel addSld delSld modSld sldOrd">
      <pc:chgData name="Prazyan, Levon" userId="ed024b0e-4a1a-418a-8ca0-755e149680c9" providerId="ADAL" clId="{554D79F6-B906-4B99-A700-BA9440B7ED55}" dt="2025-03-14T04:36:28.607" v="5420"/>
      <pc:docMkLst>
        <pc:docMk/>
      </pc:docMkLst>
      <pc:sldChg chg="modSp mod">
        <pc:chgData name="Prazyan, Levon" userId="ed024b0e-4a1a-418a-8ca0-755e149680c9" providerId="ADAL" clId="{554D79F6-B906-4B99-A700-BA9440B7ED55}" dt="2025-02-20T19:55:06.933" v="3"/>
        <pc:sldMkLst>
          <pc:docMk/>
          <pc:sldMk cId="417041952" sldId="257"/>
        </pc:sldMkLst>
        <pc:spChg chg="mod">
          <ac:chgData name="Prazyan, Levon" userId="ed024b0e-4a1a-418a-8ca0-755e149680c9" providerId="ADAL" clId="{554D79F6-B906-4B99-A700-BA9440B7ED55}" dt="2025-02-20T19:55:06.933" v="3"/>
          <ac:spMkLst>
            <pc:docMk/>
            <pc:sldMk cId="417041952" sldId="257"/>
            <ac:spMk id="3" creationId="{4BC1998C-E6BD-C71A-C3E7-04FF6D66E39F}"/>
          </ac:spMkLst>
        </pc:spChg>
      </pc:sldChg>
      <pc:sldChg chg="addSp delSp modSp mod modClrScheme chgLayout">
        <pc:chgData name="Prazyan, Levon" userId="ed024b0e-4a1a-418a-8ca0-755e149680c9" providerId="ADAL" clId="{554D79F6-B906-4B99-A700-BA9440B7ED55}" dt="2025-02-20T20:06:30.986" v="20" actId="1076"/>
        <pc:sldMkLst>
          <pc:docMk/>
          <pc:sldMk cId="1973462942" sldId="4795"/>
        </pc:sldMkLst>
        <pc:spChg chg="mod ord">
          <ac:chgData name="Prazyan, Levon" userId="ed024b0e-4a1a-418a-8ca0-755e149680c9" providerId="ADAL" clId="{554D79F6-B906-4B99-A700-BA9440B7ED55}" dt="2025-02-20T20:06:12.805" v="15" actId="700"/>
          <ac:spMkLst>
            <pc:docMk/>
            <pc:sldMk cId="1973462942" sldId="4795"/>
            <ac:spMk id="2" creationId="{AC961954-006F-716D-0F06-F654D2F19612}"/>
          </ac:spMkLst>
        </pc:spChg>
        <pc:picChg chg="add mod">
          <ac:chgData name="Prazyan, Levon" userId="ed024b0e-4a1a-418a-8ca0-755e149680c9" providerId="ADAL" clId="{554D79F6-B906-4B99-A700-BA9440B7ED55}" dt="2025-02-20T20:06:30.986" v="20" actId="1076"/>
          <ac:picMkLst>
            <pc:docMk/>
            <pc:sldMk cId="1973462942" sldId="4795"/>
            <ac:picMk id="1026" creationId="{8BE4228C-DBBE-876F-D4E0-0FC7CAB6FA29}"/>
          </ac:picMkLst>
        </pc:picChg>
      </pc:sldChg>
      <pc:sldChg chg="addSp delSp modSp add mod ord modClrScheme modAnim chgLayout modNotesTx">
        <pc:chgData name="Prazyan, Levon" userId="ed024b0e-4a1a-418a-8ca0-755e149680c9" providerId="ADAL" clId="{554D79F6-B906-4B99-A700-BA9440B7ED55}" dt="2025-02-27T22:35:02" v="843" actId="6549"/>
        <pc:sldMkLst>
          <pc:docMk/>
          <pc:sldMk cId="2678091333" sldId="4796"/>
        </pc:sldMkLst>
        <pc:spChg chg="mod ord">
          <ac:chgData name="Prazyan, Levon" userId="ed024b0e-4a1a-418a-8ca0-755e149680c9" providerId="ADAL" clId="{554D79F6-B906-4B99-A700-BA9440B7ED55}" dt="2025-02-20T20:35:40.013" v="99" actId="700"/>
          <ac:spMkLst>
            <pc:docMk/>
            <pc:sldMk cId="2678091333" sldId="4796"/>
            <ac:spMk id="2" creationId="{53444A54-0BD1-AF38-2125-1BD1ADC8431F}"/>
          </ac:spMkLst>
        </pc:spChg>
        <pc:spChg chg="add mod ord">
          <ac:chgData name="Prazyan, Levon" userId="ed024b0e-4a1a-418a-8ca0-755e149680c9" providerId="ADAL" clId="{554D79F6-B906-4B99-A700-BA9440B7ED55}" dt="2025-02-27T22:35:02" v="843" actId="6549"/>
          <ac:spMkLst>
            <pc:docMk/>
            <pc:sldMk cId="2678091333" sldId="4796"/>
            <ac:spMk id="3" creationId="{20F9C971-7A69-BB91-C1C1-BDC03E97B75B}"/>
          </ac:spMkLst>
        </pc:spChg>
        <pc:picChg chg="add mod">
          <ac:chgData name="Prazyan, Levon" userId="ed024b0e-4a1a-418a-8ca0-755e149680c9" providerId="ADAL" clId="{554D79F6-B906-4B99-A700-BA9440B7ED55}" dt="2025-02-20T20:36:01.985" v="105" actId="1076"/>
          <ac:picMkLst>
            <pc:docMk/>
            <pc:sldMk cId="2678091333" sldId="4796"/>
            <ac:picMk id="5" creationId="{01D8192D-DD5F-A037-1EDD-E1DCF9C94CAF}"/>
          </ac:picMkLst>
        </pc:picChg>
      </pc:sldChg>
      <pc:sldChg chg="addSp delSp modSp add del mod ord setBg">
        <pc:chgData name="Prazyan, Levon" userId="ed024b0e-4a1a-418a-8ca0-755e149680c9" providerId="ADAL" clId="{554D79F6-B906-4B99-A700-BA9440B7ED55}" dt="2025-02-20T20:36:52.910" v="110" actId="47"/>
        <pc:sldMkLst>
          <pc:docMk/>
          <pc:sldMk cId="21096296" sldId="4797"/>
        </pc:sldMkLst>
      </pc:sldChg>
      <pc:sldChg chg="del">
        <pc:chgData name="Prazyan, Levon" userId="ed024b0e-4a1a-418a-8ca0-755e149680c9" providerId="ADAL" clId="{554D79F6-B906-4B99-A700-BA9440B7ED55}" dt="2025-02-20T20:06:48.860" v="21" actId="47"/>
        <pc:sldMkLst>
          <pc:docMk/>
          <pc:sldMk cId="2446675077" sldId="4797"/>
        </pc:sldMkLst>
      </pc:sldChg>
      <pc:sldChg chg="addSp modSp add mod ord modClrScheme chgLayout modNotesTx">
        <pc:chgData name="Prazyan, Levon" userId="ed024b0e-4a1a-418a-8ca0-755e149680c9" providerId="ADAL" clId="{554D79F6-B906-4B99-A700-BA9440B7ED55}" dt="2025-02-20T20:59:53.873" v="184"/>
        <pc:sldMkLst>
          <pc:docMk/>
          <pc:sldMk cId="1666081590" sldId="4798"/>
        </pc:sldMkLst>
        <pc:spChg chg="mod ord">
          <ac:chgData name="Prazyan, Levon" userId="ed024b0e-4a1a-418a-8ca0-755e149680c9" providerId="ADAL" clId="{554D79F6-B906-4B99-A700-BA9440B7ED55}" dt="2025-02-20T20:37:18.971" v="125" actId="700"/>
          <ac:spMkLst>
            <pc:docMk/>
            <pc:sldMk cId="1666081590" sldId="4798"/>
            <ac:spMk id="2" creationId="{B52148A5-9C83-F4D9-DE4D-943A7CD17C81}"/>
          </ac:spMkLst>
        </pc:spChg>
        <pc:spChg chg="mod ord">
          <ac:chgData name="Prazyan, Levon" userId="ed024b0e-4a1a-418a-8ca0-755e149680c9" providerId="ADAL" clId="{554D79F6-B906-4B99-A700-BA9440B7ED55}" dt="2025-02-20T20:47:53.925" v="135" actId="20577"/>
          <ac:spMkLst>
            <pc:docMk/>
            <pc:sldMk cId="1666081590" sldId="4798"/>
            <ac:spMk id="3" creationId="{BC31D80C-CAB3-4A50-7F59-58F3927793F3}"/>
          </ac:spMkLst>
        </pc:spChg>
        <pc:spChg chg="add mod ord">
          <ac:chgData name="Prazyan, Levon" userId="ed024b0e-4a1a-418a-8ca0-755e149680c9" providerId="ADAL" clId="{554D79F6-B906-4B99-A700-BA9440B7ED55}" dt="2025-02-20T20:59:53.873" v="184"/>
          <ac:spMkLst>
            <pc:docMk/>
            <pc:sldMk cId="1666081590" sldId="4798"/>
            <ac:spMk id="4" creationId="{8A1FA399-C9E6-8CBC-8AD8-4B64DE2F7388}"/>
          </ac:spMkLst>
        </pc:sp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748049577" sldId="4798"/>
        </pc:sldMkLst>
      </pc:sldChg>
      <pc:sldChg chg="add del">
        <pc:chgData name="Prazyan, Levon" userId="ed024b0e-4a1a-418a-8ca0-755e149680c9" providerId="ADAL" clId="{554D79F6-B906-4B99-A700-BA9440B7ED55}" dt="2025-02-20T20:35:34.986" v="98" actId="2890"/>
        <pc:sldMkLst>
          <pc:docMk/>
          <pc:sldMk cId="411049057" sldId="4799"/>
        </pc:sldMkLst>
      </pc:sldChg>
      <pc:sldChg chg="addSp delSp modSp add mod modClrScheme chgLayout">
        <pc:chgData name="Prazyan, Levon" userId="ed024b0e-4a1a-418a-8ca0-755e149680c9" providerId="ADAL" clId="{554D79F6-B906-4B99-A700-BA9440B7ED55}" dt="2025-02-20T21:16:22.705" v="310" actId="113"/>
        <pc:sldMkLst>
          <pc:docMk/>
          <pc:sldMk cId="2346915334" sldId="4799"/>
        </pc:sldMkLst>
        <pc:spChg chg="mod ord">
          <ac:chgData name="Prazyan, Levon" userId="ed024b0e-4a1a-418a-8ca0-755e149680c9" providerId="ADAL" clId="{554D79F6-B906-4B99-A700-BA9440B7ED55}" dt="2025-02-20T21:15:00.351" v="297" actId="20577"/>
          <ac:spMkLst>
            <pc:docMk/>
            <pc:sldMk cId="2346915334" sldId="4799"/>
            <ac:spMk id="2" creationId="{F43ACC2C-1D4C-B962-ADDE-DC23610938FA}"/>
          </ac:spMkLst>
        </pc:spChg>
        <pc:spChg chg="mod ord">
          <ac:chgData name="Prazyan, Levon" userId="ed024b0e-4a1a-418a-8ca0-755e149680c9" providerId="ADAL" clId="{554D79F6-B906-4B99-A700-BA9440B7ED55}" dt="2025-02-20T21:16:22.705" v="310" actId="113"/>
          <ac:spMkLst>
            <pc:docMk/>
            <pc:sldMk cId="2346915334" sldId="4799"/>
            <ac:spMk id="3" creationId="{52DF01DC-3458-331F-1016-EE0508A93DF0}"/>
          </ac:spMkLst>
        </pc:sp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32713017" sldId="4799"/>
        </pc:sldMkLst>
      </pc:sldChg>
      <pc:sldChg chg="modSp add mod ord">
        <pc:chgData name="Prazyan, Levon" userId="ed024b0e-4a1a-418a-8ca0-755e149680c9" providerId="ADAL" clId="{554D79F6-B906-4B99-A700-BA9440B7ED55}" dt="2025-02-20T21:36:57.277" v="542" actId="20577"/>
        <pc:sldMkLst>
          <pc:docMk/>
          <pc:sldMk cId="3028176192" sldId="4800"/>
        </pc:sldMkLst>
        <pc:spChg chg="mod">
          <ac:chgData name="Prazyan, Levon" userId="ed024b0e-4a1a-418a-8ca0-755e149680c9" providerId="ADAL" clId="{554D79F6-B906-4B99-A700-BA9440B7ED55}" dt="2025-02-20T21:31:24.487" v="436" actId="20577"/>
          <ac:spMkLst>
            <pc:docMk/>
            <pc:sldMk cId="3028176192" sldId="4800"/>
            <ac:spMk id="2" creationId="{13497467-0D5B-3401-DE1F-2C304FBE3D58}"/>
          </ac:spMkLst>
        </pc:spChg>
        <pc:spChg chg="mod">
          <ac:chgData name="Prazyan, Levon" userId="ed024b0e-4a1a-418a-8ca0-755e149680c9" providerId="ADAL" clId="{554D79F6-B906-4B99-A700-BA9440B7ED55}" dt="2025-02-20T21:36:57.277" v="542" actId="20577"/>
          <ac:spMkLst>
            <pc:docMk/>
            <pc:sldMk cId="3028176192" sldId="4800"/>
            <ac:spMk id="4" creationId="{538896A1-E977-5B74-EEDA-76BE5B9B15D5}"/>
          </ac:spMkLst>
        </pc:sp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0125620" sldId="4800"/>
        </pc:sldMkLst>
      </pc:sldChg>
      <pc:sldChg chg="addSp delSp modSp add mod modClrScheme chgLayout modNotesTx">
        <pc:chgData name="Prazyan, Levon" userId="ed024b0e-4a1a-418a-8ca0-755e149680c9" providerId="ADAL" clId="{554D79F6-B906-4B99-A700-BA9440B7ED55}" dt="2025-02-20T21:38:43.863" v="645" actId="20577"/>
        <pc:sldMkLst>
          <pc:docMk/>
          <pc:sldMk cId="689094172" sldId="4801"/>
        </pc:sldMkLst>
        <pc:spChg chg="mod ord">
          <ac:chgData name="Prazyan, Levon" userId="ed024b0e-4a1a-418a-8ca0-755e149680c9" providerId="ADAL" clId="{554D79F6-B906-4B99-A700-BA9440B7ED55}" dt="2025-02-20T21:31:47.605" v="440" actId="700"/>
          <ac:spMkLst>
            <pc:docMk/>
            <pc:sldMk cId="689094172" sldId="4801"/>
            <ac:spMk id="2" creationId="{E55C288D-6145-45BD-2920-613203BC0667}"/>
          </ac:spMkLst>
        </pc:spChg>
        <pc:spChg chg="mod ord">
          <ac:chgData name="Prazyan, Levon" userId="ed024b0e-4a1a-418a-8ca0-755e149680c9" providerId="ADAL" clId="{554D79F6-B906-4B99-A700-BA9440B7ED55}" dt="2025-02-20T21:38:09.018" v="592" actId="20577"/>
          <ac:spMkLst>
            <pc:docMk/>
            <pc:sldMk cId="689094172" sldId="4801"/>
            <ac:spMk id="4" creationId="{7BEF1CC5-4F2C-6AF9-9553-3D0AD1BEE6E0}"/>
          </ac:spMkLst>
        </pc:spChg>
      </pc:sldChg>
      <pc:sldChg chg="addSp delSp modSp new mod modClrScheme chgLayout modNotesTx">
        <pc:chgData name="Prazyan, Levon" userId="ed024b0e-4a1a-418a-8ca0-755e149680c9" providerId="ADAL" clId="{554D79F6-B906-4B99-A700-BA9440B7ED55}" dt="2025-02-20T21:42:43.284" v="841" actId="20577"/>
        <pc:sldMkLst>
          <pc:docMk/>
          <pc:sldMk cId="1257113227" sldId="4802"/>
        </pc:sldMkLst>
        <pc:spChg chg="mod ord">
          <ac:chgData name="Prazyan, Levon" userId="ed024b0e-4a1a-418a-8ca0-755e149680c9" providerId="ADAL" clId="{554D79F6-B906-4B99-A700-BA9440B7ED55}" dt="2025-02-20T21:39:32.879" v="668" actId="700"/>
          <ac:spMkLst>
            <pc:docMk/>
            <pc:sldMk cId="1257113227" sldId="4802"/>
            <ac:spMk id="2" creationId="{579ECE54-FD61-659F-FC8C-B90E944AD8CB}"/>
          </ac:spMkLst>
        </pc:spChg>
        <pc:spChg chg="add mod ord">
          <ac:chgData name="Prazyan, Levon" userId="ed024b0e-4a1a-418a-8ca0-755e149680c9" providerId="ADAL" clId="{554D79F6-B906-4B99-A700-BA9440B7ED55}" dt="2025-02-20T21:39:37.068" v="676" actId="20577"/>
          <ac:spMkLst>
            <pc:docMk/>
            <pc:sldMk cId="1257113227" sldId="4802"/>
            <ac:spMk id="6" creationId="{C8617659-999A-D4DD-3F09-CF60D631C8AE}"/>
          </ac:spMkLst>
        </pc:spChg>
        <pc:spChg chg="add mod ord">
          <ac:chgData name="Prazyan, Levon" userId="ed024b0e-4a1a-418a-8ca0-755e149680c9" providerId="ADAL" clId="{554D79F6-B906-4B99-A700-BA9440B7ED55}" dt="2025-02-20T21:41:49.127" v="763"/>
          <ac:spMkLst>
            <pc:docMk/>
            <pc:sldMk cId="1257113227" sldId="4802"/>
            <ac:spMk id="7" creationId="{64652DEE-ABC2-AE7F-05F7-6437494ACA7D}"/>
          </ac:spMkLst>
        </pc:spChg>
        <pc:spChg chg="add mod ord">
          <ac:chgData name="Prazyan, Levon" userId="ed024b0e-4a1a-418a-8ca0-755e149680c9" providerId="ADAL" clId="{554D79F6-B906-4B99-A700-BA9440B7ED55}" dt="2025-02-20T21:42:01.959" v="774" actId="20577"/>
          <ac:spMkLst>
            <pc:docMk/>
            <pc:sldMk cId="1257113227" sldId="4802"/>
            <ac:spMk id="8" creationId="{584D3D70-664F-0E8A-E334-B17BBC14EFE3}"/>
          </ac:spMkLst>
        </pc:spChg>
        <pc:spChg chg="add mod ord">
          <ac:chgData name="Prazyan, Levon" userId="ed024b0e-4a1a-418a-8ca0-755e149680c9" providerId="ADAL" clId="{554D79F6-B906-4B99-A700-BA9440B7ED55}" dt="2025-02-20T21:42:43.284" v="841" actId="20577"/>
          <ac:spMkLst>
            <pc:docMk/>
            <pc:sldMk cId="1257113227" sldId="4802"/>
            <ac:spMk id="9" creationId="{1624AAA2-0551-C827-E297-DDD55A2D3E83}"/>
          </ac:spMkLst>
        </pc:sp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145688094" sldId="480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055134402" sldId="4803"/>
        </pc:sldMkLst>
      </pc:sldChg>
      <pc:sldChg chg="addSp delSp modSp new mod">
        <pc:chgData name="Prazyan, Levon" userId="ed024b0e-4a1a-418a-8ca0-755e149680c9" providerId="ADAL" clId="{554D79F6-B906-4B99-A700-BA9440B7ED55}" dt="2025-02-28T04:31:24.143" v="884" actId="20577"/>
        <pc:sldMkLst>
          <pc:docMk/>
          <pc:sldMk cId="4125332284" sldId="4803"/>
        </pc:sldMkLst>
        <pc:spChg chg="mod">
          <ac:chgData name="Prazyan, Levon" userId="ed024b0e-4a1a-418a-8ca0-755e149680c9" providerId="ADAL" clId="{554D79F6-B906-4B99-A700-BA9440B7ED55}" dt="2025-02-28T04:31:24.143" v="884" actId="20577"/>
          <ac:spMkLst>
            <pc:docMk/>
            <pc:sldMk cId="4125332284" sldId="4803"/>
            <ac:spMk id="2" creationId="{878220D2-889E-FEA2-1295-77DF564AB894}"/>
          </ac:spMkLst>
        </pc:spChg>
        <pc:picChg chg="add mod">
          <ac:chgData name="Prazyan, Levon" userId="ed024b0e-4a1a-418a-8ca0-755e149680c9" providerId="ADAL" clId="{554D79F6-B906-4B99-A700-BA9440B7ED55}" dt="2025-02-28T04:31:07.911" v="848" actId="1076"/>
          <ac:picMkLst>
            <pc:docMk/>
            <pc:sldMk cId="4125332284" sldId="4803"/>
            <ac:picMk id="1026" creationId="{F6A3F659-AB41-8D3F-34F6-E0FD6EB7DE2C}"/>
          </ac:picMkLst>
        </pc:pic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391332826" sldId="4804"/>
        </pc:sldMkLst>
      </pc:sldChg>
      <pc:sldChg chg="addSp delSp modSp new mod modClrScheme chgLayout modNotesTx">
        <pc:chgData name="Prazyan, Levon" userId="ed024b0e-4a1a-418a-8ca0-755e149680c9" providerId="ADAL" clId="{554D79F6-B906-4B99-A700-BA9440B7ED55}" dt="2025-03-06T17:31:21.299" v="994" actId="20577"/>
        <pc:sldMkLst>
          <pc:docMk/>
          <pc:sldMk cId="3804437282" sldId="4804"/>
        </pc:sldMkLst>
        <pc:spChg chg="add mod ord">
          <ac:chgData name="Prazyan, Levon" userId="ed024b0e-4a1a-418a-8ca0-755e149680c9" providerId="ADAL" clId="{554D79F6-B906-4B99-A700-BA9440B7ED55}" dt="2025-03-06T17:31:21.299" v="994" actId="20577"/>
          <ac:spMkLst>
            <pc:docMk/>
            <pc:sldMk cId="3804437282" sldId="4804"/>
            <ac:spMk id="7" creationId="{9E08A01C-A6D6-CA48-C6BE-58D1F0591B3D}"/>
          </ac:spMkLst>
        </pc:spChg>
        <pc:spChg chg="add mod ord">
          <ac:chgData name="Prazyan, Levon" userId="ed024b0e-4a1a-418a-8ca0-755e149680c9" providerId="ADAL" clId="{554D79F6-B906-4B99-A700-BA9440B7ED55}" dt="2025-03-06T12:13:33.545" v="911" actId="14100"/>
          <ac:spMkLst>
            <pc:docMk/>
            <pc:sldMk cId="3804437282" sldId="4804"/>
            <ac:spMk id="8" creationId="{8CA64D2C-03C1-8081-2FE4-C1DD576782CF}"/>
          </ac:spMkLst>
        </pc:spChg>
        <pc:picChg chg="add mod ord modCrop">
          <ac:chgData name="Prazyan, Levon" userId="ed024b0e-4a1a-418a-8ca0-755e149680c9" providerId="ADAL" clId="{554D79F6-B906-4B99-A700-BA9440B7ED55}" dt="2025-03-06T12:13:42.861" v="914" actId="1076"/>
          <ac:picMkLst>
            <pc:docMk/>
            <pc:sldMk cId="3804437282" sldId="4804"/>
            <ac:picMk id="11" creationId="{EDE768CE-DB48-1CED-590B-FBA3747035FC}"/>
          </ac:picMkLst>
        </pc:picChg>
      </pc:sldChg>
      <pc:sldChg chg="addSp delSp modSp new mod modAnim modNotesTx">
        <pc:chgData name="Prazyan, Levon" userId="ed024b0e-4a1a-418a-8ca0-755e149680c9" providerId="ADAL" clId="{554D79F6-B906-4B99-A700-BA9440B7ED55}" dt="2025-03-06T17:31:28.324" v="1003" actId="20577"/>
        <pc:sldMkLst>
          <pc:docMk/>
          <pc:sldMk cId="2879618372" sldId="4805"/>
        </pc:sldMkLst>
        <pc:spChg chg="mod">
          <ac:chgData name="Prazyan, Levon" userId="ed024b0e-4a1a-418a-8ca0-755e149680c9" providerId="ADAL" clId="{554D79F6-B906-4B99-A700-BA9440B7ED55}" dt="2025-03-06T17:31:28.324" v="1003" actId="20577"/>
          <ac:spMkLst>
            <pc:docMk/>
            <pc:sldMk cId="2879618372" sldId="4805"/>
            <ac:spMk id="2" creationId="{FFD51323-8D34-CE78-C0C0-185AEED8EAB3}"/>
          </ac:spMkLst>
        </pc:spChg>
        <pc:spChg chg="mod">
          <ac:chgData name="Prazyan, Levon" userId="ed024b0e-4a1a-418a-8ca0-755e149680c9" providerId="ADAL" clId="{554D79F6-B906-4B99-A700-BA9440B7ED55}" dt="2025-03-06T17:30:13.910" v="982" actId="20577"/>
          <ac:spMkLst>
            <pc:docMk/>
            <pc:sldMk cId="2879618372" sldId="4805"/>
            <ac:spMk id="4" creationId="{83BD7CD2-BAA8-8DB2-86B9-896B1CF2CB5A}"/>
          </ac:spMkLst>
        </pc:spChg>
        <pc:picChg chg="add mod ord">
          <ac:chgData name="Prazyan, Levon" userId="ed024b0e-4a1a-418a-8ca0-755e149680c9" providerId="ADAL" clId="{554D79F6-B906-4B99-A700-BA9440B7ED55}" dt="2025-03-06T17:28:30.978" v="925" actId="1076"/>
          <ac:picMkLst>
            <pc:docMk/>
            <pc:sldMk cId="2879618372" sldId="4805"/>
            <ac:picMk id="6" creationId="{76CFBCF8-A085-ABB0-F478-9F9C588205DB}"/>
          </ac:picMkLst>
        </pc:pic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673105919" sldId="4805"/>
        </pc:sldMkLst>
      </pc:sldChg>
      <pc:sldChg chg="addSp delSp modSp new mod modAnim">
        <pc:chgData name="Prazyan, Levon" userId="ed024b0e-4a1a-418a-8ca0-755e149680c9" providerId="ADAL" clId="{554D79F6-B906-4B99-A700-BA9440B7ED55}" dt="2025-03-06T17:37:05.684" v="1054"/>
        <pc:sldMkLst>
          <pc:docMk/>
          <pc:sldMk cId="1461544083" sldId="4806"/>
        </pc:sldMkLst>
        <pc:spChg chg="mod">
          <ac:chgData name="Prazyan, Levon" userId="ed024b0e-4a1a-418a-8ca0-755e149680c9" providerId="ADAL" clId="{554D79F6-B906-4B99-A700-BA9440B7ED55}" dt="2025-03-06T17:32:38.041" v="1015" actId="20577"/>
          <ac:spMkLst>
            <pc:docMk/>
            <pc:sldMk cId="1461544083" sldId="4806"/>
            <ac:spMk id="2" creationId="{8804B4C8-C423-1CA7-D635-BB7270A00B55}"/>
          </ac:spMkLst>
        </pc:spChg>
        <pc:spChg chg="mod">
          <ac:chgData name="Prazyan, Levon" userId="ed024b0e-4a1a-418a-8ca0-755e149680c9" providerId="ADAL" clId="{554D79F6-B906-4B99-A700-BA9440B7ED55}" dt="2025-03-06T17:36:39.598" v="1052" actId="255"/>
          <ac:spMkLst>
            <pc:docMk/>
            <pc:sldMk cId="1461544083" sldId="4806"/>
            <ac:spMk id="4" creationId="{4ABC940D-C249-76AC-D565-368A190F2AC5}"/>
          </ac:spMkLst>
        </pc:spChg>
        <pc:picChg chg="add mod ord">
          <ac:chgData name="Prazyan, Levon" userId="ed024b0e-4a1a-418a-8ca0-755e149680c9" providerId="ADAL" clId="{554D79F6-B906-4B99-A700-BA9440B7ED55}" dt="2025-03-06T17:33:12.639" v="1018" actId="14100"/>
          <ac:picMkLst>
            <pc:docMk/>
            <pc:sldMk cId="1461544083" sldId="4806"/>
            <ac:picMk id="6" creationId="{D139F647-55DF-DF47-05DC-F0F84FB361B0}"/>
          </ac:picMkLst>
        </pc:pic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667298014" sldId="480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8071704" sldId="4807"/>
        </pc:sldMkLst>
      </pc:sldChg>
      <pc:sldChg chg="addSp delSp modSp new mod modClrScheme modAnim chgLayout">
        <pc:chgData name="Prazyan, Levon" userId="ed024b0e-4a1a-418a-8ca0-755e149680c9" providerId="ADAL" clId="{554D79F6-B906-4B99-A700-BA9440B7ED55}" dt="2025-03-06T17:54:45.130" v="1109"/>
        <pc:sldMkLst>
          <pc:docMk/>
          <pc:sldMk cId="4223718616" sldId="4807"/>
        </pc:sldMkLst>
        <pc:spChg chg="mod ord">
          <ac:chgData name="Prazyan, Levon" userId="ed024b0e-4a1a-418a-8ca0-755e149680c9" providerId="ADAL" clId="{554D79F6-B906-4B99-A700-BA9440B7ED55}" dt="2025-03-06T17:46:30.317" v="1074" actId="700"/>
          <ac:spMkLst>
            <pc:docMk/>
            <pc:sldMk cId="4223718616" sldId="4807"/>
            <ac:spMk id="2" creationId="{D1AE8C2C-58D8-F181-B897-2C5B274461E9}"/>
          </ac:spMkLst>
        </pc:spChg>
        <pc:spChg chg="add mod ord">
          <ac:chgData name="Prazyan, Levon" userId="ed024b0e-4a1a-418a-8ca0-755e149680c9" providerId="ADAL" clId="{554D79F6-B906-4B99-A700-BA9440B7ED55}" dt="2025-03-06T17:54:24.479" v="1106"/>
          <ac:spMkLst>
            <pc:docMk/>
            <pc:sldMk cId="4223718616" sldId="4807"/>
            <ac:spMk id="5" creationId="{4598DF08-2481-8B40-E386-245004645378}"/>
          </ac:spMkLst>
        </pc:spChg>
      </pc:sldChg>
      <pc:sldChg chg="addSp delSp modSp new mod setBg modClrScheme addAnim chgLayout">
        <pc:chgData name="Prazyan, Levon" userId="ed024b0e-4a1a-418a-8ca0-755e149680c9" providerId="ADAL" clId="{554D79F6-B906-4B99-A700-BA9440B7ED55}" dt="2025-03-06T17:56:14.777" v="1146" actId="20577"/>
        <pc:sldMkLst>
          <pc:docMk/>
          <pc:sldMk cId="1287151514" sldId="4808"/>
        </pc:sldMkLst>
        <pc:spChg chg="add mod or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7" creationId="{3B07B1DF-33FD-B218-F6F8-37FE63AA53CB}"/>
          </ac:spMkLst>
        </pc:spChg>
        <pc:spChg chg="add mod ord">
          <ac:chgData name="Prazyan, Levon" userId="ed024b0e-4a1a-418a-8ca0-755e149680c9" providerId="ADAL" clId="{554D79F6-B906-4B99-A700-BA9440B7ED55}" dt="2025-03-06T17:56:14.777" v="1146" actId="20577"/>
          <ac:spMkLst>
            <pc:docMk/>
            <pc:sldMk cId="1287151514" sldId="4808"/>
            <ac:spMk id="8" creationId="{A4D497E9-C6A8-053D-C6DC-9683FB94AE5A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13" creationId="{6F5A5072-7B47-4D32-B52A-4EBBF590B8A5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15" creationId="{9715DAF0-AE1B-46C9-8A6B-DB2AA05AB91D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17" creationId="{6016219D-510E-4184-9090-6D5578A87BD1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19" creationId="{AFF4A713-7B75-4B21-90D7-5AB19547C728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21" creationId="{DC631C0B-6DA6-4E57-8231-CE32B3434A7E}"/>
          </ac:spMkLst>
        </pc:spChg>
        <pc:spChg chg="add">
          <ac:chgData name="Prazyan, Levon" userId="ed024b0e-4a1a-418a-8ca0-755e149680c9" providerId="ADAL" clId="{554D79F6-B906-4B99-A700-BA9440B7ED55}" dt="2025-03-06T17:55:49.519" v="1121" actId="26606"/>
          <ac:spMkLst>
            <pc:docMk/>
            <pc:sldMk cId="1287151514" sldId="4808"/>
            <ac:spMk id="23" creationId="{C29501E6-A978-4A61-9689-9085AF97A53A}"/>
          </ac:spMkLst>
        </pc:spChg>
      </pc:sldChg>
      <pc:sldChg chg="addSp delSp modSp new mod modClrScheme chgLayout">
        <pc:chgData name="Prazyan, Levon" userId="ed024b0e-4a1a-418a-8ca0-755e149680c9" providerId="ADAL" clId="{554D79F6-B906-4B99-A700-BA9440B7ED55}" dt="2025-03-06T18:16:44.003" v="1218" actId="20577"/>
        <pc:sldMkLst>
          <pc:docMk/>
          <pc:sldMk cId="3389230970" sldId="4809"/>
        </pc:sldMkLst>
        <pc:spChg chg="mod ord">
          <ac:chgData name="Prazyan, Levon" userId="ed024b0e-4a1a-418a-8ca0-755e149680c9" providerId="ADAL" clId="{554D79F6-B906-4B99-A700-BA9440B7ED55}" dt="2025-03-06T18:16:44.003" v="1218" actId="20577"/>
          <ac:spMkLst>
            <pc:docMk/>
            <pc:sldMk cId="3389230970" sldId="4809"/>
            <ac:spMk id="2" creationId="{DE9F607C-8D07-8792-C545-1BFE9CF041E7}"/>
          </ac:spMkLst>
        </pc:spChg>
        <pc:spChg chg="add mod ord">
          <ac:chgData name="Prazyan, Levon" userId="ed024b0e-4a1a-418a-8ca0-755e149680c9" providerId="ADAL" clId="{554D79F6-B906-4B99-A700-BA9440B7ED55}" dt="2025-03-06T18:05:05.956" v="1209" actId="255"/>
          <ac:spMkLst>
            <pc:docMk/>
            <pc:sldMk cId="3389230970" sldId="4809"/>
            <ac:spMk id="6" creationId="{222BAEEB-2AE8-EEF3-7EED-0274DDE346E5}"/>
          </ac:spMkLst>
        </pc:spChg>
        <pc:picChg chg="add mod ord">
          <ac:chgData name="Prazyan, Levon" userId="ed024b0e-4a1a-418a-8ca0-755e149680c9" providerId="ADAL" clId="{554D79F6-B906-4B99-A700-BA9440B7ED55}" dt="2025-03-06T18:03:21.142" v="1179" actId="14100"/>
          <ac:picMkLst>
            <pc:docMk/>
            <pc:sldMk cId="3389230970" sldId="4809"/>
            <ac:picMk id="5" creationId="{59EB9D75-7948-FF58-02F8-4DD142840187}"/>
          </ac:picMkLst>
        </pc:picChg>
      </pc:sldChg>
      <pc:sldChg chg="addSp delSp modSp add mod">
        <pc:chgData name="Prazyan, Levon" userId="ed024b0e-4a1a-418a-8ca0-755e149680c9" providerId="ADAL" clId="{554D79F6-B906-4B99-A700-BA9440B7ED55}" dt="2025-03-06T18:18:18.990" v="1228" actId="1076"/>
        <pc:sldMkLst>
          <pc:docMk/>
          <pc:sldMk cId="477145673" sldId="4810"/>
        </pc:sldMkLst>
        <pc:spChg chg="mod">
          <ac:chgData name="Prazyan, Levon" userId="ed024b0e-4a1a-418a-8ca0-755e149680c9" providerId="ADAL" clId="{554D79F6-B906-4B99-A700-BA9440B7ED55}" dt="2025-03-06T18:16:35.854" v="1214" actId="20577"/>
          <ac:spMkLst>
            <pc:docMk/>
            <pc:sldMk cId="477145673" sldId="4810"/>
            <ac:spMk id="2" creationId="{FBCB4CED-BEF0-0F1C-0A95-9AE5AB9A7729}"/>
          </ac:spMkLst>
        </pc:spChg>
        <pc:picChg chg="add mod ord">
          <ac:chgData name="Prazyan, Levon" userId="ed024b0e-4a1a-418a-8ca0-755e149680c9" providerId="ADAL" clId="{554D79F6-B906-4B99-A700-BA9440B7ED55}" dt="2025-03-06T18:17:44.962" v="1224" actId="14100"/>
          <ac:picMkLst>
            <pc:docMk/>
            <pc:sldMk cId="477145673" sldId="4810"/>
            <ac:picMk id="8" creationId="{049E6E3F-1DE5-A71E-043D-CAC3DF5A0E50}"/>
          </ac:picMkLst>
        </pc:picChg>
        <pc:picChg chg="add mod ord">
          <ac:chgData name="Prazyan, Levon" userId="ed024b0e-4a1a-418a-8ca0-755e149680c9" providerId="ADAL" clId="{554D79F6-B906-4B99-A700-BA9440B7ED55}" dt="2025-03-06T18:18:18.990" v="1228" actId="1076"/>
          <ac:picMkLst>
            <pc:docMk/>
            <pc:sldMk cId="477145673" sldId="4810"/>
            <ac:picMk id="10" creationId="{9BF4A4DF-AA2C-E7C2-C0E3-1E580996B9B5}"/>
          </ac:picMkLst>
        </pc:picChg>
      </pc:sldChg>
      <pc:sldChg chg="addSp delSp modSp add mod">
        <pc:chgData name="Prazyan, Levon" userId="ed024b0e-4a1a-418a-8ca0-755e149680c9" providerId="ADAL" clId="{554D79F6-B906-4B99-A700-BA9440B7ED55}" dt="2025-03-06T18:25:35.324" v="1241" actId="20577"/>
        <pc:sldMkLst>
          <pc:docMk/>
          <pc:sldMk cId="1878489043" sldId="4811"/>
        </pc:sldMkLst>
        <pc:spChg chg="mod">
          <ac:chgData name="Prazyan, Levon" userId="ed024b0e-4a1a-418a-8ca0-755e149680c9" providerId="ADAL" clId="{554D79F6-B906-4B99-A700-BA9440B7ED55}" dt="2025-03-06T18:25:35.324" v="1241" actId="20577"/>
          <ac:spMkLst>
            <pc:docMk/>
            <pc:sldMk cId="1878489043" sldId="4811"/>
            <ac:spMk id="2" creationId="{864C464F-2B05-3FAC-8EE0-48C360D5C1EE}"/>
          </ac:spMkLst>
        </pc:spChg>
        <pc:picChg chg="add mod">
          <ac:chgData name="Prazyan, Levon" userId="ed024b0e-4a1a-418a-8ca0-755e149680c9" providerId="ADAL" clId="{554D79F6-B906-4B99-A700-BA9440B7ED55}" dt="2025-03-06T18:24:42.720" v="1235" actId="14100"/>
          <ac:picMkLst>
            <pc:docMk/>
            <pc:sldMk cId="1878489043" sldId="4811"/>
            <ac:picMk id="7" creationId="{24626F10-F763-66B5-69BC-F37EBA017014}"/>
          </ac:picMkLst>
        </pc:picChg>
        <pc:picChg chg="add mod ord">
          <ac:chgData name="Prazyan, Levon" userId="ed024b0e-4a1a-418a-8ca0-755e149680c9" providerId="ADAL" clId="{554D79F6-B906-4B99-A700-BA9440B7ED55}" dt="2025-03-06T18:25:14.380" v="1238" actId="14100"/>
          <ac:picMkLst>
            <pc:docMk/>
            <pc:sldMk cId="1878489043" sldId="4811"/>
            <ac:picMk id="11" creationId="{50848211-8F3A-7A3F-E997-477AAA53009E}"/>
          </ac:picMkLst>
        </pc:picChg>
      </pc:sldChg>
      <pc:sldChg chg="modSp add mod">
        <pc:chgData name="Prazyan, Levon" userId="ed024b0e-4a1a-418a-8ca0-755e149680c9" providerId="ADAL" clId="{554D79F6-B906-4B99-A700-BA9440B7ED55}" dt="2025-03-06T18:58:44.876" v="1469" actId="20577"/>
        <pc:sldMkLst>
          <pc:docMk/>
          <pc:sldMk cId="2511057567" sldId="4812"/>
        </pc:sldMkLst>
        <pc:spChg chg="mod">
          <ac:chgData name="Prazyan, Levon" userId="ed024b0e-4a1a-418a-8ca0-755e149680c9" providerId="ADAL" clId="{554D79F6-B906-4B99-A700-BA9440B7ED55}" dt="2025-03-06T18:44:02.421" v="1364" actId="20577"/>
          <ac:spMkLst>
            <pc:docMk/>
            <pc:sldMk cId="2511057567" sldId="4812"/>
            <ac:spMk id="2" creationId="{AE972975-6A1C-1744-F1E1-7D0190FF905F}"/>
          </ac:spMkLst>
        </pc:spChg>
        <pc:spChg chg="mod">
          <ac:chgData name="Prazyan, Levon" userId="ed024b0e-4a1a-418a-8ca0-755e149680c9" providerId="ADAL" clId="{554D79F6-B906-4B99-A700-BA9440B7ED55}" dt="2025-03-06T18:58:44.876" v="1469" actId="20577"/>
          <ac:spMkLst>
            <pc:docMk/>
            <pc:sldMk cId="2511057567" sldId="4812"/>
            <ac:spMk id="6" creationId="{3B152C5E-A22B-697E-69D8-AF31C18E045B}"/>
          </ac:spMkLst>
        </pc:spChg>
      </pc:sldChg>
      <pc:sldChg chg="addSp delSp modSp new mod modClrScheme modAnim chgLayout">
        <pc:chgData name="Prazyan, Levon" userId="ed024b0e-4a1a-418a-8ca0-755e149680c9" providerId="ADAL" clId="{554D79F6-B906-4B99-A700-BA9440B7ED55}" dt="2025-03-06T18:59:50.934" v="1490" actId="20577"/>
        <pc:sldMkLst>
          <pc:docMk/>
          <pc:sldMk cId="3720014525" sldId="4813"/>
        </pc:sldMkLst>
        <pc:spChg chg="mod ord">
          <ac:chgData name="Prazyan, Levon" userId="ed024b0e-4a1a-418a-8ca0-755e149680c9" providerId="ADAL" clId="{554D79F6-B906-4B99-A700-BA9440B7ED55}" dt="2025-03-06T18:59:50.934" v="1490" actId="20577"/>
          <ac:spMkLst>
            <pc:docMk/>
            <pc:sldMk cId="3720014525" sldId="4813"/>
            <ac:spMk id="2" creationId="{1AEB709E-8442-894D-DD2A-7E6447C89D68}"/>
          </ac:spMkLst>
        </pc:spChg>
        <pc:spChg chg="add mod ord">
          <ac:chgData name="Prazyan, Levon" userId="ed024b0e-4a1a-418a-8ca0-755e149680c9" providerId="ADAL" clId="{554D79F6-B906-4B99-A700-BA9440B7ED55}" dt="2025-03-06T18:59:36.841" v="1488" actId="20577"/>
          <ac:spMkLst>
            <pc:docMk/>
            <pc:sldMk cId="3720014525" sldId="4813"/>
            <ac:spMk id="5" creationId="{C3E1FC75-238B-CBBD-1A31-3A02A52D65D5}"/>
          </ac:spMkLst>
        </pc:spChg>
      </pc:sldChg>
      <pc:sldChg chg="addSp delSp modSp new mod modClrScheme modAnim chgLayout">
        <pc:chgData name="Prazyan, Levon" userId="ed024b0e-4a1a-418a-8ca0-755e149680c9" providerId="ADAL" clId="{554D79F6-B906-4B99-A700-BA9440B7ED55}" dt="2025-03-06T19:07:58.956" v="1542"/>
        <pc:sldMkLst>
          <pc:docMk/>
          <pc:sldMk cId="3984083833" sldId="4814"/>
        </pc:sldMkLst>
        <pc:spChg chg="mod ord">
          <ac:chgData name="Prazyan, Levon" userId="ed024b0e-4a1a-418a-8ca0-755e149680c9" providerId="ADAL" clId="{554D79F6-B906-4B99-A700-BA9440B7ED55}" dt="2025-03-06T19:03:21.038" v="1522" actId="700"/>
          <ac:spMkLst>
            <pc:docMk/>
            <pc:sldMk cId="3984083833" sldId="4814"/>
            <ac:spMk id="2" creationId="{52132E0D-4C3A-763F-B0FB-D18E93A6687C}"/>
          </ac:spMkLst>
        </pc:spChg>
        <pc:spChg chg="add mod ord">
          <ac:chgData name="Prazyan, Levon" userId="ed024b0e-4a1a-418a-8ca0-755e149680c9" providerId="ADAL" clId="{554D79F6-B906-4B99-A700-BA9440B7ED55}" dt="2025-03-06T19:07:38.686" v="1538" actId="14100"/>
          <ac:spMkLst>
            <pc:docMk/>
            <pc:sldMk cId="3984083833" sldId="4814"/>
            <ac:spMk id="6" creationId="{1FFCBB2A-4CB4-2736-9AFC-83B1D8412AE6}"/>
          </ac:spMkLst>
        </pc:spChg>
        <pc:picChg chg="add mod ord">
          <ac:chgData name="Prazyan, Levon" userId="ed024b0e-4a1a-418a-8ca0-755e149680c9" providerId="ADAL" clId="{554D79F6-B906-4B99-A700-BA9440B7ED55}" dt="2025-03-06T19:07:51.746" v="1541" actId="1076"/>
          <ac:picMkLst>
            <pc:docMk/>
            <pc:sldMk cId="3984083833" sldId="4814"/>
            <ac:picMk id="5" creationId="{E16BB4B3-0318-78CC-C60C-C5721B72C851}"/>
          </ac:picMkLst>
        </pc:picChg>
      </pc:sldChg>
      <pc:sldChg chg="addSp delSp modSp new mod modAnim">
        <pc:chgData name="Prazyan, Levon" userId="ed024b0e-4a1a-418a-8ca0-755e149680c9" providerId="ADAL" clId="{554D79F6-B906-4B99-A700-BA9440B7ED55}" dt="2025-03-06T19:11:44.849" v="1623" actId="20577"/>
        <pc:sldMkLst>
          <pc:docMk/>
          <pc:sldMk cId="302424398" sldId="4815"/>
        </pc:sldMkLst>
        <pc:spChg chg="mod">
          <ac:chgData name="Prazyan, Levon" userId="ed024b0e-4a1a-418a-8ca0-755e149680c9" providerId="ADAL" clId="{554D79F6-B906-4B99-A700-BA9440B7ED55}" dt="2025-03-06T19:11:44.849" v="1623" actId="20577"/>
          <ac:spMkLst>
            <pc:docMk/>
            <pc:sldMk cId="302424398" sldId="4815"/>
            <ac:spMk id="2" creationId="{F269714A-5F9D-DBA9-A7F7-209AC07DC25E}"/>
          </ac:spMkLst>
        </pc:spChg>
        <pc:spChg chg="mod">
          <ac:chgData name="Prazyan, Levon" userId="ed024b0e-4a1a-418a-8ca0-755e149680c9" providerId="ADAL" clId="{554D79F6-B906-4B99-A700-BA9440B7ED55}" dt="2025-03-06T19:11:30.445" v="1619" actId="5793"/>
          <ac:spMkLst>
            <pc:docMk/>
            <pc:sldMk cId="302424398" sldId="4815"/>
            <ac:spMk id="4" creationId="{C6D7AA11-84DA-4803-A1B7-61BE90A65095}"/>
          </ac:spMkLst>
        </pc:spChg>
        <pc:picChg chg="add mod">
          <ac:chgData name="Prazyan, Levon" userId="ed024b0e-4a1a-418a-8ca0-755e149680c9" providerId="ADAL" clId="{554D79F6-B906-4B99-A700-BA9440B7ED55}" dt="2025-03-06T19:11:23.250" v="1617" actId="1076"/>
          <ac:picMkLst>
            <pc:docMk/>
            <pc:sldMk cId="302424398" sldId="4815"/>
            <ac:picMk id="5" creationId="{9028C5F6-455E-388E-1316-4EC7F6886D07}"/>
          </ac:picMkLst>
        </pc:picChg>
      </pc:sldChg>
      <pc:sldChg chg="addSp delSp modSp add mod modClrScheme delAnim modAnim chgLayout">
        <pc:chgData name="Prazyan, Levon" userId="ed024b0e-4a1a-418a-8ca0-755e149680c9" providerId="ADAL" clId="{554D79F6-B906-4B99-A700-BA9440B7ED55}" dt="2025-03-06T19:25:09.363" v="2088"/>
        <pc:sldMkLst>
          <pc:docMk/>
          <pc:sldMk cId="3309668045" sldId="4816"/>
        </pc:sldMkLst>
        <pc:spChg chg="mod ord">
          <ac:chgData name="Prazyan, Levon" userId="ed024b0e-4a1a-418a-8ca0-755e149680c9" providerId="ADAL" clId="{554D79F6-B906-4B99-A700-BA9440B7ED55}" dt="2025-03-06T19:12:01.702" v="1626" actId="700"/>
          <ac:spMkLst>
            <pc:docMk/>
            <pc:sldMk cId="3309668045" sldId="4816"/>
            <ac:spMk id="2" creationId="{1FA26208-2ABC-BDDF-A8D8-1D5BB57D2674}"/>
          </ac:spMkLst>
        </pc:spChg>
        <pc:spChg chg="add mod">
          <ac:chgData name="Prazyan, Levon" userId="ed024b0e-4a1a-418a-8ca0-755e149680c9" providerId="ADAL" clId="{554D79F6-B906-4B99-A700-BA9440B7ED55}" dt="2025-03-06T19:24:45.798" v="2086"/>
          <ac:spMkLst>
            <pc:docMk/>
            <pc:sldMk cId="3309668045" sldId="4816"/>
            <ac:spMk id="6" creationId="{5FA10934-8772-9F2F-A62C-153C673C601C}"/>
          </ac:spMkLst>
        </pc:spChg>
      </pc:sldChg>
      <pc:sldChg chg="addSp delSp modSp add mod modClrScheme modAnim chgLayout">
        <pc:chgData name="Prazyan, Levon" userId="ed024b0e-4a1a-418a-8ca0-755e149680c9" providerId="ADAL" clId="{554D79F6-B906-4B99-A700-BA9440B7ED55}" dt="2025-03-07T07:31:08.115" v="2873"/>
        <pc:sldMkLst>
          <pc:docMk/>
          <pc:sldMk cId="1080119641" sldId="4817"/>
        </pc:sldMkLst>
        <pc:spChg chg="mod ord">
          <ac:chgData name="Prazyan, Levon" userId="ed024b0e-4a1a-418a-8ca0-755e149680c9" providerId="ADAL" clId="{554D79F6-B906-4B99-A700-BA9440B7ED55}" dt="2025-03-06T20:22:45.074" v="2174" actId="20577"/>
          <ac:spMkLst>
            <pc:docMk/>
            <pc:sldMk cId="1080119641" sldId="4817"/>
            <ac:spMk id="2" creationId="{B640FA89-47D8-E051-2471-E4496A35F6B4}"/>
          </ac:spMkLst>
        </pc:spChg>
        <pc:spChg chg="add mod ord">
          <ac:chgData name="Prazyan, Levon" userId="ed024b0e-4a1a-418a-8ca0-755e149680c9" providerId="ADAL" clId="{554D79F6-B906-4B99-A700-BA9440B7ED55}" dt="2025-03-06T20:20:32.562" v="2170" actId="20577"/>
          <ac:spMkLst>
            <pc:docMk/>
            <pc:sldMk cId="1080119641" sldId="4817"/>
            <ac:spMk id="3" creationId="{4AF62043-5082-C3A8-F7EF-E87422EB5022}"/>
          </ac:spMkLst>
        </pc:spChg>
        <pc:picChg chg="add mod">
          <ac:chgData name="Prazyan, Levon" userId="ed024b0e-4a1a-418a-8ca0-755e149680c9" providerId="ADAL" clId="{554D79F6-B906-4B99-A700-BA9440B7ED55}" dt="2025-03-06T19:31:29.372" v="2123" actId="1076"/>
          <ac:picMkLst>
            <pc:docMk/>
            <pc:sldMk cId="1080119641" sldId="4817"/>
            <ac:picMk id="5" creationId="{946AA56E-7C3D-3D6A-234F-89A15EEC87CD}"/>
          </ac:picMkLst>
        </pc:picChg>
      </pc:sldChg>
      <pc:sldChg chg="addSp delSp modSp add mod modClrScheme delAnim chgLayout">
        <pc:chgData name="Prazyan, Levon" userId="ed024b0e-4a1a-418a-8ca0-755e149680c9" providerId="ADAL" clId="{554D79F6-B906-4B99-A700-BA9440B7ED55}" dt="2025-03-06T20:28:09.957" v="2226" actId="113"/>
        <pc:sldMkLst>
          <pc:docMk/>
          <pc:sldMk cId="155173363" sldId="4818"/>
        </pc:sldMkLst>
        <pc:spChg chg="mod ord">
          <ac:chgData name="Prazyan, Levon" userId="ed024b0e-4a1a-418a-8ca0-755e149680c9" providerId="ADAL" clId="{554D79F6-B906-4B99-A700-BA9440B7ED55}" dt="2025-03-06T20:23:06.113" v="2177" actId="700"/>
          <ac:spMkLst>
            <pc:docMk/>
            <pc:sldMk cId="155173363" sldId="4818"/>
            <ac:spMk id="2" creationId="{1474420E-0117-346A-1FB7-31A9907C3680}"/>
          </ac:spMkLst>
        </pc:spChg>
        <pc:spChg chg="add mod">
          <ac:chgData name="Prazyan, Levon" userId="ed024b0e-4a1a-418a-8ca0-755e149680c9" providerId="ADAL" clId="{554D79F6-B906-4B99-A700-BA9440B7ED55}" dt="2025-03-06T20:28:09.957" v="2226" actId="113"/>
          <ac:spMkLst>
            <pc:docMk/>
            <pc:sldMk cId="155173363" sldId="4818"/>
            <ac:spMk id="6" creationId="{971D84AB-5A9F-4393-B5D9-8D6857B69539}"/>
          </ac:spMkLst>
        </pc:spChg>
      </pc:sldChg>
      <pc:sldChg chg="addSp delSp modSp new mod modClrScheme modAnim chgLayout">
        <pc:chgData name="Prazyan, Levon" userId="ed024b0e-4a1a-418a-8ca0-755e149680c9" providerId="ADAL" clId="{554D79F6-B906-4B99-A700-BA9440B7ED55}" dt="2025-03-06T20:34:24.846" v="2333"/>
        <pc:sldMkLst>
          <pc:docMk/>
          <pc:sldMk cId="1159013175" sldId="4819"/>
        </pc:sldMkLst>
        <pc:spChg chg="mod ord">
          <ac:chgData name="Prazyan, Levon" userId="ed024b0e-4a1a-418a-8ca0-755e149680c9" providerId="ADAL" clId="{554D79F6-B906-4B99-A700-BA9440B7ED55}" dt="2025-03-06T20:30:18.859" v="2239" actId="700"/>
          <ac:spMkLst>
            <pc:docMk/>
            <pc:sldMk cId="1159013175" sldId="4819"/>
            <ac:spMk id="2" creationId="{68542F88-5EA4-7F75-EDD2-990973DF0232}"/>
          </ac:spMkLst>
        </pc:spChg>
        <pc:spChg chg="add mod ord">
          <ac:chgData name="Prazyan, Levon" userId="ed024b0e-4a1a-418a-8ca0-755e149680c9" providerId="ADAL" clId="{554D79F6-B906-4B99-A700-BA9440B7ED55}" dt="2025-03-06T20:34:22.059" v="2332" actId="113"/>
          <ac:spMkLst>
            <pc:docMk/>
            <pc:sldMk cId="1159013175" sldId="4819"/>
            <ac:spMk id="6" creationId="{387F1A42-D94F-22DA-152D-92A554324E54}"/>
          </ac:spMkLst>
        </pc:spChg>
        <pc:picChg chg="add mod ord">
          <ac:chgData name="Prazyan, Levon" userId="ed024b0e-4a1a-418a-8ca0-755e149680c9" providerId="ADAL" clId="{554D79F6-B906-4B99-A700-BA9440B7ED55}" dt="2025-03-06T20:30:54.294" v="2256" actId="1076"/>
          <ac:picMkLst>
            <pc:docMk/>
            <pc:sldMk cId="1159013175" sldId="4819"/>
            <ac:picMk id="5" creationId="{51445551-4F9C-85E7-14AA-6C9336389AB0}"/>
          </ac:picMkLst>
        </pc:picChg>
      </pc:sldChg>
      <pc:sldChg chg="addSp delSp modSp new mod setBg modClrScheme chgLayout">
        <pc:chgData name="Prazyan, Levon" userId="ed024b0e-4a1a-418a-8ca0-755e149680c9" providerId="ADAL" clId="{554D79F6-B906-4B99-A700-BA9440B7ED55}" dt="2025-03-06T21:07:18.894" v="2435" actId="20577"/>
        <pc:sldMkLst>
          <pc:docMk/>
          <pc:sldMk cId="2170733267" sldId="4820"/>
        </pc:sldMkLst>
        <pc:spChg chg="add mod ord">
          <ac:chgData name="Prazyan, Levon" userId="ed024b0e-4a1a-418a-8ca0-755e149680c9" providerId="ADAL" clId="{554D79F6-B906-4B99-A700-BA9440B7ED55}" dt="2025-03-06T21:06:33.404" v="2374" actId="20577"/>
          <ac:spMkLst>
            <pc:docMk/>
            <pc:sldMk cId="2170733267" sldId="4820"/>
            <ac:spMk id="5" creationId="{27C6B4FB-A1FF-92DF-ABBB-75A566999FA7}"/>
          </ac:spMkLst>
        </pc:spChg>
        <pc:spChg chg="add mod ord">
          <ac:chgData name="Prazyan, Levon" userId="ed024b0e-4a1a-418a-8ca0-755e149680c9" providerId="ADAL" clId="{554D79F6-B906-4B99-A700-BA9440B7ED55}" dt="2025-03-06T21:07:18.894" v="2435" actId="20577"/>
          <ac:spMkLst>
            <pc:docMk/>
            <pc:sldMk cId="2170733267" sldId="4820"/>
            <ac:spMk id="6" creationId="{CB1453AC-6F1F-3B3B-7ED1-7CCD8968ECB8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11" creationId="{6F5A5072-7B47-4D32-B52A-4EBBF590B8A5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13" creationId="{9715DAF0-AE1B-46C9-8A6B-DB2AA05AB91D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15" creationId="{6016219D-510E-4184-9090-6D5578A87BD1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17" creationId="{AFF4A713-7B75-4B21-90D7-5AB19547C728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19" creationId="{DC631C0B-6DA6-4E57-8231-CE32B3434A7E}"/>
          </ac:spMkLst>
        </pc:spChg>
        <pc:spChg chg="add">
          <ac:chgData name="Prazyan, Levon" userId="ed024b0e-4a1a-418a-8ca0-755e149680c9" providerId="ADAL" clId="{554D79F6-B906-4B99-A700-BA9440B7ED55}" dt="2025-03-06T21:06:19.361" v="2336" actId="26606"/>
          <ac:spMkLst>
            <pc:docMk/>
            <pc:sldMk cId="2170733267" sldId="4820"/>
            <ac:spMk id="21" creationId="{C29501E6-A978-4A61-9689-9085AF97A53A}"/>
          </ac:spMkLst>
        </pc:spChg>
      </pc:sldChg>
      <pc:sldChg chg="addSp delSp modSp new mod modClrScheme chgLayout">
        <pc:chgData name="Prazyan, Levon" userId="ed024b0e-4a1a-418a-8ca0-755e149680c9" providerId="ADAL" clId="{554D79F6-B906-4B99-A700-BA9440B7ED55}" dt="2025-03-06T21:40:42.382" v="2581" actId="27918"/>
        <pc:sldMkLst>
          <pc:docMk/>
          <pc:sldMk cId="1945896809" sldId="4821"/>
        </pc:sldMkLst>
        <pc:spChg chg="add mod ord">
          <ac:chgData name="Prazyan, Levon" userId="ed024b0e-4a1a-418a-8ca0-755e149680c9" providerId="ADAL" clId="{554D79F6-B906-4B99-A700-BA9440B7ED55}" dt="2025-03-06T21:09:20.915" v="2496" actId="20577"/>
          <ac:spMkLst>
            <pc:docMk/>
            <pc:sldMk cId="1945896809" sldId="4821"/>
            <ac:spMk id="4" creationId="{4BB01BC3-C116-8F3D-BCA9-B4588B91F7A0}"/>
          </ac:spMkLst>
        </pc:spChg>
        <pc:graphicFrameChg chg="add mod ord">
          <ac:chgData name="Prazyan, Levon" userId="ed024b0e-4a1a-418a-8ca0-755e149680c9" providerId="ADAL" clId="{554D79F6-B906-4B99-A700-BA9440B7ED55}" dt="2025-03-06T21:11:55.056" v="2573" actId="1076"/>
          <ac:graphicFrameMkLst>
            <pc:docMk/>
            <pc:sldMk cId="1945896809" sldId="4821"/>
            <ac:graphicFrameMk id="9" creationId="{3027FD10-8FF7-B2FD-BBDE-76ED33D77537}"/>
          </ac:graphicFrameMkLst>
        </pc:graphicFrameChg>
      </pc:sldChg>
      <pc:sldChg chg="addSp delSp modSp new mod">
        <pc:chgData name="Prazyan, Levon" userId="ed024b0e-4a1a-418a-8ca0-755e149680c9" providerId="ADAL" clId="{554D79F6-B906-4B99-A700-BA9440B7ED55}" dt="2025-03-06T21:26:11.336" v="2580" actId="27918"/>
        <pc:sldMkLst>
          <pc:docMk/>
          <pc:sldMk cId="1816361127" sldId="4822"/>
        </pc:sldMkLst>
        <pc:spChg chg="mod">
          <ac:chgData name="Prazyan, Levon" userId="ed024b0e-4a1a-418a-8ca0-755e149680c9" providerId="ADAL" clId="{554D79F6-B906-4B99-A700-BA9440B7ED55}" dt="2025-03-06T21:09:27.931" v="2498" actId="20577"/>
          <ac:spMkLst>
            <pc:docMk/>
            <pc:sldMk cId="1816361127" sldId="4822"/>
            <ac:spMk id="2" creationId="{CFF17974-E3D8-CFB9-C9D8-3F7814F9B070}"/>
          </ac:spMkLst>
        </pc:spChg>
        <pc:graphicFrameChg chg="add mod">
          <ac:chgData name="Prazyan, Levon" userId="ed024b0e-4a1a-418a-8ca0-755e149680c9" providerId="ADAL" clId="{554D79F6-B906-4B99-A700-BA9440B7ED55}" dt="2025-03-06T21:12:03.772" v="2575" actId="14100"/>
          <ac:graphicFrameMkLst>
            <pc:docMk/>
            <pc:sldMk cId="1816361127" sldId="4822"/>
            <ac:graphicFrameMk id="4" creationId="{5F7DE142-607A-42A8-5067-0138B98EEBF8}"/>
          </ac:graphicFrameMkLst>
        </pc:graphicFrameChg>
      </pc:sldChg>
      <pc:sldChg chg="addSp delSp modSp new mod">
        <pc:chgData name="Prazyan, Levon" userId="ed024b0e-4a1a-418a-8ca0-755e149680c9" providerId="ADAL" clId="{554D79F6-B906-4B99-A700-BA9440B7ED55}" dt="2025-03-06T21:46:28.876" v="2713" actId="20577"/>
        <pc:sldMkLst>
          <pc:docMk/>
          <pc:sldMk cId="1399850504" sldId="4823"/>
        </pc:sldMkLst>
        <pc:spChg chg="mod">
          <ac:chgData name="Prazyan, Levon" userId="ed024b0e-4a1a-418a-8ca0-755e149680c9" providerId="ADAL" clId="{554D79F6-B906-4B99-A700-BA9440B7ED55}" dt="2025-03-06T21:46:28.876" v="2713" actId="20577"/>
          <ac:spMkLst>
            <pc:docMk/>
            <pc:sldMk cId="1399850504" sldId="4823"/>
            <ac:spMk id="2" creationId="{8DAEC7AF-4C35-D99E-5F59-02BC5B1F2144}"/>
          </ac:spMkLst>
        </pc:spChg>
        <pc:graphicFrameChg chg="add mod">
          <ac:chgData name="Prazyan, Levon" userId="ed024b0e-4a1a-418a-8ca0-755e149680c9" providerId="ADAL" clId="{554D79F6-B906-4B99-A700-BA9440B7ED55}" dt="2025-03-06T21:45:13.110" v="2705" actId="14100"/>
          <ac:graphicFrameMkLst>
            <pc:docMk/>
            <pc:sldMk cId="1399850504" sldId="4823"/>
            <ac:graphicFrameMk id="7" creationId="{CB252D59-C5FC-8772-2E23-52769DB9E946}"/>
          </ac:graphicFrameMkLst>
        </pc:graphicFrameChg>
      </pc:sldChg>
      <pc:sldChg chg="addSp delSp modSp add mod">
        <pc:chgData name="Prazyan, Levon" userId="ed024b0e-4a1a-418a-8ca0-755e149680c9" providerId="ADAL" clId="{554D79F6-B906-4B99-A700-BA9440B7ED55}" dt="2025-03-06T21:47:16.811" v="2730" actId="27918"/>
        <pc:sldMkLst>
          <pc:docMk/>
          <pc:sldMk cId="2882485824" sldId="4824"/>
        </pc:sldMkLst>
        <pc:spChg chg="mod">
          <ac:chgData name="Prazyan, Levon" userId="ed024b0e-4a1a-418a-8ca0-755e149680c9" providerId="ADAL" clId="{554D79F6-B906-4B99-A700-BA9440B7ED55}" dt="2025-03-06T21:46:33.445" v="2716" actId="20577"/>
          <ac:spMkLst>
            <pc:docMk/>
            <pc:sldMk cId="2882485824" sldId="4824"/>
            <ac:spMk id="2" creationId="{693A4663-ABD8-8CE6-F343-183C1BF3B371}"/>
          </ac:spMkLst>
        </pc:spChg>
        <pc:graphicFrameChg chg="add mod">
          <ac:chgData name="Prazyan, Levon" userId="ed024b0e-4a1a-418a-8ca0-755e149680c9" providerId="ADAL" clId="{554D79F6-B906-4B99-A700-BA9440B7ED55}" dt="2025-03-06T21:47:12.750" v="2722"/>
          <ac:graphicFrameMkLst>
            <pc:docMk/>
            <pc:sldMk cId="2882485824" sldId="4824"/>
            <ac:graphicFrameMk id="5" creationId="{96E91D35-ED25-F07D-5562-C7A416EFED70}"/>
          </ac:graphicFrameMkLst>
        </pc:graphicFrameChg>
      </pc:sldChg>
      <pc:sldChg chg="addSp delSp modSp add mod modClrScheme delAnim chgLayout">
        <pc:chgData name="Prazyan, Levon" userId="ed024b0e-4a1a-418a-8ca0-755e149680c9" providerId="ADAL" clId="{554D79F6-B906-4B99-A700-BA9440B7ED55}" dt="2025-03-06T21:54:44.418" v="2764" actId="1076"/>
        <pc:sldMkLst>
          <pc:docMk/>
          <pc:sldMk cId="2481308123" sldId="4825"/>
        </pc:sldMkLst>
        <pc:spChg chg="mod ord">
          <ac:chgData name="Prazyan, Levon" userId="ed024b0e-4a1a-418a-8ca0-755e149680c9" providerId="ADAL" clId="{554D79F6-B906-4B99-A700-BA9440B7ED55}" dt="2025-03-06T21:49:00.768" v="2740" actId="700"/>
          <ac:spMkLst>
            <pc:docMk/>
            <pc:sldMk cId="2481308123" sldId="4825"/>
            <ac:spMk id="2" creationId="{FF5D6EA0-7A23-3EB4-6465-4C0392A2A27D}"/>
          </ac:spMkLst>
        </pc:spChg>
        <pc:picChg chg="add mod ord">
          <ac:chgData name="Prazyan, Levon" userId="ed024b0e-4a1a-418a-8ca0-755e149680c9" providerId="ADAL" clId="{554D79F6-B906-4B99-A700-BA9440B7ED55}" dt="2025-03-06T21:54:44.418" v="2764" actId="1076"/>
          <ac:picMkLst>
            <pc:docMk/>
            <pc:sldMk cId="2481308123" sldId="4825"/>
            <ac:picMk id="9" creationId="{73566619-A479-7994-B897-FAAA6FAB57AB}"/>
          </ac:picMkLst>
        </pc:picChg>
      </pc:sldChg>
      <pc:sldChg chg="new del">
        <pc:chgData name="Prazyan, Levon" userId="ed024b0e-4a1a-418a-8ca0-755e149680c9" providerId="ADAL" clId="{554D79F6-B906-4B99-A700-BA9440B7ED55}" dt="2025-03-06T21:48:38.757" v="2732" actId="47"/>
        <pc:sldMkLst>
          <pc:docMk/>
          <pc:sldMk cId="2711538255" sldId="4825"/>
        </pc:sldMkLst>
      </pc:sldChg>
      <pc:sldChg chg="addSp delSp modSp add mod">
        <pc:chgData name="Prazyan, Levon" userId="ed024b0e-4a1a-418a-8ca0-755e149680c9" providerId="ADAL" clId="{554D79F6-B906-4B99-A700-BA9440B7ED55}" dt="2025-03-06T21:54:08.078" v="2755" actId="732"/>
        <pc:sldMkLst>
          <pc:docMk/>
          <pc:sldMk cId="3713745993" sldId="4826"/>
        </pc:sldMkLst>
        <pc:spChg chg="mod">
          <ac:chgData name="Prazyan, Levon" userId="ed024b0e-4a1a-418a-8ca0-755e149680c9" providerId="ADAL" clId="{554D79F6-B906-4B99-A700-BA9440B7ED55}" dt="2025-03-06T21:51:48.425" v="2746" actId="20577"/>
          <ac:spMkLst>
            <pc:docMk/>
            <pc:sldMk cId="3713745993" sldId="4826"/>
            <ac:spMk id="2" creationId="{E2B2C01D-3E6A-F1FC-89AF-BF7B2FCDEDE6}"/>
          </ac:spMkLst>
        </pc:spChg>
        <pc:picChg chg="add mod ord modCrop">
          <ac:chgData name="Prazyan, Levon" userId="ed024b0e-4a1a-418a-8ca0-755e149680c9" providerId="ADAL" clId="{554D79F6-B906-4B99-A700-BA9440B7ED55}" dt="2025-03-06T21:54:08.078" v="2755" actId="732"/>
          <ac:picMkLst>
            <pc:docMk/>
            <pc:sldMk cId="3713745993" sldId="4826"/>
            <ac:picMk id="6" creationId="{42D44E01-AF42-AB70-70A4-612BEF5F9D80}"/>
          </ac:picMkLst>
        </pc:picChg>
      </pc:sldChg>
      <pc:sldChg chg="addSp delSp modSp add mod">
        <pc:chgData name="Prazyan, Levon" userId="ed024b0e-4a1a-418a-8ca0-755e149680c9" providerId="ADAL" clId="{554D79F6-B906-4B99-A700-BA9440B7ED55}" dt="2025-03-06T21:54:23.387" v="2760" actId="1076"/>
        <pc:sldMkLst>
          <pc:docMk/>
          <pc:sldMk cId="717332726" sldId="4827"/>
        </pc:sldMkLst>
        <pc:spChg chg="mod">
          <ac:chgData name="Prazyan, Levon" userId="ed024b0e-4a1a-418a-8ca0-755e149680c9" providerId="ADAL" clId="{554D79F6-B906-4B99-A700-BA9440B7ED55}" dt="2025-03-06T21:53:32.228" v="2754" actId="20577"/>
          <ac:spMkLst>
            <pc:docMk/>
            <pc:sldMk cId="717332726" sldId="4827"/>
            <ac:spMk id="2" creationId="{ADCE9A7C-FA5A-5B74-7370-C45D7AEBE11D}"/>
          </ac:spMkLst>
        </pc:spChg>
        <pc:picChg chg="add mod ord">
          <ac:chgData name="Prazyan, Levon" userId="ed024b0e-4a1a-418a-8ca0-755e149680c9" providerId="ADAL" clId="{554D79F6-B906-4B99-A700-BA9440B7ED55}" dt="2025-03-06T21:54:23.387" v="2760" actId="1076"/>
          <ac:picMkLst>
            <pc:docMk/>
            <pc:sldMk cId="717332726" sldId="4827"/>
            <ac:picMk id="7" creationId="{43149149-0768-C2DA-FDF5-402E76E85799}"/>
          </ac:picMkLst>
        </pc:picChg>
      </pc:sldChg>
      <pc:sldChg chg="addSp delSp modSp new mod modClrScheme modAnim chgLayout">
        <pc:chgData name="Prazyan, Levon" userId="ed024b0e-4a1a-418a-8ca0-755e149680c9" providerId="ADAL" clId="{554D79F6-B906-4B99-A700-BA9440B7ED55}" dt="2025-03-06T22:05:51.212" v="2865"/>
        <pc:sldMkLst>
          <pc:docMk/>
          <pc:sldMk cId="3453046705" sldId="4828"/>
        </pc:sldMkLst>
        <pc:spChg chg="mod ord">
          <ac:chgData name="Prazyan, Levon" userId="ed024b0e-4a1a-418a-8ca0-755e149680c9" providerId="ADAL" clId="{554D79F6-B906-4B99-A700-BA9440B7ED55}" dt="2025-03-06T21:56:24.311" v="2791" actId="700"/>
          <ac:spMkLst>
            <pc:docMk/>
            <pc:sldMk cId="3453046705" sldId="4828"/>
            <ac:spMk id="2" creationId="{C66CAFAA-3FFE-9FE9-F730-39854FB35986}"/>
          </ac:spMkLst>
        </pc:spChg>
        <pc:picChg chg="add mod ord modCrop">
          <ac:chgData name="Prazyan, Levon" userId="ed024b0e-4a1a-418a-8ca0-755e149680c9" providerId="ADAL" clId="{554D79F6-B906-4B99-A700-BA9440B7ED55}" dt="2025-03-06T21:57:25.647" v="2806" actId="1076"/>
          <ac:picMkLst>
            <pc:docMk/>
            <pc:sldMk cId="3453046705" sldId="4828"/>
            <ac:picMk id="15" creationId="{D86E62BC-26AB-52A1-9DA2-F9CE2C383C1E}"/>
          </ac:picMkLst>
        </pc:picChg>
        <pc:picChg chg="add mod ord modCrop">
          <ac:chgData name="Prazyan, Levon" userId="ed024b0e-4a1a-418a-8ca0-755e149680c9" providerId="ADAL" clId="{554D79F6-B906-4B99-A700-BA9440B7ED55}" dt="2025-03-06T21:58:34.498" v="2816" actId="14100"/>
          <ac:picMkLst>
            <pc:docMk/>
            <pc:sldMk cId="3453046705" sldId="4828"/>
            <ac:picMk id="17" creationId="{26D06525-2D3A-C7C9-471F-0F8F803DD1F8}"/>
          </ac:picMkLst>
        </pc:picChg>
      </pc:sldChg>
      <pc:sldChg chg="addSp delSp modSp add mod modAnim">
        <pc:chgData name="Prazyan, Levon" userId="ed024b0e-4a1a-418a-8ca0-755e149680c9" providerId="ADAL" clId="{554D79F6-B906-4B99-A700-BA9440B7ED55}" dt="2025-03-06T22:06:07.216" v="2866"/>
        <pc:sldMkLst>
          <pc:docMk/>
          <pc:sldMk cId="2434653836" sldId="4829"/>
        </pc:sldMkLst>
        <pc:spChg chg="mod">
          <ac:chgData name="Prazyan, Levon" userId="ed024b0e-4a1a-418a-8ca0-755e149680c9" providerId="ADAL" clId="{554D79F6-B906-4B99-A700-BA9440B7ED55}" dt="2025-03-06T21:58:59.164" v="2818" actId="20577"/>
          <ac:spMkLst>
            <pc:docMk/>
            <pc:sldMk cId="2434653836" sldId="4829"/>
            <ac:spMk id="2" creationId="{FECFDE0A-581E-2E21-626B-BF5DF79FE410}"/>
          </ac:spMkLst>
        </pc:spChg>
        <pc:picChg chg="add mod ord modCrop">
          <ac:chgData name="Prazyan, Levon" userId="ed024b0e-4a1a-418a-8ca0-755e149680c9" providerId="ADAL" clId="{554D79F6-B906-4B99-A700-BA9440B7ED55}" dt="2025-03-06T21:59:48.080" v="2824" actId="14100"/>
          <ac:picMkLst>
            <pc:docMk/>
            <pc:sldMk cId="2434653836" sldId="4829"/>
            <ac:picMk id="8" creationId="{0D2F3EE1-EF93-FEAE-A903-2E22690225A4}"/>
          </ac:picMkLst>
        </pc:picChg>
        <pc:picChg chg="add mod ord modCrop">
          <ac:chgData name="Prazyan, Levon" userId="ed024b0e-4a1a-418a-8ca0-755e149680c9" providerId="ADAL" clId="{554D79F6-B906-4B99-A700-BA9440B7ED55}" dt="2025-03-06T22:00:58.203" v="2829" actId="14100"/>
          <ac:picMkLst>
            <pc:docMk/>
            <pc:sldMk cId="2434653836" sldId="4829"/>
            <ac:picMk id="12" creationId="{C054AC1B-8746-8F6F-F2E2-5403C9AB52C1}"/>
          </ac:picMkLst>
        </pc:picChg>
      </pc:sldChg>
      <pc:sldChg chg="addSp delSp modSp add mod modAnim">
        <pc:chgData name="Prazyan, Levon" userId="ed024b0e-4a1a-418a-8ca0-755e149680c9" providerId="ADAL" clId="{554D79F6-B906-4B99-A700-BA9440B7ED55}" dt="2025-03-06T22:06:14.223" v="2867"/>
        <pc:sldMkLst>
          <pc:docMk/>
          <pc:sldMk cId="619796233" sldId="4830"/>
        </pc:sldMkLst>
        <pc:spChg chg="mod">
          <ac:chgData name="Prazyan, Levon" userId="ed024b0e-4a1a-418a-8ca0-755e149680c9" providerId="ADAL" clId="{554D79F6-B906-4B99-A700-BA9440B7ED55}" dt="2025-03-06T22:01:23.422" v="2831" actId="20577"/>
          <ac:spMkLst>
            <pc:docMk/>
            <pc:sldMk cId="619796233" sldId="4830"/>
            <ac:spMk id="2" creationId="{CDE3C6E7-9999-0F6E-691F-C4F33822BBB3}"/>
          </ac:spMkLst>
        </pc:spChg>
        <pc:picChg chg="add mod ord">
          <ac:chgData name="Prazyan, Levon" userId="ed024b0e-4a1a-418a-8ca0-755e149680c9" providerId="ADAL" clId="{554D79F6-B906-4B99-A700-BA9440B7ED55}" dt="2025-03-06T22:02:39.876" v="2836" actId="14100"/>
          <ac:picMkLst>
            <pc:docMk/>
            <pc:sldMk cId="619796233" sldId="4830"/>
            <ac:picMk id="9" creationId="{D09E3DAD-194A-C5E7-D26E-060C17E33E54}"/>
          </ac:picMkLst>
        </pc:picChg>
        <pc:picChg chg="add mod ord">
          <ac:chgData name="Prazyan, Levon" userId="ed024b0e-4a1a-418a-8ca0-755e149680c9" providerId="ADAL" clId="{554D79F6-B906-4B99-A700-BA9440B7ED55}" dt="2025-03-06T22:03:11.665" v="2840" actId="1076"/>
          <ac:picMkLst>
            <pc:docMk/>
            <pc:sldMk cId="619796233" sldId="4830"/>
            <ac:picMk id="11" creationId="{0B55FB0D-FDE6-B18C-487D-C0D90235A340}"/>
          </ac:picMkLst>
        </pc:picChg>
      </pc:sldChg>
      <pc:sldChg chg="addSp delSp modSp add mod modAnim">
        <pc:chgData name="Prazyan, Levon" userId="ed024b0e-4a1a-418a-8ca0-755e149680c9" providerId="ADAL" clId="{554D79F6-B906-4B99-A700-BA9440B7ED55}" dt="2025-03-06T22:06:16.930" v="2868"/>
        <pc:sldMkLst>
          <pc:docMk/>
          <pc:sldMk cId="2421905636" sldId="4831"/>
        </pc:sldMkLst>
        <pc:spChg chg="mod">
          <ac:chgData name="Prazyan, Levon" userId="ed024b0e-4a1a-418a-8ca0-755e149680c9" providerId="ADAL" clId="{554D79F6-B906-4B99-A700-BA9440B7ED55}" dt="2025-03-06T22:03:27.049" v="2842" actId="20577"/>
          <ac:spMkLst>
            <pc:docMk/>
            <pc:sldMk cId="2421905636" sldId="4831"/>
            <ac:spMk id="2" creationId="{7893CF42-6483-EA99-30F5-C1082D0A4C7A}"/>
          </ac:spMkLst>
        </pc:spChg>
        <pc:picChg chg="add mod ord">
          <ac:chgData name="Prazyan, Levon" userId="ed024b0e-4a1a-418a-8ca0-755e149680c9" providerId="ADAL" clId="{554D79F6-B906-4B99-A700-BA9440B7ED55}" dt="2025-03-06T22:03:57.783" v="2848" actId="14100"/>
          <ac:picMkLst>
            <pc:docMk/>
            <pc:sldMk cId="2421905636" sldId="4831"/>
            <ac:picMk id="8" creationId="{FB7B6510-7872-4D2E-D56A-95154DDA6E10}"/>
          </ac:picMkLst>
        </pc:picChg>
        <pc:picChg chg="add mod ord">
          <ac:chgData name="Prazyan, Levon" userId="ed024b0e-4a1a-418a-8ca0-755e149680c9" providerId="ADAL" clId="{554D79F6-B906-4B99-A700-BA9440B7ED55}" dt="2025-03-06T22:04:24.304" v="2852" actId="14100"/>
          <ac:picMkLst>
            <pc:docMk/>
            <pc:sldMk cId="2421905636" sldId="4831"/>
            <ac:picMk id="12" creationId="{9DCC35EE-8FC5-7B50-5E46-C38B583C6D48}"/>
          </ac:picMkLst>
        </pc:picChg>
      </pc:sldChg>
      <pc:sldChg chg="addSp delSp modSp add mod modAnim">
        <pc:chgData name="Prazyan, Levon" userId="ed024b0e-4a1a-418a-8ca0-755e149680c9" providerId="ADAL" clId="{554D79F6-B906-4B99-A700-BA9440B7ED55}" dt="2025-03-06T22:06:22.852" v="2870"/>
        <pc:sldMkLst>
          <pc:docMk/>
          <pc:sldMk cId="672452828" sldId="4832"/>
        </pc:sldMkLst>
        <pc:picChg chg="add mod ord">
          <ac:chgData name="Prazyan, Levon" userId="ed024b0e-4a1a-418a-8ca0-755e149680c9" providerId="ADAL" clId="{554D79F6-B906-4B99-A700-BA9440B7ED55}" dt="2025-03-06T22:04:55.410" v="2859" actId="14100"/>
          <ac:picMkLst>
            <pc:docMk/>
            <pc:sldMk cId="672452828" sldId="4832"/>
            <ac:picMk id="9" creationId="{0C4000C0-3BC5-8826-D48D-F840A0E6F220}"/>
          </ac:picMkLst>
        </pc:picChg>
        <pc:picChg chg="add mod ord">
          <ac:chgData name="Prazyan, Levon" userId="ed024b0e-4a1a-418a-8ca0-755e149680c9" providerId="ADAL" clId="{554D79F6-B906-4B99-A700-BA9440B7ED55}" dt="2025-03-06T22:05:19.060" v="2862" actId="14100"/>
          <ac:picMkLst>
            <pc:docMk/>
            <pc:sldMk cId="672452828" sldId="4832"/>
            <ac:picMk id="11" creationId="{B4AF45C2-B8A4-D3BC-F2C7-33A5C746C7FC}"/>
          </ac:picMkLst>
        </pc:picChg>
        <pc:picChg chg="add mod">
          <ac:chgData name="Prazyan, Levon" userId="ed024b0e-4a1a-418a-8ca0-755e149680c9" providerId="ADAL" clId="{554D79F6-B906-4B99-A700-BA9440B7ED55}" dt="2025-03-06T22:05:39.760" v="2864" actId="1076"/>
          <ac:picMkLst>
            <pc:docMk/>
            <pc:sldMk cId="672452828" sldId="4832"/>
            <ac:picMk id="14" creationId="{1B7B60D9-7431-B6F1-E05A-018B81C6CA1D}"/>
          </ac:picMkLst>
        </pc:picChg>
      </pc:sldChg>
      <pc:sldChg chg="addSp delSp modSp new mod modClrScheme chgLayout">
        <pc:chgData name="Prazyan, Levon" userId="ed024b0e-4a1a-418a-8ca0-755e149680c9" providerId="ADAL" clId="{554D79F6-B906-4B99-A700-BA9440B7ED55}" dt="2025-03-13T19:02:18.108" v="3058" actId="20577"/>
        <pc:sldMkLst>
          <pc:docMk/>
          <pc:sldMk cId="2877746072" sldId="4833"/>
        </pc:sldMkLst>
        <pc:spChg chg="mod ord">
          <ac:chgData name="Prazyan, Levon" userId="ed024b0e-4a1a-418a-8ca0-755e149680c9" providerId="ADAL" clId="{554D79F6-B906-4B99-A700-BA9440B7ED55}" dt="2025-03-13T19:02:18.108" v="3058" actId="20577"/>
          <ac:spMkLst>
            <pc:docMk/>
            <pc:sldMk cId="2877746072" sldId="4833"/>
            <ac:spMk id="2" creationId="{3AE2F1F6-3D43-7191-EC39-DF267706918C}"/>
          </ac:spMkLst>
        </pc:spChg>
        <pc:spChg chg="del mod ord">
          <ac:chgData name="Prazyan, Levon" userId="ed024b0e-4a1a-418a-8ca0-755e149680c9" providerId="ADAL" clId="{554D79F6-B906-4B99-A700-BA9440B7ED55}" dt="2025-03-13T18:27:52.596" v="2891" actId="700"/>
          <ac:spMkLst>
            <pc:docMk/>
            <pc:sldMk cId="2877746072" sldId="4833"/>
            <ac:spMk id="3" creationId="{E75413E0-D5B8-650B-535C-A83CD138C457}"/>
          </ac:spMkLst>
        </pc:spChg>
        <pc:spChg chg="del">
          <ac:chgData name="Prazyan, Levon" userId="ed024b0e-4a1a-418a-8ca0-755e149680c9" providerId="ADAL" clId="{554D79F6-B906-4B99-A700-BA9440B7ED55}" dt="2025-03-13T18:27:52.596" v="2891" actId="700"/>
          <ac:spMkLst>
            <pc:docMk/>
            <pc:sldMk cId="2877746072" sldId="4833"/>
            <ac:spMk id="4" creationId="{44F07A0C-5AA2-413D-C279-E757E910D876}"/>
          </ac:spMkLst>
        </pc:spChg>
        <pc:spChg chg="add mod ord">
          <ac:chgData name="Prazyan, Levon" userId="ed024b0e-4a1a-418a-8ca0-755e149680c9" providerId="ADAL" clId="{554D79F6-B906-4B99-A700-BA9440B7ED55}" dt="2025-03-13T18:52:04.808" v="2949" actId="20577"/>
          <ac:spMkLst>
            <pc:docMk/>
            <pc:sldMk cId="2877746072" sldId="4833"/>
            <ac:spMk id="5" creationId="{7B711284-737E-78AB-048E-7338D7ABCC66}"/>
          </ac:spMkLst>
        </pc:spChg>
      </pc:sldChg>
      <pc:sldChg chg="addSp delSp modSp new mod modClrScheme chgLayout">
        <pc:chgData name="Prazyan, Levon" userId="ed024b0e-4a1a-418a-8ca0-755e149680c9" providerId="ADAL" clId="{554D79F6-B906-4B99-A700-BA9440B7ED55}" dt="2025-03-13T19:02:30.308" v="3062" actId="20577"/>
        <pc:sldMkLst>
          <pc:docMk/>
          <pc:sldMk cId="2779620800" sldId="4834"/>
        </pc:sldMkLst>
        <pc:spChg chg="mod ord">
          <ac:chgData name="Prazyan, Levon" userId="ed024b0e-4a1a-418a-8ca0-755e149680c9" providerId="ADAL" clId="{554D79F6-B906-4B99-A700-BA9440B7ED55}" dt="2025-03-13T19:02:30.308" v="3062" actId="20577"/>
          <ac:spMkLst>
            <pc:docMk/>
            <pc:sldMk cId="2779620800" sldId="4834"/>
            <ac:spMk id="2" creationId="{9AF08D41-B619-CFCF-6284-168F47F7B59D}"/>
          </ac:spMkLst>
        </pc:spChg>
        <pc:spChg chg="del">
          <ac:chgData name="Prazyan, Levon" userId="ed024b0e-4a1a-418a-8ca0-755e149680c9" providerId="ADAL" clId="{554D79F6-B906-4B99-A700-BA9440B7ED55}" dt="2025-03-13T18:59:07.760" v="2967" actId="22"/>
          <ac:spMkLst>
            <pc:docMk/>
            <pc:sldMk cId="2779620800" sldId="4834"/>
            <ac:spMk id="3" creationId="{C9DFBE12-61AF-20A3-2F62-38556CEB3892}"/>
          </ac:spMkLst>
        </pc:spChg>
        <pc:spChg chg="add mod ord">
          <ac:chgData name="Prazyan, Levon" userId="ed024b0e-4a1a-418a-8ca0-755e149680c9" providerId="ADAL" clId="{554D79F6-B906-4B99-A700-BA9440B7ED55}" dt="2025-03-13T19:01:58.200" v="3054" actId="20577"/>
          <ac:spMkLst>
            <pc:docMk/>
            <pc:sldMk cId="2779620800" sldId="4834"/>
            <ac:spMk id="6" creationId="{875F5DFF-3F0B-4F2F-3B31-136C2E816AEE}"/>
          </ac:spMkLst>
        </pc:spChg>
        <pc:picChg chg="add mod ord">
          <ac:chgData name="Prazyan, Levon" userId="ed024b0e-4a1a-418a-8ca0-755e149680c9" providerId="ADAL" clId="{554D79F6-B906-4B99-A700-BA9440B7ED55}" dt="2025-03-13T18:59:51.603" v="2974" actId="14100"/>
          <ac:picMkLst>
            <pc:docMk/>
            <pc:sldMk cId="2779620800" sldId="4834"/>
            <ac:picMk id="5" creationId="{893A1ABD-8918-9183-B581-EA1CFE86E7D3}"/>
          </ac:picMkLst>
        </pc:picChg>
      </pc:sldChg>
      <pc:sldChg chg="addSp delSp modSp add mod">
        <pc:chgData name="Prazyan, Levon" userId="ed024b0e-4a1a-418a-8ca0-755e149680c9" providerId="ADAL" clId="{554D79F6-B906-4B99-A700-BA9440B7ED55}" dt="2025-03-13T19:06:27.399" v="3083" actId="20577"/>
        <pc:sldMkLst>
          <pc:docMk/>
          <pc:sldMk cId="2723298659" sldId="4835"/>
        </pc:sldMkLst>
        <pc:spChg chg="mod">
          <ac:chgData name="Prazyan, Levon" userId="ed024b0e-4a1a-418a-8ca0-755e149680c9" providerId="ADAL" clId="{554D79F6-B906-4B99-A700-BA9440B7ED55}" dt="2025-03-13T19:06:04.913" v="3079" actId="20577"/>
          <ac:spMkLst>
            <pc:docMk/>
            <pc:sldMk cId="2723298659" sldId="4835"/>
            <ac:spMk id="2" creationId="{87B0452A-7F47-6687-A78E-22A27261AD86}"/>
          </ac:spMkLst>
        </pc:spChg>
        <pc:spChg chg="mod">
          <ac:chgData name="Prazyan, Levon" userId="ed024b0e-4a1a-418a-8ca0-755e149680c9" providerId="ADAL" clId="{554D79F6-B906-4B99-A700-BA9440B7ED55}" dt="2025-03-13T19:06:27.399" v="3083" actId="20577"/>
          <ac:spMkLst>
            <pc:docMk/>
            <pc:sldMk cId="2723298659" sldId="4835"/>
            <ac:spMk id="6" creationId="{63A42E7B-6D71-FF4A-0714-C35A74D0D976}"/>
          </ac:spMkLst>
        </pc:spChg>
        <pc:spChg chg="add del mod">
          <ac:chgData name="Prazyan, Levon" userId="ed024b0e-4a1a-418a-8ca0-755e149680c9" providerId="ADAL" clId="{554D79F6-B906-4B99-A700-BA9440B7ED55}" dt="2025-03-13T19:05:02.048" v="3067" actId="22"/>
          <ac:spMkLst>
            <pc:docMk/>
            <pc:sldMk cId="2723298659" sldId="4835"/>
            <ac:spMk id="8" creationId="{EC80BC23-5C64-6702-DDE3-E66A352AC311}"/>
          </ac:spMkLst>
        </pc:spChg>
        <pc:picChg chg="add del">
          <ac:chgData name="Prazyan, Levon" userId="ed024b0e-4a1a-418a-8ca0-755e149680c9" providerId="ADAL" clId="{554D79F6-B906-4B99-A700-BA9440B7ED55}" dt="2025-03-13T19:04:58.837" v="3065" actId="22"/>
          <ac:picMkLst>
            <pc:docMk/>
            <pc:sldMk cId="2723298659" sldId="4835"/>
            <ac:picMk id="4" creationId="{D6D34502-8F03-149D-4D87-5B18A9378682}"/>
          </ac:picMkLst>
        </pc:picChg>
        <pc:picChg chg="del">
          <ac:chgData name="Prazyan, Levon" userId="ed024b0e-4a1a-418a-8ca0-755e149680c9" providerId="ADAL" clId="{554D79F6-B906-4B99-A700-BA9440B7ED55}" dt="2025-03-13T19:05:00.258" v="3066" actId="478"/>
          <ac:picMkLst>
            <pc:docMk/>
            <pc:sldMk cId="2723298659" sldId="4835"/>
            <ac:picMk id="5" creationId="{4CC9451C-04AA-6AB1-FA06-2A0DE460467B}"/>
          </ac:picMkLst>
        </pc:picChg>
        <pc:picChg chg="add mod ord">
          <ac:chgData name="Prazyan, Levon" userId="ed024b0e-4a1a-418a-8ca0-755e149680c9" providerId="ADAL" clId="{554D79F6-B906-4B99-A700-BA9440B7ED55}" dt="2025-03-13T19:06:17.595" v="3081" actId="1076"/>
          <ac:picMkLst>
            <pc:docMk/>
            <pc:sldMk cId="2723298659" sldId="4835"/>
            <ac:picMk id="10" creationId="{5CEFCF21-82DA-902C-8913-21769838842B}"/>
          </ac:picMkLst>
        </pc:picChg>
      </pc:sldChg>
      <pc:sldChg chg="addSp delSp modSp new mod">
        <pc:chgData name="Prazyan, Levon" userId="ed024b0e-4a1a-418a-8ca0-755e149680c9" providerId="ADAL" clId="{554D79F6-B906-4B99-A700-BA9440B7ED55}" dt="2025-03-13T19:07:58.744" v="3110" actId="732"/>
        <pc:sldMkLst>
          <pc:docMk/>
          <pc:sldMk cId="3447695925" sldId="4836"/>
        </pc:sldMkLst>
        <pc:spChg chg="mod">
          <ac:chgData name="Prazyan, Levon" userId="ed024b0e-4a1a-418a-8ca0-755e149680c9" providerId="ADAL" clId="{554D79F6-B906-4B99-A700-BA9440B7ED55}" dt="2025-03-13T19:06:58.977" v="3102" actId="20577"/>
          <ac:spMkLst>
            <pc:docMk/>
            <pc:sldMk cId="3447695925" sldId="4836"/>
            <ac:spMk id="2" creationId="{5BBB52A2-BA8B-EBD3-FEEF-28226C155C41}"/>
          </ac:spMkLst>
        </pc:spChg>
        <pc:spChg chg="del">
          <ac:chgData name="Prazyan, Levon" userId="ed024b0e-4a1a-418a-8ca0-755e149680c9" providerId="ADAL" clId="{554D79F6-B906-4B99-A700-BA9440B7ED55}" dt="2025-03-13T19:07:40.807" v="3105" actId="22"/>
          <ac:spMkLst>
            <pc:docMk/>
            <pc:sldMk cId="3447695925" sldId="4836"/>
            <ac:spMk id="3" creationId="{CFD5730D-0A71-0838-E6EA-BD10D007C62E}"/>
          </ac:spMkLst>
        </pc:spChg>
        <pc:spChg chg="del mod">
          <ac:chgData name="Prazyan, Levon" userId="ed024b0e-4a1a-418a-8ca0-755e149680c9" providerId="ADAL" clId="{554D79F6-B906-4B99-A700-BA9440B7ED55}" dt="2025-03-13T19:07:17.907" v="3104" actId="22"/>
          <ac:spMkLst>
            <pc:docMk/>
            <pc:sldMk cId="3447695925" sldId="4836"/>
            <ac:spMk id="4" creationId="{60C632C6-F11A-0B0E-560A-875DE98F1C3F}"/>
          </ac:spMkLst>
        </pc:spChg>
        <pc:picChg chg="add mod ord modCrop">
          <ac:chgData name="Prazyan, Levon" userId="ed024b0e-4a1a-418a-8ca0-755e149680c9" providerId="ADAL" clId="{554D79F6-B906-4B99-A700-BA9440B7ED55}" dt="2025-03-13T19:07:58.744" v="3110" actId="732"/>
          <ac:picMkLst>
            <pc:docMk/>
            <pc:sldMk cId="3447695925" sldId="4836"/>
            <ac:picMk id="6" creationId="{56AA01FA-7D57-7621-0A12-F320C9683CB0}"/>
          </ac:picMkLst>
        </pc:picChg>
        <pc:picChg chg="add mod ord">
          <ac:chgData name="Prazyan, Levon" userId="ed024b0e-4a1a-418a-8ca0-755e149680c9" providerId="ADAL" clId="{554D79F6-B906-4B99-A700-BA9440B7ED55}" dt="2025-03-13T19:07:48.100" v="3107" actId="1076"/>
          <ac:picMkLst>
            <pc:docMk/>
            <pc:sldMk cId="3447695925" sldId="4836"/>
            <ac:picMk id="8" creationId="{491CE4AD-424B-3B0E-6169-6F6B3C5FFAA4}"/>
          </ac:picMkLst>
        </pc:picChg>
      </pc:sldChg>
      <pc:sldChg chg="addSp delSp modSp new mod setBg modClrScheme addAnim chgLayout">
        <pc:chgData name="Prazyan, Levon" userId="ed024b0e-4a1a-418a-8ca0-755e149680c9" providerId="ADAL" clId="{554D79F6-B906-4B99-A700-BA9440B7ED55}" dt="2025-03-13T19:43:47.683" v="3155" actId="20577"/>
        <pc:sldMkLst>
          <pc:docMk/>
          <pc:sldMk cId="4255659532" sldId="4837"/>
        </pc:sldMkLst>
        <pc:spChg chg="del mod ord">
          <ac:chgData name="Prazyan, Levon" userId="ed024b0e-4a1a-418a-8ca0-755e149680c9" providerId="ADAL" clId="{554D79F6-B906-4B99-A700-BA9440B7ED55}" dt="2025-03-13T19:37:11.889" v="3112" actId="700"/>
          <ac:spMkLst>
            <pc:docMk/>
            <pc:sldMk cId="4255659532" sldId="4837"/>
            <ac:spMk id="2" creationId="{1F123B45-56E5-CAD8-1312-4855DBA26102}"/>
          </ac:spMkLst>
        </pc:spChg>
        <pc:spChg chg="del mod ord">
          <ac:chgData name="Prazyan, Levon" userId="ed024b0e-4a1a-418a-8ca0-755e149680c9" providerId="ADAL" clId="{554D79F6-B906-4B99-A700-BA9440B7ED55}" dt="2025-03-13T19:37:11.889" v="3112" actId="700"/>
          <ac:spMkLst>
            <pc:docMk/>
            <pc:sldMk cId="4255659532" sldId="4837"/>
            <ac:spMk id="3" creationId="{21E29196-90F7-C159-9201-DFEF668F51EC}"/>
          </ac:spMkLst>
        </pc:spChg>
        <pc:spChg chg="del">
          <ac:chgData name="Prazyan, Levon" userId="ed024b0e-4a1a-418a-8ca0-755e149680c9" providerId="ADAL" clId="{554D79F6-B906-4B99-A700-BA9440B7ED55}" dt="2025-03-13T19:37:11.889" v="3112" actId="700"/>
          <ac:spMkLst>
            <pc:docMk/>
            <pc:sldMk cId="4255659532" sldId="4837"/>
            <ac:spMk id="4" creationId="{C6DF8387-65D7-53C9-0F70-3180FF88A02A}"/>
          </ac:spMkLst>
        </pc:spChg>
        <pc:spChg chg="add mod or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5" creationId="{69B8CB1C-6915-E25A-F444-5DA487148FC5}"/>
          </ac:spMkLst>
        </pc:spChg>
        <pc:spChg chg="add mod ord">
          <ac:chgData name="Prazyan, Levon" userId="ed024b0e-4a1a-418a-8ca0-755e149680c9" providerId="ADAL" clId="{554D79F6-B906-4B99-A700-BA9440B7ED55}" dt="2025-03-13T19:43:47.683" v="3155" actId="20577"/>
          <ac:spMkLst>
            <pc:docMk/>
            <pc:sldMk cId="4255659532" sldId="4837"/>
            <ac:spMk id="6" creationId="{8D77BFB0-34C0-1D10-0FAA-844297E2AD30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11" creationId="{6F5A5072-7B47-4D32-B52A-4EBBF590B8A5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13" creationId="{9715DAF0-AE1B-46C9-8A6B-DB2AA05AB91D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15" creationId="{6016219D-510E-4184-9090-6D5578A87BD1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17" creationId="{AFF4A713-7B75-4B21-90D7-5AB19547C728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19" creationId="{DC631C0B-6DA6-4E57-8231-CE32B3434A7E}"/>
          </ac:spMkLst>
        </pc:spChg>
        <pc:spChg chg="add">
          <ac:chgData name="Prazyan, Levon" userId="ed024b0e-4a1a-418a-8ca0-755e149680c9" providerId="ADAL" clId="{554D79F6-B906-4B99-A700-BA9440B7ED55}" dt="2025-03-13T19:37:28.105" v="3123" actId="26606"/>
          <ac:spMkLst>
            <pc:docMk/>
            <pc:sldMk cId="4255659532" sldId="4837"/>
            <ac:spMk id="21" creationId="{C29501E6-A978-4A61-9689-9085AF97A53A}"/>
          </ac:spMkLst>
        </pc:spChg>
      </pc:sldChg>
      <pc:sldChg chg="addSp delSp modSp new mod modNotesTx">
        <pc:chgData name="Prazyan, Levon" userId="ed024b0e-4a1a-418a-8ca0-755e149680c9" providerId="ADAL" clId="{554D79F6-B906-4B99-A700-BA9440B7ED55}" dt="2025-03-13T19:50:07.400" v="3304" actId="6549"/>
        <pc:sldMkLst>
          <pc:docMk/>
          <pc:sldMk cId="2576708314" sldId="4838"/>
        </pc:sldMkLst>
        <pc:spChg chg="mod">
          <ac:chgData name="Prazyan, Levon" userId="ed024b0e-4a1a-418a-8ca0-755e149680c9" providerId="ADAL" clId="{554D79F6-B906-4B99-A700-BA9440B7ED55}" dt="2025-03-13T19:44:02.469" v="3164" actId="20577"/>
          <ac:spMkLst>
            <pc:docMk/>
            <pc:sldMk cId="2576708314" sldId="4838"/>
            <ac:spMk id="2" creationId="{D8A50E60-F88B-6505-6703-7EE36A656FBA}"/>
          </ac:spMkLst>
        </pc:spChg>
        <pc:spChg chg="add del mod">
          <ac:chgData name="Prazyan, Levon" userId="ed024b0e-4a1a-418a-8ca0-755e149680c9" providerId="ADAL" clId="{554D79F6-B906-4B99-A700-BA9440B7ED55}" dt="2025-03-13T19:49:23.730" v="3296" actId="1032"/>
          <ac:spMkLst>
            <pc:docMk/>
            <pc:sldMk cId="2576708314" sldId="4838"/>
            <ac:spMk id="3" creationId="{6D69BAC9-68C3-6DE3-EC7D-214911741D0F}"/>
          </ac:spMkLst>
        </pc:spChg>
        <pc:graphicFrameChg chg="add del modGraphic">
          <ac:chgData name="Prazyan, Levon" userId="ed024b0e-4a1a-418a-8ca0-755e149680c9" providerId="ADAL" clId="{554D79F6-B906-4B99-A700-BA9440B7ED55}" dt="2025-03-13T19:48:21.509" v="3287" actId="1032"/>
          <ac:graphicFrameMkLst>
            <pc:docMk/>
            <pc:sldMk cId="2576708314" sldId="4838"/>
            <ac:graphicFrameMk id="4" creationId="{6EDD5478-122E-52ED-56A8-7378EE881D39}"/>
          </ac:graphicFrameMkLst>
        </pc:graphicFrameChg>
        <pc:graphicFrameChg chg="add del modGraphic">
          <ac:chgData name="Prazyan, Levon" userId="ed024b0e-4a1a-418a-8ca0-755e149680c9" providerId="ADAL" clId="{554D79F6-B906-4B99-A700-BA9440B7ED55}" dt="2025-03-13T19:48:54.749" v="3293" actId="1032"/>
          <ac:graphicFrameMkLst>
            <pc:docMk/>
            <pc:sldMk cId="2576708314" sldId="4838"/>
            <ac:graphicFrameMk id="5" creationId="{04C5A9BD-96A6-17E6-4B65-79ED5ECA9D32}"/>
          </ac:graphicFrameMkLst>
        </pc:graphicFrameChg>
        <pc:graphicFrameChg chg="add del modGraphic">
          <ac:chgData name="Prazyan, Levon" userId="ed024b0e-4a1a-418a-8ca0-755e149680c9" providerId="ADAL" clId="{554D79F6-B906-4B99-A700-BA9440B7ED55}" dt="2025-03-13T19:49:07.271" v="3295" actId="1032"/>
          <ac:graphicFrameMkLst>
            <pc:docMk/>
            <pc:sldMk cId="2576708314" sldId="4838"/>
            <ac:graphicFrameMk id="6" creationId="{3134CB79-9022-2425-EF0E-7B7AB3CA84EE}"/>
          </ac:graphicFrameMkLst>
        </pc:graphicFrameChg>
        <pc:graphicFrameChg chg="add mod modGraphic">
          <ac:chgData name="Prazyan, Levon" userId="ed024b0e-4a1a-418a-8ca0-755e149680c9" providerId="ADAL" clId="{554D79F6-B906-4B99-A700-BA9440B7ED55}" dt="2025-03-13T19:49:55.519" v="3303"/>
          <ac:graphicFrameMkLst>
            <pc:docMk/>
            <pc:sldMk cId="2576708314" sldId="4838"/>
            <ac:graphicFrameMk id="7" creationId="{9F8A9662-914B-1B09-3622-91AA0DB68595}"/>
          </ac:graphicFrameMkLst>
        </pc:graphicFrameChg>
      </pc:sldChg>
      <pc:sldChg chg="addSp delSp modSp new mod modAnim">
        <pc:chgData name="Prazyan, Levon" userId="ed024b0e-4a1a-418a-8ca0-755e149680c9" providerId="ADAL" clId="{554D79F6-B906-4B99-A700-BA9440B7ED55}" dt="2025-03-13T20:00:52.746" v="3619" actId="403"/>
        <pc:sldMkLst>
          <pc:docMk/>
          <pc:sldMk cId="3684512861" sldId="4839"/>
        </pc:sldMkLst>
        <pc:spChg chg="mod">
          <ac:chgData name="Prazyan, Levon" userId="ed024b0e-4a1a-418a-8ca0-755e149680c9" providerId="ADAL" clId="{554D79F6-B906-4B99-A700-BA9440B7ED55}" dt="2025-03-13T19:50:27.429" v="3334" actId="20577"/>
          <ac:spMkLst>
            <pc:docMk/>
            <pc:sldMk cId="3684512861" sldId="4839"/>
            <ac:spMk id="2" creationId="{FD9CAC34-5EAB-77E1-8A2E-903BC5DC435B}"/>
          </ac:spMkLst>
        </pc:spChg>
        <pc:spChg chg="add del">
          <ac:chgData name="Prazyan, Levon" userId="ed024b0e-4a1a-418a-8ca0-755e149680c9" providerId="ADAL" clId="{554D79F6-B906-4B99-A700-BA9440B7ED55}" dt="2025-03-13T19:51:22.937" v="3337" actId="1032"/>
          <ac:spMkLst>
            <pc:docMk/>
            <pc:sldMk cId="3684512861" sldId="4839"/>
            <ac:spMk id="3" creationId="{65730275-CBF7-A097-CB8B-AD39AE7F6CED}"/>
          </ac:spMkLst>
        </pc:spChg>
        <pc:spChg chg="add mod">
          <ac:chgData name="Prazyan, Levon" userId="ed024b0e-4a1a-418a-8ca0-755e149680c9" providerId="ADAL" clId="{554D79F6-B906-4B99-A700-BA9440B7ED55}" dt="2025-03-13T20:00:52.746" v="3619" actId="403"/>
          <ac:spMkLst>
            <pc:docMk/>
            <pc:sldMk cId="3684512861" sldId="4839"/>
            <ac:spMk id="7" creationId="{CBFE74CA-6E1A-9301-B250-B025A85B78E0}"/>
          </ac:spMkLst>
        </pc:spChg>
        <pc:graphicFrameChg chg="add del modGraphic">
          <ac:chgData name="Prazyan, Levon" userId="ed024b0e-4a1a-418a-8ca0-755e149680c9" providerId="ADAL" clId="{554D79F6-B906-4B99-A700-BA9440B7ED55}" dt="2025-03-13T19:51:18.302" v="3336" actId="1032"/>
          <ac:graphicFrameMkLst>
            <pc:docMk/>
            <pc:sldMk cId="3684512861" sldId="4839"/>
            <ac:graphicFrameMk id="4" creationId="{5D31B4B2-473D-AB95-639C-33F5D7543FFA}"/>
          </ac:graphicFrameMkLst>
        </pc:graphicFrameChg>
        <pc:graphicFrameChg chg="add del mod modGraphic">
          <ac:chgData name="Prazyan, Levon" userId="ed024b0e-4a1a-418a-8ca0-755e149680c9" providerId="ADAL" clId="{554D79F6-B906-4B99-A700-BA9440B7ED55}" dt="2025-03-13T19:54:33.382" v="3438" actId="478"/>
          <ac:graphicFrameMkLst>
            <pc:docMk/>
            <pc:sldMk cId="3684512861" sldId="4839"/>
            <ac:graphicFrameMk id="5" creationId="{4C4B3AFD-102B-E537-5F36-CFC4122558E3}"/>
          </ac:graphicFrameMkLst>
        </pc:graphicFrameChg>
      </pc:sldChg>
      <pc:sldChg chg="addSp delSp modSp new mod modClrScheme modAnim chgLayout">
        <pc:chgData name="Prazyan, Levon" userId="ed024b0e-4a1a-418a-8ca0-755e149680c9" providerId="ADAL" clId="{554D79F6-B906-4B99-A700-BA9440B7ED55}" dt="2025-03-13T20:50:32.635" v="3660" actId="20577"/>
        <pc:sldMkLst>
          <pc:docMk/>
          <pc:sldMk cId="2922943249" sldId="4840"/>
        </pc:sldMkLst>
        <pc:spChg chg="mod ord">
          <ac:chgData name="Prazyan, Levon" userId="ed024b0e-4a1a-418a-8ca0-755e149680c9" providerId="ADAL" clId="{554D79F6-B906-4B99-A700-BA9440B7ED55}" dt="2025-03-13T20:50:32.635" v="3660" actId="20577"/>
          <ac:spMkLst>
            <pc:docMk/>
            <pc:sldMk cId="2922943249" sldId="4840"/>
            <ac:spMk id="2" creationId="{34A55884-01D9-F2D3-8B30-7E71A5A9AF04}"/>
          </ac:spMkLst>
        </pc:spChg>
        <pc:spChg chg="del mod ord">
          <ac:chgData name="Prazyan, Levon" userId="ed024b0e-4a1a-418a-8ca0-755e149680c9" providerId="ADAL" clId="{554D79F6-B906-4B99-A700-BA9440B7ED55}" dt="2025-03-13T20:09:01.662" v="3644" actId="700"/>
          <ac:spMkLst>
            <pc:docMk/>
            <pc:sldMk cId="2922943249" sldId="4840"/>
            <ac:spMk id="3" creationId="{73631FA5-FE2D-5F12-BFBB-A0946C5432B5}"/>
          </ac:spMkLst>
        </pc:spChg>
        <pc:spChg chg="add del mod ord">
          <ac:chgData name="Prazyan, Levon" userId="ed024b0e-4a1a-418a-8ca0-755e149680c9" providerId="ADAL" clId="{554D79F6-B906-4B99-A700-BA9440B7ED55}" dt="2025-03-13T20:09:35.711" v="3645" actId="22"/>
          <ac:spMkLst>
            <pc:docMk/>
            <pc:sldMk cId="2922943249" sldId="4840"/>
            <ac:spMk id="4" creationId="{5622075A-DC4E-3655-E81E-0C994D68570C}"/>
          </ac:spMkLst>
        </pc:spChg>
        <pc:spChg chg="add del mod ord">
          <ac:chgData name="Prazyan, Levon" userId="ed024b0e-4a1a-418a-8ca0-755e149680c9" providerId="ADAL" clId="{554D79F6-B906-4B99-A700-BA9440B7ED55}" dt="2025-03-13T20:10:11.448" v="3649" actId="22"/>
          <ac:spMkLst>
            <pc:docMk/>
            <pc:sldMk cId="2922943249" sldId="4840"/>
            <ac:spMk id="5" creationId="{C5451D53-AD55-210A-1027-C50621182649}"/>
          </ac:spMkLst>
        </pc:spChg>
        <pc:picChg chg="add mod ord">
          <ac:chgData name="Prazyan, Levon" userId="ed024b0e-4a1a-418a-8ca0-755e149680c9" providerId="ADAL" clId="{554D79F6-B906-4B99-A700-BA9440B7ED55}" dt="2025-03-13T20:09:42.439" v="3647" actId="1076"/>
          <ac:picMkLst>
            <pc:docMk/>
            <pc:sldMk cId="2922943249" sldId="4840"/>
            <ac:picMk id="7" creationId="{E0176B6B-37FD-ABF6-76A0-3F0617EDBAED}"/>
          </ac:picMkLst>
        </pc:picChg>
        <pc:picChg chg="add mod ord">
          <ac:chgData name="Prazyan, Levon" userId="ed024b0e-4a1a-418a-8ca0-755e149680c9" providerId="ADAL" clId="{554D79F6-B906-4B99-A700-BA9440B7ED55}" dt="2025-03-13T20:10:35.656" v="3653" actId="1076"/>
          <ac:picMkLst>
            <pc:docMk/>
            <pc:sldMk cId="2922943249" sldId="4840"/>
            <ac:picMk id="9" creationId="{749D4D5A-8F73-E4BF-F6F8-5FE85A5400A4}"/>
          </ac:picMkLst>
        </pc:picChg>
      </pc:sldChg>
      <pc:sldChg chg="addSp delSp modSp new mod">
        <pc:chgData name="Prazyan, Levon" userId="ed024b0e-4a1a-418a-8ca0-755e149680c9" providerId="ADAL" clId="{554D79F6-B906-4B99-A700-BA9440B7ED55}" dt="2025-03-13T20:53:27.948" v="3705" actId="1076"/>
        <pc:sldMkLst>
          <pc:docMk/>
          <pc:sldMk cId="2709088172" sldId="4841"/>
        </pc:sldMkLst>
        <pc:spChg chg="mod">
          <ac:chgData name="Prazyan, Levon" userId="ed024b0e-4a1a-418a-8ca0-755e149680c9" providerId="ADAL" clId="{554D79F6-B906-4B99-A700-BA9440B7ED55}" dt="2025-03-13T20:50:57.946" v="3683" actId="20577"/>
          <ac:spMkLst>
            <pc:docMk/>
            <pc:sldMk cId="2709088172" sldId="4841"/>
            <ac:spMk id="2" creationId="{0ACB0AB4-AD34-CE9A-838D-5CB774306BBB}"/>
          </ac:spMkLst>
        </pc:spChg>
        <pc:spChg chg="add del mod">
          <ac:chgData name="Prazyan, Levon" userId="ed024b0e-4a1a-418a-8ca0-755e149680c9" providerId="ADAL" clId="{554D79F6-B906-4B99-A700-BA9440B7ED55}" dt="2025-03-13T20:52:54.644" v="3701" actId="22"/>
          <ac:spMkLst>
            <pc:docMk/>
            <pc:sldMk cId="2709088172" sldId="4841"/>
            <ac:spMk id="3" creationId="{B2CBD079-CB1F-E3E5-1DB6-1DB1A97E7948}"/>
          </ac:spMkLst>
        </pc:spChg>
        <pc:spChg chg="add del">
          <ac:chgData name="Prazyan, Levon" userId="ed024b0e-4a1a-418a-8ca0-755e149680c9" providerId="ADAL" clId="{554D79F6-B906-4B99-A700-BA9440B7ED55}" dt="2025-03-13T20:53:18.096" v="3704" actId="22"/>
          <ac:spMkLst>
            <pc:docMk/>
            <pc:sldMk cId="2709088172" sldId="4841"/>
            <ac:spMk id="4" creationId="{39591233-4F42-F576-5246-43B7367DB145}"/>
          </ac:spMkLst>
        </pc:spChg>
        <pc:picChg chg="add del mod ord">
          <ac:chgData name="Prazyan, Levon" userId="ed024b0e-4a1a-418a-8ca0-755e149680c9" providerId="ADAL" clId="{554D79F6-B906-4B99-A700-BA9440B7ED55}" dt="2025-03-13T20:52:43.204" v="3699" actId="22"/>
          <ac:picMkLst>
            <pc:docMk/>
            <pc:sldMk cId="2709088172" sldId="4841"/>
            <ac:picMk id="6" creationId="{3F8E280B-CEB0-8C0B-4089-694DFB7C5011}"/>
          </ac:picMkLst>
        </pc:picChg>
        <pc:picChg chg="add del mod ord">
          <ac:chgData name="Prazyan, Levon" userId="ed024b0e-4a1a-418a-8ca0-755e149680c9" providerId="ADAL" clId="{554D79F6-B906-4B99-A700-BA9440B7ED55}" dt="2025-03-13T20:52:42.632" v="3698" actId="22"/>
          <ac:picMkLst>
            <pc:docMk/>
            <pc:sldMk cId="2709088172" sldId="4841"/>
            <ac:picMk id="8" creationId="{31EAAE99-D9CC-3246-4775-F447253F46BB}"/>
          </ac:picMkLst>
        </pc:picChg>
        <pc:picChg chg="add mod ord">
          <ac:chgData name="Prazyan, Levon" userId="ed024b0e-4a1a-418a-8ca0-755e149680c9" providerId="ADAL" clId="{554D79F6-B906-4B99-A700-BA9440B7ED55}" dt="2025-03-13T20:53:04.545" v="3703" actId="1076"/>
          <ac:picMkLst>
            <pc:docMk/>
            <pc:sldMk cId="2709088172" sldId="4841"/>
            <ac:picMk id="10" creationId="{F58082E2-C703-95F8-541D-80BB6822F60F}"/>
          </ac:picMkLst>
        </pc:picChg>
        <pc:picChg chg="add mod ord">
          <ac:chgData name="Prazyan, Levon" userId="ed024b0e-4a1a-418a-8ca0-755e149680c9" providerId="ADAL" clId="{554D79F6-B906-4B99-A700-BA9440B7ED55}" dt="2025-03-13T20:53:27.948" v="3705" actId="1076"/>
          <ac:picMkLst>
            <pc:docMk/>
            <pc:sldMk cId="2709088172" sldId="4841"/>
            <ac:picMk id="12" creationId="{6638763C-3A51-F3DD-2F18-171ABFB3B72B}"/>
          </ac:picMkLst>
        </pc:picChg>
      </pc:sldChg>
      <pc:sldChg chg="addSp delSp modSp new mod modAnim">
        <pc:chgData name="Prazyan, Levon" userId="ed024b0e-4a1a-418a-8ca0-755e149680c9" providerId="ADAL" clId="{554D79F6-B906-4B99-A700-BA9440B7ED55}" dt="2025-03-13T20:59:07.276" v="3837"/>
        <pc:sldMkLst>
          <pc:docMk/>
          <pc:sldMk cId="861903952" sldId="4842"/>
        </pc:sldMkLst>
        <pc:spChg chg="mod">
          <ac:chgData name="Prazyan, Levon" userId="ed024b0e-4a1a-418a-8ca0-755e149680c9" providerId="ADAL" clId="{554D79F6-B906-4B99-A700-BA9440B7ED55}" dt="2025-03-13T20:54:26.235" v="3742" actId="20577"/>
          <ac:spMkLst>
            <pc:docMk/>
            <pc:sldMk cId="861903952" sldId="4842"/>
            <ac:spMk id="2" creationId="{8DAA2C38-72C1-2BC0-8217-204C75EAA190}"/>
          </ac:spMkLst>
        </pc:spChg>
        <pc:spChg chg="del mod">
          <ac:chgData name="Prazyan, Levon" userId="ed024b0e-4a1a-418a-8ca0-755e149680c9" providerId="ADAL" clId="{554D79F6-B906-4B99-A700-BA9440B7ED55}" dt="2025-03-13T20:54:32.924" v="3744"/>
          <ac:spMkLst>
            <pc:docMk/>
            <pc:sldMk cId="861903952" sldId="4842"/>
            <ac:spMk id="3" creationId="{5D1C1E9C-D0CD-5E16-75F7-E817D1F4AC6E}"/>
          </ac:spMkLst>
        </pc:spChg>
        <pc:spChg chg="mod">
          <ac:chgData name="Prazyan, Levon" userId="ed024b0e-4a1a-418a-8ca0-755e149680c9" providerId="ADAL" clId="{554D79F6-B906-4B99-A700-BA9440B7ED55}" dt="2025-03-13T20:59:07.276" v="3837"/>
          <ac:spMkLst>
            <pc:docMk/>
            <pc:sldMk cId="861903952" sldId="4842"/>
            <ac:spMk id="4" creationId="{79983715-1132-D5FF-0C2C-29A3C566473F}"/>
          </ac:spMkLst>
        </pc:spChg>
        <pc:picChg chg="add mod">
          <ac:chgData name="Prazyan, Levon" userId="ed024b0e-4a1a-418a-8ca0-755e149680c9" providerId="ADAL" clId="{554D79F6-B906-4B99-A700-BA9440B7ED55}" dt="2025-03-13T20:54:39.210" v="3746" actId="1076"/>
          <ac:picMkLst>
            <pc:docMk/>
            <pc:sldMk cId="861903952" sldId="4842"/>
            <ac:picMk id="5" creationId="{08587D3A-B532-17AD-815C-410EDFB2300B}"/>
          </ac:picMkLst>
        </pc:picChg>
      </pc:sldChg>
      <pc:sldChg chg="addSp delSp modSp add mod modClrScheme delAnim modAnim chgLayout">
        <pc:chgData name="Prazyan, Levon" userId="ed024b0e-4a1a-418a-8ca0-755e149680c9" providerId="ADAL" clId="{554D79F6-B906-4B99-A700-BA9440B7ED55}" dt="2025-03-14T04:34:21.543" v="5402"/>
        <pc:sldMkLst>
          <pc:docMk/>
          <pc:sldMk cId="180694035" sldId="4843"/>
        </pc:sldMkLst>
        <pc:spChg chg="mod ord">
          <ac:chgData name="Prazyan, Levon" userId="ed024b0e-4a1a-418a-8ca0-755e149680c9" providerId="ADAL" clId="{554D79F6-B906-4B99-A700-BA9440B7ED55}" dt="2025-03-13T21:05:05.116" v="4027" actId="700"/>
          <ac:spMkLst>
            <pc:docMk/>
            <pc:sldMk cId="180694035" sldId="4843"/>
            <ac:spMk id="2" creationId="{DC2D0A5C-C74B-33F0-723A-04128D383C2C}"/>
          </ac:spMkLst>
        </pc:spChg>
        <pc:spChg chg="del mod ord">
          <ac:chgData name="Prazyan, Levon" userId="ed024b0e-4a1a-418a-8ca0-755e149680c9" providerId="ADAL" clId="{554D79F6-B906-4B99-A700-BA9440B7ED55}" dt="2025-03-13T21:00:15.872" v="3844" actId="478"/>
          <ac:spMkLst>
            <pc:docMk/>
            <pc:sldMk cId="180694035" sldId="4843"/>
            <ac:spMk id="4" creationId="{6BA42C06-662A-0F52-7BAE-831A8BC33B13}"/>
          </ac:spMkLst>
        </pc:spChg>
        <pc:spChg chg="add mod ord">
          <ac:chgData name="Prazyan, Levon" userId="ed024b0e-4a1a-418a-8ca0-755e149680c9" providerId="ADAL" clId="{554D79F6-B906-4B99-A700-BA9440B7ED55}" dt="2025-03-13T21:13:51.783" v="4126" actId="20577"/>
          <ac:spMkLst>
            <pc:docMk/>
            <pc:sldMk cId="180694035" sldId="4843"/>
            <ac:spMk id="6" creationId="{24712FE6-9AFA-082A-4E0A-74BC7D882FBC}"/>
          </ac:spMkLst>
        </pc:spChg>
        <pc:spChg chg="add del mod ord">
          <ac:chgData name="Prazyan, Levon" userId="ed024b0e-4a1a-418a-8ca0-755e149680c9" providerId="ADAL" clId="{554D79F6-B906-4B99-A700-BA9440B7ED55}" dt="2025-03-13T21:07:02.950" v="4081" actId="1032"/>
          <ac:spMkLst>
            <pc:docMk/>
            <pc:sldMk cId="180694035" sldId="4843"/>
            <ac:spMk id="7" creationId="{16D97CE4-909E-EF7D-E4EA-A02FCAC58CD1}"/>
          </ac:spMkLst>
        </pc:spChg>
        <pc:spChg chg="add del mod">
          <ac:chgData name="Prazyan, Levon" userId="ed024b0e-4a1a-418a-8ca0-755e149680c9" providerId="ADAL" clId="{554D79F6-B906-4B99-A700-BA9440B7ED55}" dt="2025-03-13T21:08:50.732" v="4102" actId="478"/>
          <ac:spMkLst>
            <pc:docMk/>
            <pc:sldMk cId="180694035" sldId="4843"/>
            <ac:spMk id="12" creationId="{253BD0F2-CF5C-2265-8C47-2DA1D0D6717D}"/>
          </ac:spMkLst>
        </pc:spChg>
        <pc:grpChg chg="add mod">
          <ac:chgData name="Prazyan, Levon" userId="ed024b0e-4a1a-418a-8ca0-755e149680c9" providerId="ADAL" clId="{554D79F6-B906-4B99-A700-BA9440B7ED55}" dt="2025-03-13T21:13:26.274" v="4124" actId="164"/>
          <ac:grpSpMkLst>
            <pc:docMk/>
            <pc:sldMk cId="180694035" sldId="4843"/>
            <ac:grpSpMk id="26" creationId="{4855CFB3-4E84-17FC-0305-19A61D716EEA}"/>
          </ac:grpSpMkLst>
        </pc:grpChg>
        <pc:graphicFrameChg chg="add del mod modGraphic">
          <ac:chgData name="Prazyan, Levon" userId="ed024b0e-4a1a-418a-8ca0-755e149680c9" providerId="ADAL" clId="{554D79F6-B906-4B99-A700-BA9440B7ED55}" dt="2025-03-13T21:08:45.753" v="4101" actId="478"/>
          <ac:graphicFrameMkLst>
            <pc:docMk/>
            <pc:sldMk cId="180694035" sldId="4843"/>
            <ac:graphicFrameMk id="10" creationId="{093DBCA6-29B2-5251-F761-46653DE7B252}"/>
          </ac:graphicFrameMkLst>
        </pc:graphicFrameChg>
        <pc:picChg chg="del mod ord">
          <ac:chgData name="Prazyan, Levon" userId="ed024b0e-4a1a-418a-8ca0-755e149680c9" providerId="ADAL" clId="{554D79F6-B906-4B99-A700-BA9440B7ED55}" dt="2025-03-13T21:00:17.489" v="3845" actId="478"/>
          <ac:picMkLst>
            <pc:docMk/>
            <pc:sldMk cId="180694035" sldId="4843"/>
            <ac:picMk id="5" creationId="{4ABABDC8-FBAE-834F-7E76-CED0321E047E}"/>
          </ac:picMkLst>
        </pc:picChg>
        <pc:picChg chg="add mod">
          <ac:chgData name="Prazyan, Levon" userId="ed024b0e-4a1a-418a-8ca0-755e149680c9" providerId="ADAL" clId="{554D79F6-B906-4B99-A700-BA9440B7ED55}" dt="2025-03-13T21:13:26.274" v="4124" actId="164"/>
          <ac:picMkLst>
            <pc:docMk/>
            <pc:sldMk cId="180694035" sldId="4843"/>
            <ac:picMk id="9" creationId="{8753E769-11E6-0784-AD60-12F1B9EEE2A6}"/>
          </ac:picMkLst>
        </pc:picChg>
        <pc:picChg chg="add mod">
          <ac:chgData name="Prazyan, Levon" userId="ed024b0e-4a1a-418a-8ca0-755e149680c9" providerId="ADAL" clId="{554D79F6-B906-4B99-A700-BA9440B7ED55}" dt="2025-03-13T21:13:26.274" v="4124" actId="164"/>
          <ac:picMkLst>
            <pc:docMk/>
            <pc:sldMk cId="180694035" sldId="4843"/>
            <ac:picMk id="14" creationId="{C75ABA36-0ECB-BDBE-04B1-6E985290A005}"/>
          </ac:picMkLst>
        </pc:picChg>
        <pc:picChg chg="add mod">
          <ac:chgData name="Prazyan, Levon" userId="ed024b0e-4a1a-418a-8ca0-755e149680c9" providerId="ADAL" clId="{554D79F6-B906-4B99-A700-BA9440B7ED55}" dt="2025-03-13T21:13:26.274" v="4124" actId="164"/>
          <ac:picMkLst>
            <pc:docMk/>
            <pc:sldMk cId="180694035" sldId="4843"/>
            <ac:picMk id="16" creationId="{072B199B-5290-9CDA-7197-B1042D817DFE}"/>
          </ac:picMkLst>
        </pc:picChg>
        <pc:cxnChg chg="add mod">
          <ac:chgData name="Prazyan, Levon" userId="ed024b0e-4a1a-418a-8ca0-755e149680c9" providerId="ADAL" clId="{554D79F6-B906-4B99-A700-BA9440B7ED55}" dt="2025-03-13T21:13:26.274" v="4124" actId="164"/>
          <ac:cxnSpMkLst>
            <pc:docMk/>
            <pc:sldMk cId="180694035" sldId="4843"/>
            <ac:cxnSpMk id="18" creationId="{F0106858-FF76-13A4-7667-85039CBAF116}"/>
          </ac:cxnSpMkLst>
        </pc:cxnChg>
        <pc:cxnChg chg="add mod">
          <ac:chgData name="Prazyan, Levon" userId="ed024b0e-4a1a-418a-8ca0-755e149680c9" providerId="ADAL" clId="{554D79F6-B906-4B99-A700-BA9440B7ED55}" dt="2025-03-13T21:13:26.274" v="4124" actId="164"/>
          <ac:cxnSpMkLst>
            <pc:docMk/>
            <pc:sldMk cId="180694035" sldId="4843"/>
            <ac:cxnSpMk id="19" creationId="{2ECB608C-EB82-3BC9-DF5C-00A80DCBF1B1}"/>
          </ac:cxnSpMkLst>
        </pc:cxnChg>
      </pc:sldChg>
      <pc:sldChg chg="delSp modSp add mod modClrScheme chgLayout">
        <pc:chgData name="Prazyan, Levon" userId="ed024b0e-4a1a-418a-8ca0-755e149680c9" providerId="ADAL" clId="{554D79F6-B906-4B99-A700-BA9440B7ED55}" dt="2025-03-13T21:15:50.586" v="4174" actId="6549"/>
        <pc:sldMkLst>
          <pc:docMk/>
          <pc:sldMk cId="2609471388" sldId="4844"/>
        </pc:sldMkLst>
        <pc:spChg chg="mod ord">
          <ac:chgData name="Prazyan, Levon" userId="ed024b0e-4a1a-418a-8ca0-755e149680c9" providerId="ADAL" clId="{554D79F6-B906-4B99-A700-BA9440B7ED55}" dt="2025-03-13T21:14:47.538" v="4162" actId="700"/>
          <ac:spMkLst>
            <pc:docMk/>
            <pc:sldMk cId="2609471388" sldId="4844"/>
            <ac:spMk id="2" creationId="{2ADF73F1-9CC9-F5EB-D000-9C6F1D397A3A}"/>
          </ac:spMkLst>
        </pc:spChg>
        <pc:spChg chg="mod ord">
          <ac:chgData name="Prazyan, Levon" userId="ed024b0e-4a1a-418a-8ca0-755e149680c9" providerId="ADAL" clId="{554D79F6-B906-4B99-A700-BA9440B7ED55}" dt="2025-03-13T21:15:50.586" v="4174" actId="6549"/>
          <ac:spMkLst>
            <pc:docMk/>
            <pc:sldMk cId="2609471388" sldId="4844"/>
            <ac:spMk id="6" creationId="{40FE1257-F16A-DB0F-6F38-0DFD4680C123}"/>
          </ac:spMkLst>
        </pc:spChg>
        <pc:picChg chg="del">
          <ac:chgData name="Prazyan, Levon" userId="ed024b0e-4a1a-418a-8ca0-755e149680c9" providerId="ADAL" clId="{554D79F6-B906-4B99-A700-BA9440B7ED55}" dt="2025-03-13T21:14:40.638" v="4156" actId="478"/>
          <ac:picMkLst>
            <pc:docMk/>
            <pc:sldMk cId="2609471388" sldId="4844"/>
            <ac:picMk id="9" creationId="{74C6FBE1-CFC4-E1B0-0169-417DC328A95A}"/>
          </ac:picMkLst>
        </pc:picChg>
        <pc:picChg chg="del mod">
          <ac:chgData name="Prazyan, Levon" userId="ed024b0e-4a1a-418a-8ca0-755e149680c9" providerId="ADAL" clId="{554D79F6-B906-4B99-A700-BA9440B7ED55}" dt="2025-03-13T21:14:42.977" v="4160" actId="478"/>
          <ac:picMkLst>
            <pc:docMk/>
            <pc:sldMk cId="2609471388" sldId="4844"/>
            <ac:picMk id="14" creationId="{4265305E-028B-21A9-5761-2A6888B2CB1F}"/>
          </ac:picMkLst>
        </pc:picChg>
        <pc:picChg chg="del">
          <ac:chgData name="Prazyan, Levon" userId="ed024b0e-4a1a-418a-8ca0-755e149680c9" providerId="ADAL" clId="{554D79F6-B906-4B99-A700-BA9440B7ED55}" dt="2025-03-13T21:14:43.690" v="4161" actId="478"/>
          <ac:picMkLst>
            <pc:docMk/>
            <pc:sldMk cId="2609471388" sldId="4844"/>
            <ac:picMk id="16" creationId="{71C93C7E-6CA1-FE0F-3192-AB98B83CF669}"/>
          </ac:picMkLst>
        </pc:picChg>
        <pc:cxnChg chg="del mod">
          <ac:chgData name="Prazyan, Levon" userId="ed024b0e-4a1a-418a-8ca0-755e149680c9" providerId="ADAL" clId="{554D79F6-B906-4B99-A700-BA9440B7ED55}" dt="2025-03-13T21:14:41.657" v="4157" actId="478"/>
          <ac:cxnSpMkLst>
            <pc:docMk/>
            <pc:sldMk cId="2609471388" sldId="4844"/>
            <ac:cxnSpMk id="18" creationId="{BFA58F42-ADF6-47EE-EFE8-4D3E1ED1F3FC}"/>
          </ac:cxnSpMkLst>
        </pc:cxnChg>
        <pc:cxnChg chg="del mod">
          <ac:chgData name="Prazyan, Levon" userId="ed024b0e-4a1a-418a-8ca0-755e149680c9" providerId="ADAL" clId="{554D79F6-B906-4B99-A700-BA9440B7ED55}" dt="2025-03-13T21:14:42.176" v="4158" actId="478"/>
          <ac:cxnSpMkLst>
            <pc:docMk/>
            <pc:sldMk cId="2609471388" sldId="4844"/>
            <ac:cxnSpMk id="19" creationId="{FD708B56-78CB-1510-B412-BBA11DA63CAA}"/>
          </ac:cxnSpMkLst>
        </pc:cxnChg>
      </pc:sldChg>
      <pc:sldChg chg="addSp delSp modSp new mod modAnim">
        <pc:chgData name="Prazyan, Levon" userId="ed024b0e-4a1a-418a-8ca0-755e149680c9" providerId="ADAL" clId="{554D79F6-B906-4B99-A700-BA9440B7ED55}" dt="2025-03-14T04:36:28.607" v="5420"/>
        <pc:sldMkLst>
          <pc:docMk/>
          <pc:sldMk cId="2612979943" sldId="4845"/>
        </pc:sldMkLst>
        <pc:spChg chg="mod">
          <ac:chgData name="Prazyan, Levon" userId="ed024b0e-4a1a-418a-8ca0-755e149680c9" providerId="ADAL" clId="{554D79F6-B906-4B99-A700-BA9440B7ED55}" dt="2025-03-13T21:16:57.030" v="4199" actId="20577"/>
          <ac:spMkLst>
            <pc:docMk/>
            <pc:sldMk cId="2612979943" sldId="4845"/>
            <ac:spMk id="2" creationId="{2F4760FF-2DCE-69E4-9560-04EF7CEDE869}"/>
          </ac:spMkLst>
        </pc:spChg>
        <pc:spChg chg="mod">
          <ac:chgData name="Prazyan, Levon" userId="ed024b0e-4a1a-418a-8ca0-755e149680c9" providerId="ADAL" clId="{554D79F6-B906-4B99-A700-BA9440B7ED55}" dt="2025-03-14T04:36:18.970" v="5419" actId="6549"/>
          <ac:spMkLst>
            <pc:docMk/>
            <pc:sldMk cId="2612979943" sldId="4845"/>
            <ac:spMk id="3" creationId="{FA0E4708-9F6D-C02E-A556-610E4FB10D41}"/>
          </ac:spMkLst>
        </pc:spChg>
        <pc:picChg chg="add del mod">
          <ac:chgData name="Prazyan, Levon" userId="ed024b0e-4a1a-418a-8ca0-755e149680c9" providerId="ADAL" clId="{554D79F6-B906-4B99-A700-BA9440B7ED55}" dt="2025-03-13T21:25:09.758" v="4401" actId="478"/>
          <ac:picMkLst>
            <pc:docMk/>
            <pc:sldMk cId="2612979943" sldId="4845"/>
            <ac:picMk id="5" creationId="{7CF0C592-7E11-D230-4D7A-C0A043B8EBF5}"/>
          </ac:picMkLst>
        </pc:picChg>
      </pc:sldChg>
      <pc:sldChg chg="addSp delSp modSp new mod modClrScheme chgLayout">
        <pc:chgData name="Prazyan, Levon" userId="ed024b0e-4a1a-418a-8ca0-755e149680c9" providerId="ADAL" clId="{554D79F6-B906-4B99-A700-BA9440B7ED55}" dt="2025-03-13T21:28:59.373" v="4445" actId="1076"/>
        <pc:sldMkLst>
          <pc:docMk/>
          <pc:sldMk cId="453453681" sldId="4846"/>
        </pc:sldMkLst>
        <pc:spChg chg="mod ord">
          <ac:chgData name="Prazyan, Levon" userId="ed024b0e-4a1a-418a-8ca0-755e149680c9" providerId="ADAL" clId="{554D79F6-B906-4B99-A700-BA9440B7ED55}" dt="2025-03-13T21:28:27.605" v="4438" actId="700"/>
          <ac:spMkLst>
            <pc:docMk/>
            <pc:sldMk cId="453453681" sldId="4846"/>
            <ac:spMk id="2" creationId="{3CEED037-6369-D8AC-40DD-DD977F0096AD}"/>
          </ac:spMkLst>
        </pc:spChg>
        <pc:spChg chg="del mod ord">
          <ac:chgData name="Prazyan, Levon" userId="ed024b0e-4a1a-418a-8ca0-755e149680c9" providerId="ADAL" clId="{554D79F6-B906-4B99-A700-BA9440B7ED55}" dt="2025-03-13T21:28:27.605" v="4438" actId="700"/>
          <ac:spMkLst>
            <pc:docMk/>
            <pc:sldMk cId="453453681" sldId="4846"/>
            <ac:spMk id="3" creationId="{528E9AAC-F825-FADC-6FAC-279C55D0DBAF}"/>
          </ac:spMkLst>
        </pc:spChg>
        <pc:spChg chg="add del mod ord">
          <ac:chgData name="Prazyan, Levon" userId="ed024b0e-4a1a-418a-8ca0-755e149680c9" providerId="ADAL" clId="{554D79F6-B906-4B99-A700-BA9440B7ED55}" dt="2025-03-13T21:28:29.841" v="4440" actId="22"/>
          <ac:spMkLst>
            <pc:docMk/>
            <pc:sldMk cId="453453681" sldId="4846"/>
            <ac:spMk id="4" creationId="{14A01910-A31D-3B14-512F-D24DCF8149A8}"/>
          </ac:spMkLst>
        </pc:spChg>
        <pc:spChg chg="add del mod ord">
          <ac:chgData name="Prazyan, Levon" userId="ed024b0e-4a1a-418a-8ca0-755e149680c9" providerId="ADAL" clId="{554D79F6-B906-4B99-A700-BA9440B7ED55}" dt="2025-03-13T21:28:43.895" v="4442" actId="22"/>
          <ac:spMkLst>
            <pc:docMk/>
            <pc:sldMk cId="453453681" sldId="4846"/>
            <ac:spMk id="5" creationId="{B067C760-1C4C-B20E-BDC6-50BB773C8D63}"/>
          </ac:spMkLst>
        </pc:spChg>
        <pc:picChg chg="add mod ord">
          <ac:chgData name="Prazyan, Levon" userId="ed024b0e-4a1a-418a-8ca0-755e149680c9" providerId="ADAL" clId="{554D79F6-B906-4B99-A700-BA9440B7ED55}" dt="2025-03-13T21:28:49.269" v="4443" actId="1076"/>
          <ac:picMkLst>
            <pc:docMk/>
            <pc:sldMk cId="453453681" sldId="4846"/>
            <ac:picMk id="7" creationId="{E515BF9C-3E6A-4F81-8ACE-F574D6AF50C4}"/>
          </ac:picMkLst>
        </pc:picChg>
        <pc:picChg chg="add mod ord">
          <ac:chgData name="Prazyan, Levon" userId="ed024b0e-4a1a-418a-8ca0-755e149680c9" providerId="ADAL" clId="{554D79F6-B906-4B99-A700-BA9440B7ED55}" dt="2025-03-13T21:28:59.373" v="4445" actId="1076"/>
          <ac:picMkLst>
            <pc:docMk/>
            <pc:sldMk cId="453453681" sldId="4846"/>
            <ac:picMk id="9" creationId="{6EA8F2BE-E037-248E-CA79-3D5142C5567B}"/>
          </ac:picMkLst>
        </pc:picChg>
      </pc:sldChg>
      <pc:sldChg chg="addSp delSp modSp new mod modClrScheme modAnim chgLayout">
        <pc:chgData name="Prazyan, Levon" userId="ed024b0e-4a1a-418a-8ca0-755e149680c9" providerId="ADAL" clId="{554D79F6-B906-4B99-A700-BA9440B7ED55}" dt="2025-03-13T22:11:00.158" v="4669" actId="313"/>
        <pc:sldMkLst>
          <pc:docMk/>
          <pc:sldMk cId="2945115523" sldId="4847"/>
        </pc:sldMkLst>
        <pc:spChg chg="mod ord">
          <ac:chgData name="Prazyan, Levon" userId="ed024b0e-4a1a-418a-8ca0-755e149680c9" providerId="ADAL" clId="{554D79F6-B906-4B99-A700-BA9440B7ED55}" dt="2025-03-13T22:11:00.158" v="4669" actId="313"/>
          <ac:spMkLst>
            <pc:docMk/>
            <pc:sldMk cId="2945115523" sldId="4847"/>
            <ac:spMk id="2" creationId="{CBFC388C-24B5-B680-EC67-986E60CF28F5}"/>
          </ac:spMkLst>
        </pc:spChg>
        <pc:spChg chg="del mod ord">
          <ac:chgData name="Prazyan, Levon" userId="ed024b0e-4a1a-418a-8ca0-755e149680c9" providerId="ADAL" clId="{554D79F6-B906-4B99-A700-BA9440B7ED55}" dt="2025-03-13T21:59:17.663" v="4470" actId="700"/>
          <ac:spMkLst>
            <pc:docMk/>
            <pc:sldMk cId="2945115523" sldId="4847"/>
            <ac:spMk id="3" creationId="{134B827C-8CD9-7E3C-B58B-3BC5A79394C7}"/>
          </ac:spMkLst>
        </pc:spChg>
        <pc:spChg chg="del">
          <ac:chgData name="Prazyan, Levon" userId="ed024b0e-4a1a-418a-8ca0-755e149680c9" providerId="ADAL" clId="{554D79F6-B906-4B99-A700-BA9440B7ED55}" dt="2025-03-13T21:59:17.663" v="4470" actId="700"/>
          <ac:spMkLst>
            <pc:docMk/>
            <pc:sldMk cId="2945115523" sldId="4847"/>
            <ac:spMk id="4" creationId="{B88A17ED-26A9-BB88-98A5-B9B234F372EE}"/>
          </ac:spMkLst>
        </pc:spChg>
        <pc:spChg chg="add mod ord">
          <ac:chgData name="Prazyan, Levon" userId="ed024b0e-4a1a-418a-8ca0-755e149680c9" providerId="ADAL" clId="{554D79F6-B906-4B99-A700-BA9440B7ED55}" dt="2025-03-13T22:07:41.580" v="4652" actId="20577"/>
          <ac:spMkLst>
            <pc:docMk/>
            <pc:sldMk cId="2945115523" sldId="4847"/>
            <ac:spMk id="5" creationId="{2BDBFFB0-7827-89DC-CFE3-1F7D69D79EE8}"/>
          </ac:spMkLst>
        </pc:spChg>
      </pc:sldChg>
      <pc:sldChg chg="modSp add mod modAnim modNotesTx">
        <pc:chgData name="Prazyan, Levon" userId="ed024b0e-4a1a-418a-8ca0-755e149680c9" providerId="ADAL" clId="{554D79F6-B906-4B99-A700-BA9440B7ED55}" dt="2025-03-13T22:33:38.209" v="5301"/>
        <pc:sldMkLst>
          <pc:docMk/>
          <pc:sldMk cId="2412097893" sldId="4848"/>
        </pc:sldMkLst>
        <pc:spChg chg="mod">
          <ac:chgData name="Prazyan, Levon" userId="ed024b0e-4a1a-418a-8ca0-755e149680c9" providerId="ADAL" clId="{554D79F6-B906-4B99-A700-BA9440B7ED55}" dt="2025-03-13T22:27:13.178" v="5236" actId="20577"/>
          <ac:spMkLst>
            <pc:docMk/>
            <pc:sldMk cId="2412097893" sldId="4848"/>
            <ac:spMk id="2" creationId="{B233D509-2E90-BEE9-21A0-F5AF1BC8F759}"/>
          </ac:spMkLst>
        </pc:spChg>
        <pc:spChg chg="mod">
          <ac:chgData name="Prazyan, Levon" userId="ed024b0e-4a1a-418a-8ca0-755e149680c9" providerId="ADAL" clId="{554D79F6-B906-4B99-A700-BA9440B7ED55}" dt="2025-03-13T22:29:48.531" v="5281" actId="20577"/>
          <ac:spMkLst>
            <pc:docMk/>
            <pc:sldMk cId="2412097893" sldId="4848"/>
            <ac:spMk id="5" creationId="{4BD8306A-BEC4-198F-12B1-E87D6261BD33}"/>
          </ac:spMkLst>
        </pc:spChg>
      </pc:sldChg>
      <pc:sldChg chg="new del">
        <pc:chgData name="Prazyan, Levon" userId="ed024b0e-4a1a-418a-8ca0-755e149680c9" providerId="ADAL" clId="{554D79F6-B906-4B99-A700-BA9440B7ED55}" dt="2025-03-13T23:03:54.835" v="5398" actId="47"/>
        <pc:sldMkLst>
          <pc:docMk/>
          <pc:sldMk cId="2803352901" sldId="4849"/>
        </pc:sldMkLst>
      </pc:sldChg>
      <pc:sldChg chg="modSp add mod modAnim">
        <pc:chgData name="Prazyan, Levon" userId="ed024b0e-4a1a-418a-8ca0-755e149680c9" providerId="ADAL" clId="{554D79F6-B906-4B99-A700-BA9440B7ED55}" dt="2025-03-13T22:33:16.340" v="5297"/>
        <pc:sldMkLst>
          <pc:docMk/>
          <pc:sldMk cId="799805899" sldId="4850"/>
        </pc:sldMkLst>
        <pc:spChg chg="mod">
          <ac:chgData name="Prazyan, Levon" userId="ed024b0e-4a1a-418a-8ca0-755e149680c9" providerId="ADAL" clId="{554D79F6-B906-4B99-A700-BA9440B7ED55}" dt="2025-03-13T22:27:27.610" v="5238" actId="20577"/>
          <ac:spMkLst>
            <pc:docMk/>
            <pc:sldMk cId="799805899" sldId="4850"/>
            <ac:spMk id="2" creationId="{BCB8A4FD-6835-1618-20C3-666290F16F92}"/>
          </ac:spMkLst>
        </pc:spChg>
        <pc:spChg chg="mod">
          <ac:chgData name="Prazyan, Levon" userId="ed024b0e-4a1a-418a-8ca0-755e149680c9" providerId="ADAL" clId="{554D79F6-B906-4B99-A700-BA9440B7ED55}" dt="2025-03-13T22:31:54.794" v="5293" actId="20577"/>
          <ac:spMkLst>
            <pc:docMk/>
            <pc:sldMk cId="799805899" sldId="4850"/>
            <ac:spMk id="5" creationId="{DA6ABE6D-D257-0AD3-349B-76C9669FF8C2}"/>
          </ac:spMkLst>
        </pc:spChg>
      </pc:sldChg>
      <pc:sldChg chg="modSp add mod modAnim">
        <pc:chgData name="Prazyan, Levon" userId="ed024b0e-4a1a-418a-8ca0-755e149680c9" providerId="ADAL" clId="{554D79F6-B906-4B99-A700-BA9440B7ED55}" dt="2025-03-13T23:03:39.421" v="5397" actId="20577"/>
        <pc:sldMkLst>
          <pc:docMk/>
          <pc:sldMk cId="2677679107" sldId="4851"/>
        </pc:sldMkLst>
        <pc:spChg chg="mod">
          <ac:chgData name="Prazyan, Levon" userId="ed024b0e-4a1a-418a-8ca0-755e149680c9" providerId="ADAL" clId="{554D79F6-B906-4B99-A700-BA9440B7ED55}" dt="2025-03-13T23:03:39.421" v="5397" actId="20577"/>
          <ac:spMkLst>
            <pc:docMk/>
            <pc:sldMk cId="2677679107" sldId="4851"/>
            <ac:spMk id="2" creationId="{745BFFEC-8311-3DB4-EAE5-97ED3F80CD21}"/>
          </ac:spMkLst>
        </pc:spChg>
        <pc:spChg chg="mod">
          <ac:chgData name="Prazyan, Levon" userId="ed024b0e-4a1a-418a-8ca0-755e149680c9" providerId="ADAL" clId="{554D79F6-B906-4B99-A700-BA9440B7ED55}" dt="2025-03-13T22:40:13.747" v="5396" actId="113"/>
          <ac:spMkLst>
            <pc:docMk/>
            <pc:sldMk cId="2677679107" sldId="4851"/>
            <ac:spMk id="5" creationId="{0F5D15D4-BB84-0EE3-A9CE-ADC392DDC971}"/>
          </ac:spMkLst>
        </pc:spChg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901138598" sldId="494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773235153" sldId="4949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555693447" sldId="4950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912631314" sldId="4951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641044240" sldId="495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246169011" sldId="4953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332307132" sldId="4954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934335095" sldId="4955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14543782" sldId="495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134609102" sldId="4957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862852401" sldId="495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191637311" sldId="4959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240517729" sldId="4960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24865215" sldId="4961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4066117744" sldId="4962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747706484" sldId="4963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1456664564" sldId="4966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957351842" sldId="4967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3740027759" sldId="4968"/>
        </pc:sldMkLst>
      </pc:sldChg>
      <pc:sldChg chg="del">
        <pc:chgData name="Prazyan, Levon" userId="ed024b0e-4a1a-418a-8ca0-755e149680c9" providerId="ADAL" clId="{554D79F6-B906-4B99-A700-BA9440B7ED55}" dt="2025-02-20T20:07:01.890" v="22" actId="47"/>
        <pc:sldMkLst>
          <pc:docMk/>
          <pc:sldMk cId="2637528904" sldId="496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mdcloud-my.sharepoint.com/personal/lprazyan_amd_com/Documents/Documents/edu/algorithms%20theory/algorithms_theory_lectures/2024/Sorting_comparis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O(n^2)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InsertionSort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255</c:v>
                </c:pt>
                <c:pt idx="1">
                  <c:v>370</c:v>
                </c:pt>
                <c:pt idx="2">
                  <c:v>535</c:v>
                </c:pt>
                <c:pt idx="3">
                  <c:v>766</c:v>
                </c:pt>
                <c:pt idx="4">
                  <c:v>1102</c:v>
                </c:pt>
                <c:pt idx="5">
                  <c:v>1576</c:v>
                </c:pt>
                <c:pt idx="6">
                  <c:v>2294</c:v>
                </c:pt>
                <c:pt idx="7">
                  <c:v>3321</c:v>
                </c:pt>
                <c:pt idx="8">
                  <c:v>4776</c:v>
                </c:pt>
                <c:pt idx="9">
                  <c:v>6877</c:v>
                </c:pt>
                <c:pt idx="10">
                  <c:v>9837</c:v>
                </c:pt>
                <c:pt idx="11">
                  <c:v>14265</c:v>
                </c:pt>
                <c:pt idx="12">
                  <c:v>20512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50-4B8B-9645-CAC3960BA24A}"/>
            </c:ext>
          </c:extLst>
        </c:ser>
        <c:ser>
          <c:idx val="2"/>
          <c:order val="1"/>
          <c:tx>
            <c:v>BubbleSort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1191</c:v>
                </c:pt>
                <c:pt idx="1">
                  <c:v>1713</c:v>
                </c:pt>
                <c:pt idx="2">
                  <c:v>2466</c:v>
                </c:pt>
                <c:pt idx="3">
                  <c:v>3551</c:v>
                </c:pt>
                <c:pt idx="4">
                  <c:v>5119</c:v>
                </c:pt>
                <c:pt idx="5">
                  <c:v>7369</c:v>
                </c:pt>
                <c:pt idx="6">
                  <c:v>10589</c:v>
                </c:pt>
                <c:pt idx="7">
                  <c:v>15267</c:v>
                </c:pt>
                <c:pt idx="8">
                  <c:v>22016</c:v>
                </c:pt>
                <c:pt idx="9">
                  <c:v>31763</c:v>
                </c:pt>
                <c:pt idx="10">
                  <c:v>45843</c:v>
                </c:pt>
                <c:pt idx="11">
                  <c:v>66674</c:v>
                </c:pt>
                <c:pt idx="12">
                  <c:v>97726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50-4B8B-9645-CAC3960BA2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1011711"/>
        <c:axId val="711012191"/>
      </c:lineChart>
      <c:catAx>
        <c:axId val="7110117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 of Elements in std::vector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012191"/>
        <c:crosses val="autoZero"/>
        <c:auto val="1"/>
        <c:lblAlgn val="ctr"/>
        <c:lblOffset val="100"/>
        <c:noMultiLvlLbl val="0"/>
      </c:catAx>
      <c:valAx>
        <c:axId val="711012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01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/>
              <a:t>O(n*logn)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std::sort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9</c:v>
                </c:pt>
                <c:pt idx="9">
                  <c:v>11</c:v>
                </c:pt>
                <c:pt idx="10">
                  <c:v>13</c:v>
                </c:pt>
                <c:pt idx="11">
                  <c:v>16</c:v>
                </c:pt>
                <c:pt idx="1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8B-4D5A-AA33-CF0488F1CF84}"/>
            </c:ext>
          </c:extLst>
        </c:ser>
        <c:ser>
          <c:idx val="2"/>
          <c:order val="1"/>
          <c:tx>
            <c:v>HeapSort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General</c:formatCode>
                <c:ptCount val="13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  <c:pt idx="9">
                  <c:v>51595</c:v>
                </c:pt>
                <c:pt idx="10">
                  <c:v>61914</c:v>
                </c:pt>
                <c:pt idx="11">
                  <c:v>74296</c:v>
                </c:pt>
                <c:pt idx="12">
                  <c:v>89155</c:v>
                </c:pt>
              </c:numCache>
            </c:num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18</c:v>
                </c:pt>
                <c:pt idx="6">
                  <c:v>22</c:v>
                </c:pt>
                <c:pt idx="7">
                  <c:v>27</c:v>
                </c:pt>
                <c:pt idx="8">
                  <c:v>33</c:v>
                </c:pt>
                <c:pt idx="9">
                  <c:v>41</c:v>
                </c:pt>
                <c:pt idx="10">
                  <c:v>50</c:v>
                </c:pt>
                <c:pt idx="11">
                  <c:v>61</c:v>
                </c:pt>
                <c:pt idx="12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8B-4D5A-AA33-CF0488F1C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852159"/>
        <c:axId val="1253854079"/>
      </c:lineChart>
      <c:catAx>
        <c:axId val="12538521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Number</a:t>
                </a:r>
                <a:r>
                  <a:rPr lang="en-US" sz="2400" baseline="0"/>
                  <a:t> of Elements in std::vector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54079"/>
        <c:crosses val="autoZero"/>
        <c:auto val="1"/>
        <c:lblAlgn val="ctr"/>
        <c:lblOffset val="100"/>
        <c:noMultiLvlLbl val="0"/>
      </c:catAx>
      <c:valAx>
        <c:axId val="1253854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852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Insertion Sort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vector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Sheet1!$B$29:$B$37</c:f>
              <c:numCache>
                <c:formatCode>General</c:formatCode>
                <c:ptCount val="9"/>
                <c:pt idx="0">
                  <c:v>263</c:v>
                </c:pt>
                <c:pt idx="1">
                  <c:v>375</c:v>
                </c:pt>
                <c:pt idx="2">
                  <c:v>539</c:v>
                </c:pt>
                <c:pt idx="3">
                  <c:v>784</c:v>
                </c:pt>
                <c:pt idx="4">
                  <c:v>1132</c:v>
                </c:pt>
                <c:pt idx="5">
                  <c:v>1620</c:v>
                </c:pt>
                <c:pt idx="6">
                  <c:v>2322</c:v>
                </c:pt>
                <c:pt idx="7">
                  <c:v>3344</c:v>
                </c:pt>
                <c:pt idx="8">
                  <c:v>4801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54-4B7C-8127-05C472C31267}"/>
            </c:ext>
          </c:extLst>
        </c:ser>
        <c:ser>
          <c:idx val="3"/>
          <c:order val="2"/>
          <c:tx>
            <c:v>list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Sheet1!$D$29:$D$37</c:f>
              <c:numCache>
                <c:formatCode>General</c:formatCode>
                <c:ptCount val="9"/>
                <c:pt idx="0">
                  <c:v>538</c:v>
                </c:pt>
                <c:pt idx="1">
                  <c:v>775</c:v>
                </c:pt>
                <c:pt idx="2">
                  <c:v>1098</c:v>
                </c:pt>
                <c:pt idx="3">
                  <c:v>1584</c:v>
                </c:pt>
                <c:pt idx="4">
                  <c:v>2294</c:v>
                </c:pt>
                <c:pt idx="5">
                  <c:v>3295</c:v>
                </c:pt>
                <c:pt idx="6">
                  <c:v>4738</c:v>
                </c:pt>
                <c:pt idx="7">
                  <c:v>6849</c:v>
                </c:pt>
                <c:pt idx="8">
                  <c:v>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54-4B7C-8127-05C472C31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6957743"/>
        <c:axId val="1166958703"/>
        <c:extLst>
          <c:ext xmlns:c15="http://schemas.microsoft.com/office/drawing/2012/chart" uri="{02D57815-91ED-43cb-92C2-25804820EDAC}">
            <c15:filteredLineSeries>
              <c15:ser>
                <c:idx val="2"/>
                <c:order val="1"/>
                <c:tx>
                  <c:v>deque</c:v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Sheet1!$A$29:$A$37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10000</c:v>
                      </c:pt>
                      <c:pt idx="1">
                        <c:v>12000</c:v>
                      </c:pt>
                      <c:pt idx="2">
                        <c:v>14400</c:v>
                      </c:pt>
                      <c:pt idx="3">
                        <c:v>17280</c:v>
                      </c:pt>
                      <c:pt idx="4">
                        <c:v>20736</c:v>
                      </c:pt>
                      <c:pt idx="5">
                        <c:v>24883</c:v>
                      </c:pt>
                      <c:pt idx="6">
                        <c:v>29859</c:v>
                      </c:pt>
                      <c:pt idx="7">
                        <c:v>35830</c:v>
                      </c:pt>
                      <c:pt idx="8">
                        <c:v>42996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Sheet1!$C$29:$C$37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276</c:v>
                      </c:pt>
                      <c:pt idx="1">
                        <c:v>396</c:v>
                      </c:pt>
                      <c:pt idx="2">
                        <c:v>568</c:v>
                      </c:pt>
                      <c:pt idx="3">
                        <c:v>822</c:v>
                      </c:pt>
                      <c:pt idx="4">
                        <c:v>1186</c:v>
                      </c:pt>
                      <c:pt idx="5">
                        <c:v>1703</c:v>
                      </c:pt>
                      <c:pt idx="6">
                        <c:v>2456</c:v>
                      </c:pt>
                      <c:pt idx="7">
                        <c:v>3503</c:v>
                      </c:pt>
                      <c:pt idx="8">
                        <c:v>5087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454-4B7C-8127-05C472C31267}"/>
                  </c:ext>
                </c:extLst>
              </c15:ser>
            </c15:filteredLineSeries>
          </c:ext>
        </c:extLst>
      </c:lineChart>
      <c:catAx>
        <c:axId val="1166957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Number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6958703"/>
        <c:crosses val="autoZero"/>
        <c:auto val="1"/>
        <c:lblAlgn val="ctr"/>
        <c:lblOffset val="100"/>
        <c:noMultiLvlLbl val="0"/>
      </c:catAx>
      <c:valAx>
        <c:axId val="1166958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Time 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6957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Heap Sort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vector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Sheet1!$E$29:$E$37</c:f>
              <c:numCache>
                <c:formatCode>General</c:formatCode>
                <c:ptCount val="9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11</c:v>
                </c:pt>
                <c:pt idx="4">
                  <c:v>14</c:v>
                </c:pt>
                <c:pt idx="5">
                  <c:v>17</c:v>
                </c:pt>
                <c:pt idx="6">
                  <c:v>21</c:v>
                </c:pt>
                <c:pt idx="7">
                  <c:v>26</c:v>
                </c:pt>
                <c:pt idx="8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29-44A8-83DB-7932823EE604}"/>
            </c:ext>
          </c:extLst>
        </c:ser>
        <c:ser>
          <c:idx val="3"/>
          <c:order val="2"/>
          <c:tx>
            <c:v>list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Sheet1!$A$29:$A$37</c:f>
              <c:numCache>
                <c:formatCode>General</c:formatCode>
                <c:ptCount val="9"/>
                <c:pt idx="0">
                  <c:v>10000</c:v>
                </c:pt>
                <c:pt idx="1">
                  <c:v>12000</c:v>
                </c:pt>
                <c:pt idx="2">
                  <c:v>14400</c:v>
                </c:pt>
                <c:pt idx="3">
                  <c:v>17280</c:v>
                </c:pt>
                <c:pt idx="4">
                  <c:v>20736</c:v>
                </c:pt>
                <c:pt idx="5">
                  <c:v>24883</c:v>
                </c:pt>
                <c:pt idx="6">
                  <c:v>29859</c:v>
                </c:pt>
                <c:pt idx="7">
                  <c:v>35830</c:v>
                </c:pt>
                <c:pt idx="8">
                  <c:v>42996</c:v>
                </c:pt>
              </c:numCache>
            </c:numRef>
          </c:cat>
          <c:val>
            <c:numRef>
              <c:f>Sheet1!$G$29:$G$37</c:f>
              <c:numCache>
                <c:formatCode>General</c:formatCode>
                <c:ptCount val="9"/>
                <c:pt idx="0">
                  <c:v>1321</c:v>
                </c:pt>
                <c:pt idx="1">
                  <c:v>2005</c:v>
                </c:pt>
                <c:pt idx="2">
                  <c:v>2876</c:v>
                </c:pt>
                <c:pt idx="3">
                  <c:v>4868</c:v>
                </c:pt>
                <c:pt idx="4">
                  <c:v>6678</c:v>
                </c:pt>
                <c:pt idx="5">
                  <c:v>10512</c:v>
                </c:pt>
                <c:pt idx="6">
                  <c:v>13567</c:v>
                </c:pt>
                <c:pt idx="7">
                  <c:v>18834</c:v>
                </c:pt>
                <c:pt idx="8">
                  <c:v>36754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29-44A8-83DB-7932823EE6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50243503"/>
        <c:axId val="1250242063"/>
        <c:extLst>
          <c:ext xmlns:c15="http://schemas.microsoft.com/office/drawing/2012/chart" uri="{02D57815-91ED-43cb-92C2-25804820EDAC}">
            <c15:filteredLineSeries>
              <c15:ser>
                <c:idx val="2"/>
                <c:order val="1"/>
                <c:tx>
                  <c:v>deque</c:v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2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Sheet1!$A$29:$A$37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10000</c:v>
                      </c:pt>
                      <c:pt idx="1">
                        <c:v>12000</c:v>
                      </c:pt>
                      <c:pt idx="2">
                        <c:v>14400</c:v>
                      </c:pt>
                      <c:pt idx="3">
                        <c:v>17280</c:v>
                      </c:pt>
                      <c:pt idx="4">
                        <c:v>20736</c:v>
                      </c:pt>
                      <c:pt idx="5">
                        <c:v>24883</c:v>
                      </c:pt>
                      <c:pt idx="6">
                        <c:v>29859</c:v>
                      </c:pt>
                      <c:pt idx="7">
                        <c:v>35830</c:v>
                      </c:pt>
                      <c:pt idx="8">
                        <c:v>42996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Sheet1!$F$29:$F$37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15</c:v>
                      </c:pt>
                      <c:pt idx="1">
                        <c:v>18</c:v>
                      </c:pt>
                      <c:pt idx="2">
                        <c:v>22</c:v>
                      </c:pt>
                      <c:pt idx="3">
                        <c:v>27</c:v>
                      </c:pt>
                      <c:pt idx="4">
                        <c:v>34</c:v>
                      </c:pt>
                      <c:pt idx="5">
                        <c:v>41</c:v>
                      </c:pt>
                      <c:pt idx="6">
                        <c:v>50</c:v>
                      </c:pt>
                      <c:pt idx="7">
                        <c:v>62</c:v>
                      </c:pt>
                      <c:pt idx="8">
                        <c:v>76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8329-44A8-83DB-7932823EE604}"/>
                  </c:ext>
                </c:extLst>
              </c15:ser>
            </c15:filteredLineSeries>
          </c:ext>
        </c:extLst>
      </c:lineChart>
      <c:catAx>
        <c:axId val="12502435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Elements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0242063"/>
        <c:crosses val="autoZero"/>
        <c:auto val="1"/>
        <c:lblAlgn val="ctr"/>
        <c:lblOffset val="100"/>
        <c:noMultiLvlLbl val="0"/>
      </c:catAx>
      <c:valAx>
        <c:axId val="1250242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024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761302-01C4-4AF8-A427-7F7297056A5F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mc:AlternateContent xmlns:mc="http://schemas.openxmlformats.org/markup-compatibility/2006">
      <mc:Choice xmlns:a14="http://schemas.microsoft.com/office/drawing/2010/main" Requires="a14">
        <dgm:pt modelId="{AE1E9C49-6A58-44D7-9672-52D87810359A}">
          <dgm:prSet phldrT="[Text]"/>
          <dgm:spPr/>
          <dgm:t>
            <a:bodyPr/>
            <a:lstStyle/>
            <a:p>
              <a:r>
                <a:rPr lang="en-US" dirty="0"/>
                <a:t>Worst-case running time: </a:t>
              </a:r>
              <a14:m>
                <m:oMath xmlns:m="http://schemas.openxmlformats.org/officeDocument/2006/math">
                  <m:r>
                    <a:rPr lang="el-GR">
                      <a:latin typeface="Cambria Math" panose="02040503050406030204" pitchFamily="18" charset="0"/>
                    </a:rPr>
                    <m:t>𝛩</m:t>
                  </m:r>
                  <m:d>
                    <m:d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e>
                  </m:d>
                </m:oMath>
              </a14:m>
              <a:endParaRPr lang="en-US" dirty="0"/>
            </a:p>
          </dgm:t>
        </dgm:pt>
      </mc:Choice>
      <mc:Fallback>
        <dgm:pt modelId="{AE1E9C49-6A58-44D7-9672-52D87810359A}">
          <dgm:prSet phldrT="[Text]"/>
          <dgm:spPr/>
          <dgm:t>
            <a:bodyPr/>
            <a:lstStyle/>
            <a:p>
              <a:r>
                <a:rPr lang="en-US" dirty="0"/>
                <a:t>Worst-case running time: </a:t>
              </a:r>
              <a:r>
                <a:rPr lang="el-GR" i="0">
                  <a:latin typeface="Cambria Math" panose="02040503050406030204" pitchFamily="18" charset="0"/>
                </a:rPr>
                <a:t>𝛩</a:t>
              </a:r>
              <a:r>
                <a:rPr lang="en-US" i="0">
                  <a:latin typeface="Cambria Math" panose="02040503050406030204" pitchFamily="18" charset="0"/>
                </a:rPr>
                <a:t>(𝑛^2 )</a:t>
              </a:r>
              <a:endParaRPr lang="en-US" dirty="0"/>
            </a:p>
          </dgm:t>
        </dgm:pt>
      </mc:Fallback>
    </mc:AlternateContent>
    <dgm:pt modelId="{18167A1A-8F2B-40B8-B735-4EFF752D2F84}" type="parTrans" cxnId="{0C751366-46E4-4A43-A39D-49870F0245B9}">
      <dgm:prSet/>
      <dgm:spPr/>
      <dgm:t>
        <a:bodyPr/>
        <a:lstStyle/>
        <a:p>
          <a:endParaRPr lang="en-US"/>
        </a:p>
      </dgm:t>
    </dgm:pt>
    <dgm:pt modelId="{E48DA155-C1A6-480A-AA40-6D279C9B21FB}" type="sibTrans" cxnId="{0C751366-46E4-4A43-A39D-49870F0245B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04F806FB-42F9-4988-965E-F51156A2D78F}">
          <dgm:prSet phldrT="[Text]" custT="1"/>
          <dgm:spPr/>
          <dgm:t>
            <a:bodyPr/>
            <a:lstStyle/>
            <a:p>
              <a:r>
                <a:rPr lang="en-US" sz="6300" kern="1200" dirty="0"/>
                <a:t>Average-case running time: </a:t>
              </a:r>
              <a14:m>
                <m:oMath xmlns:m="http://schemas.openxmlformats.org/officeDocument/2006/math">
                  <m:r>
                    <a:rPr lang="el-GR" sz="6300" kern="1200" smtClean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  <m:t>𝛩</m:t>
                  </m:r>
                  <m:d>
                    <m:dPr>
                      <m:ctrlPr>
                        <a:rPr lang="en-US" sz="6300" kern="1200" smtClean="0">
                          <a:solidFill>
                            <a:prstClr val="white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</m:ctrlPr>
                    </m:dPr>
                    <m:e>
                      <m:r>
                        <a:rPr lang="en-US" sz="6300" kern="1200" smtClean="0">
                          <a:solidFill>
                            <a:prstClr val="white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m:t>𝑛</m:t>
                      </m:r>
                      <m:func>
                        <m:funcPr>
                          <m:ctrlPr>
                            <a:rPr lang="en-US" sz="6300" kern="1200" smtClean="0">
                              <a:solidFill>
                                <a:prstClr val="white"/>
                              </a:solidFill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6300" kern="1200" smtClean="0">
                              <a:solidFill>
                                <a:prstClr val="white"/>
                              </a:solidFill>
                              <a:latin typeface="Calibri" panose="020F0502020204030204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r>
                            <a:rPr lang="en-US" sz="6300" kern="1200" smtClean="0">
                              <a:solidFill>
                                <a:prstClr val="white"/>
                              </a:solidFill>
                              <a:latin typeface="Calibri" panose="020F0502020204030204"/>
                              <a:ea typeface="+mn-ea"/>
                              <a:cs typeface="+mn-cs"/>
                            </a:rPr>
                            <m:t>𝑛</m:t>
                          </m:r>
                        </m:e>
                      </m:func>
                    </m:e>
                  </m:d>
                </m:oMath>
              </a14:m>
              <a:endParaRPr lang="en-US" sz="63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dgm:t>
        </dgm:pt>
      </mc:Choice>
      <mc:Fallback>
        <dgm:pt modelId="{04F806FB-42F9-4988-965E-F51156A2D78F}">
          <dgm:prSet phldrT="[Text]" custT="1"/>
          <dgm:spPr/>
          <dgm:t>
            <a:bodyPr/>
            <a:lstStyle/>
            <a:p>
              <a:r>
                <a:rPr lang="en-US" sz="6300" kern="1200" dirty="0"/>
                <a:t>Average-case running time: </a:t>
              </a:r>
              <a:r>
                <a:rPr lang="el-GR" sz="6300" i="0" kern="12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𝛩</a:t>
              </a:r>
              <a:r>
                <a:rPr lang="en-US" sz="6300" i="0" kern="120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a:t>(𝑛 log⁡𝑛 )</a:t>
              </a:r>
              <a:endParaRPr lang="en-US" sz="63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endParaRPr>
            </a:p>
          </dgm:t>
        </dgm:pt>
      </mc:Fallback>
    </mc:AlternateContent>
    <dgm:pt modelId="{85966AC9-565B-4A8D-B84F-38B0051FEFF4}" type="parTrans" cxnId="{6500F916-617B-41BE-9C0A-63F3BF4D25E3}">
      <dgm:prSet/>
      <dgm:spPr/>
      <dgm:t>
        <a:bodyPr/>
        <a:lstStyle/>
        <a:p>
          <a:endParaRPr lang="en-US"/>
        </a:p>
      </dgm:t>
    </dgm:pt>
    <dgm:pt modelId="{35386B41-3736-4F9F-AB57-74FD87187181}" type="sibTrans" cxnId="{6500F916-617B-41BE-9C0A-63F3BF4D25E3}">
      <dgm:prSet/>
      <dgm:spPr/>
      <dgm:t>
        <a:bodyPr/>
        <a:lstStyle/>
        <a:p>
          <a:endParaRPr lang="en-US"/>
        </a:p>
      </dgm:t>
    </dgm:pt>
    <dgm:pt modelId="{8AA52ABC-D661-4FC3-9CA5-08D2026508BB}" type="pres">
      <dgm:prSet presAssocID="{15761302-01C4-4AF8-A427-7F7297056A5F}" presName="Name0" presStyleCnt="0">
        <dgm:presLayoutVars>
          <dgm:resizeHandles/>
        </dgm:presLayoutVars>
      </dgm:prSet>
      <dgm:spPr/>
    </dgm:pt>
    <dgm:pt modelId="{DD56B9BA-CF89-49C9-9843-270C03CA03C9}" type="pres">
      <dgm:prSet presAssocID="{AE1E9C49-6A58-44D7-9672-52D87810359A}" presName="text" presStyleLbl="node1" presStyleIdx="0" presStyleCnt="2" custScaleX="157892">
        <dgm:presLayoutVars>
          <dgm:bulletEnabled val="1"/>
        </dgm:presLayoutVars>
      </dgm:prSet>
      <dgm:spPr/>
    </dgm:pt>
    <dgm:pt modelId="{45A08A30-5205-40C4-AF78-A28B22108190}" type="pres">
      <dgm:prSet presAssocID="{E48DA155-C1A6-480A-AA40-6D279C9B21FB}" presName="space" presStyleCnt="0"/>
      <dgm:spPr/>
    </dgm:pt>
    <dgm:pt modelId="{86DE960A-B729-4FBF-A4AD-5A541DD50682}" type="pres">
      <dgm:prSet presAssocID="{04F806FB-42F9-4988-965E-F51156A2D78F}" presName="text" presStyleLbl="node1" presStyleIdx="1" presStyleCnt="2" custScaleX="143659">
        <dgm:presLayoutVars>
          <dgm:bulletEnabled val="1"/>
        </dgm:presLayoutVars>
      </dgm:prSet>
      <dgm:spPr/>
    </dgm:pt>
  </dgm:ptLst>
  <dgm:cxnLst>
    <dgm:cxn modelId="{6500F916-617B-41BE-9C0A-63F3BF4D25E3}" srcId="{15761302-01C4-4AF8-A427-7F7297056A5F}" destId="{04F806FB-42F9-4988-965E-F51156A2D78F}" srcOrd="1" destOrd="0" parTransId="{85966AC9-565B-4A8D-B84F-38B0051FEFF4}" sibTransId="{35386B41-3736-4F9F-AB57-74FD87187181}"/>
    <dgm:cxn modelId="{0C751366-46E4-4A43-A39D-49870F0245B9}" srcId="{15761302-01C4-4AF8-A427-7F7297056A5F}" destId="{AE1E9C49-6A58-44D7-9672-52D87810359A}" srcOrd="0" destOrd="0" parTransId="{18167A1A-8F2B-40B8-B735-4EFF752D2F84}" sibTransId="{E48DA155-C1A6-480A-AA40-6D279C9B21FB}"/>
    <dgm:cxn modelId="{2A7D1B54-B4D2-46A7-BF52-65022150A03B}" type="presOf" srcId="{04F806FB-42F9-4988-965E-F51156A2D78F}" destId="{86DE960A-B729-4FBF-A4AD-5A541DD50682}" srcOrd="0" destOrd="0" presId="urn:diagrams.loki3.com/VaryingWidthList"/>
    <dgm:cxn modelId="{0DCC47E2-BA7C-46F9-87CE-52DBE060F6C4}" type="presOf" srcId="{AE1E9C49-6A58-44D7-9672-52D87810359A}" destId="{DD56B9BA-CF89-49C9-9843-270C03CA03C9}" srcOrd="0" destOrd="0" presId="urn:diagrams.loki3.com/VaryingWidthList"/>
    <dgm:cxn modelId="{5DF9BDE2-FAC0-4B46-B4DA-6AE6A8976A4B}" type="presOf" srcId="{15761302-01C4-4AF8-A427-7F7297056A5F}" destId="{8AA52ABC-D661-4FC3-9CA5-08D2026508BB}" srcOrd="0" destOrd="0" presId="urn:diagrams.loki3.com/VaryingWidthList"/>
    <dgm:cxn modelId="{27F432DC-168D-4B8A-B2A1-45B20CCD68D6}" type="presParOf" srcId="{8AA52ABC-D661-4FC3-9CA5-08D2026508BB}" destId="{DD56B9BA-CF89-49C9-9843-270C03CA03C9}" srcOrd="0" destOrd="0" presId="urn:diagrams.loki3.com/VaryingWidthList"/>
    <dgm:cxn modelId="{E7C3ED31-2C3C-45A7-9768-0A53E6F528AE}" type="presParOf" srcId="{8AA52ABC-D661-4FC3-9CA5-08D2026508BB}" destId="{45A08A30-5205-40C4-AF78-A28B22108190}" srcOrd="1" destOrd="0" presId="urn:diagrams.loki3.com/VaryingWidthList"/>
    <dgm:cxn modelId="{9F466C71-A423-4B89-AA21-AFA703D3990E}" type="presParOf" srcId="{8AA52ABC-D661-4FC3-9CA5-08D2026508BB}" destId="{86DE960A-B729-4FBF-A4AD-5A541DD50682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761302-01C4-4AF8-A427-7F7297056A5F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AE1E9C49-6A58-44D7-9672-52D87810359A}">
      <dgm:prSet phldrT="[Text]"/>
      <dgm:spPr>
        <a:blipFill>
          <a:blip xmlns:r="http://schemas.openxmlformats.org/officeDocument/2006/relationships" r:embed="rId1"/>
          <a:stretch>
            <a:fillRect t="-738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8167A1A-8F2B-40B8-B735-4EFF752D2F84}" type="parTrans" cxnId="{0C751366-46E4-4A43-A39D-49870F0245B9}">
      <dgm:prSet/>
      <dgm:spPr/>
      <dgm:t>
        <a:bodyPr/>
        <a:lstStyle/>
        <a:p>
          <a:endParaRPr lang="en-US"/>
        </a:p>
      </dgm:t>
    </dgm:pt>
    <dgm:pt modelId="{E48DA155-C1A6-480A-AA40-6D279C9B21FB}" type="sibTrans" cxnId="{0C751366-46E4-4A43-A39D-49870F0245B9}">
      <dgm:prSet/>
      <dgm:spPr/>
      <dgm:t>
        <a:bodyPr/>
        <a:lstStyle/>
        <a:p>
          <a:endParaRPr lang="en-US"/>
        </a:p>
      </dgm:t>
    </dgm:pt>
    <dgm:pt modelId="{04F806FB-42F9-4988-965E-F51156A2D78F}">
      <dgm:prSet phldrT="[Text]" custT="1"/>
      <dgm:spPr>
        <a:blipFill>
          <a:blip xmlns:r="http://schemas.openxmlformats.org/officeDocument/2006/relationships" r:embed="rId2"/>
          <a:stretch>
            <a:fillRect t="-740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5966AC9-565B-4A8D-B84F-38B0051FEFF4}" type="parTrans" cxnId="{6500F916-617B-41BE-9C0A-63F3BF4D25E3}">
      <dgm:prSet/>
      <dgm:spPr/>
      <dgm:t>
        <a:bodyPr/>
        <a:lstStyle/>
        <a:p>
          <a:endParaRPr lang="en-US"/>
        </a:p>
      </dgm:t>
    </dgm:pt>
    <dgm:pt modelId="{35386B41-3736-4F9F-AB57-74FD87187181}" type="sibTrans" cxnId="{6500F916-617B-41BE-9C0A-63F3BF4D25E3}">
      <dgm:prSet/>
      <dgm:spPr/>
      <dgm:t>
        <a:bodyPr/>
        <a:lstStyle/>
        <a:p>
          <a:endParaRPr lang="en-US"/>
        </a:p>
      </dgm:t>
    </dgm:pt>
    <dgm:pt modelId="{8AA52ABC-D661-4FC3-9CA5-08D2026508BB}" type="pres">
      <dgm:prSet presAssocID="{15761302-01C4-4AF8-A427-7F7297056A5F}" presName="Name0" presStyleCnt="0">
        <dgm:presLayoutVars>
          <dgm:resizeHandles/>
        </dgm:presLayoutVars>
      </dgm:prSet>
      <dgm:spPr/>
    </dgm:pt>
    <dgm:pt modelId="{DD56B9BA-CF89-49C9-9843-270C03CA03C9}" type="pres">
      <dgm:prSet presAssocID="{AE1E9C49-6A58-44D7-9672-52D87810359A}" presName="text" presStyleLbl="node1" presStyleIdx="0" presStyleCnt="2" custScaleX="157892">
        <dgm:presLayoutVars>
          <dgm:bulletEnabled val="1"/>
        </dgm:presLayoutVars>
      </dgm:prSet>
      <dgm:spPr/>
    </dgm:pt>
    <dgm:pt modelId="{45A08A30-5205-40C4-AF78-A28B22108190}" type="pres">
      <dgm:prSet presAssocID="{E48DA155-C1A6-480A-AA40-6D279C9B21FB}" presName="space" presStyleCnt="0"/>
      <dgm:spPr/>
    </dgm:pt>
    <dgm:pt modelId="{86DE960A-B729-4FBF-A4AD-5A541DD50682}" type="pres">
      <dgm:prSet presAssocID="{04F806FB-42F9-4988-965E-F51156A2D78F}" presName="text" presStyleLbl="node1" presStyleIdx="1" presStyleCnt="2" custScaleX="143659">
        <dgm:presLayoutVars>
          <dgm:bulletEnabled val="1"/>
        </dgm:presLayoutVars>
      </dgm:prSet>
      <dgm:spPr/>
    </dgm:pt>
  </dgm:ptLst>
  <dgm:cxnLst>
    <dgm:cxn modelId="{6500F916-617B-41BE-9C0A-63F3BF4D25E3}" srcId="{15761302-01C4-4AF8-A427-7F7297056A5F}" destId="{04F806FB-42F9-4988-965E-F51156A2D78F}" srcOrd="1" destOrd="0" parTransId="{85966AC9-565B-4A8D-B84F-38B0051FEFF4}" sibTransId="{35386B41-3736-4F9F-AB57-74FD87187181}"/>
    <dgm:cxn modelId="{0C751366-46E4-4A43-A39D-49870F0245B9}" srcId="{15761302-01C4-4AF8-A427-7F7297056A5F}" destId="{AE1E9C49-6A58-44D7-9672-52D87810359A}" srcOrd="0" destOrd="0" parTransId="{18167A1A-8F2B-40B8-B735-4EFF752D2F84}" sibTransId="{E48DA155-C1A6-480A-AA40-6D279C9B21FB}"/>
    <dgm:cxn modelId="{2A7D1B54-B4D2-46A7-BF52-65022150A03B}" type="presOf" srcId="{04F806FB-42F9-4988-965E-F51156A2D78F}" destId="{86DE960A-B729-4FBF-A4AD-5A541DD50682}" srcOrd="0" destOrd="0" presId="urn:diagrams.loki3.com/VaryingWidthList"/>
    <dgm:cxn modelId="{0DCC47E2-BA7C-46F9-87CE-52DBE060F6C4}" type="presOf" srcId="{AE1E9C49-6A58-44D7-9672-52D87810359A}" destId="{DD56B9BA-CF89-49C9-9843-270C03CA03C9}" srcOrd="0" destOrd="0" presId="urn:diagrams.loki3.com/VaryingWidthList"/>
    <dgm:cxn modelId="{5DF9BDE2-FAC0-4B46-B4DA-6AE6A8976A4B}" type="presOf" srcId="{15761302-01C4-4AF8-A427-7F7297056A5F}" destId="{8AA52ABC-D661-4FC3-9CA5-08D2026508BB}" srcOrd="0" destOrd="0" presId="urn:diagrams.loki3.com/VaryingWidthList"/>
    <dgm:cxn modelId="{27F432DC-168D-4B8A-B2A1-45B20CCD68D6}" type="presParOf" srcId="{8AA52ABC-D661-4FC3-9CA5-08D2026508BB}" destId="{DD56B9BA-CF89-49C9-9843-270C03CA03C9}" srcOrd="0" destOrd="0" presId="urn:diagrams.loki3.com/VaryingWidthList"/>
    <dgm:cxn modelId="{E7C3ED31-2C3C-45A7-9768-0A53E6F528AE}" type="presParOf" srcId="{8AA52ABC-D661-4FC3-9CA5-08D2026508BB}" destId="{45A08A30-5205-40C4-AF78-A28B22108190}" srcOrd="1" destOrd="0" presId="urn:diagrams.loki3.com/VaryingWidthList"/>
    <dgm:cxn modelId="{9F466C71-A423-4B89-AA21-AFA703D3990E}" type="presParOf" srcId="{8AA52ABC-D661-4FC3-9CA5-08D2026508BB}" destId="{86DE960A-B729-4FBF-A4AD-5A541DD50682}" srcOrd="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6B9BA-CF89-49C9-9843-270C03CA03C9}">
      <dsp:nvSpPr>
        <dsp:cNvPr id="0" name=""/>
        <dsp:cNvSpPr/>
      </dsp:nvSpPr>
      <dsp:spPr>
        <a:xfrm>
          <a:off x="0" y="53"/>
          <a:ext cx="10515600" cy="21225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Worst-case running time: </a:t>
          </a:r>
          <a14:m xmlns:a14="http://schemas.microsoft.com/office/drawing/2010/main">
            <m:oMath xmlns:m="http://schemas.openxmlformats.org/officeDocument/2006/math">
              <m:r>
                <a:rPr lang="el-GR" sz="6300" kern="1200">
                  <a:latin typeface="Cambria Math" panose="02040503050406030204" pitchFamily="18" charset="0"/>
                </a:rPr>
                <m:t>𝛩</m:t>
              </m:r>
              <m:d>
                <m:dPr>
                  <m:ctrlPr>
                    <a:rPr lang="en-US" sz="6300" i="1" kern="120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US" sz="630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6300" kern="1200">
                          <a:latin typeface="Cambria Math" panose="02040503050406030204" pitchFamily="18" charset="0"/>
                        </a:rPr>
                        <m:t>𝑛</m:t>
                      </m:r>
                    </m:e>
                    <m:sup>
                      <m:r>
                        <a:rPr lang="en-US" sz="6300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e>
              </m:d>
            </m:oMath>
          </a14:m>
          <a:endParaRPr lang="en-US" sz="6300" kern="1200" dirty="0"/>
        </a:p>
      </dsp:txBody>
      <dsp:txXfrm>
        <a:off x="0" y="53"/>
        <a:ext cx="10515600" cy="2122552"/>
      </dsp:txXfrm>
    </dsp:sp>
    <dsp:sp modelId="{86DE960A-B729-4FBF-A4AD-5A541DD50682}">
      <dsp:nvSpPr>
        <dsp:cNvPr id="0" name=""/>
        <dsp:cNvSpPr/>
      </dsp:nvSpPr>
      <dsp:spPr>
        <a:xfrm>
          <a:off x="15" y="2228732"/>
          <a:ext cx="10515569" cy="21225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/>
            <a:t>Average-case running time: </a:t>
          </a:r>
          <a14:m xmlns:a14="http://schemas.microsoft.com/office/drawing/2010/main">
            <m:oMath xmlns:m="http://schemas.openxmlformats.org/officeDocument/2006/math">
              <m:r>
                <a:rPr lang="el-GR" sz="6300" kern="1200" smtClean="0">
                  <a:solidFill>
                    <a:prstClr val="white"/>
                  </a:solidFill>
                  <a:latin typeface="Calibri" panose="020F0502020204030204"/>
                  <a:ea typeface="+mn-ea"/>
                  <a:cs typeface="+mn-cs"/>
                </a:rPr>
                <m:t>𝛩</m:t>
              </m:r>
              <m:d>
                <m:dPr>
                  <m:ctrlPr>
                    <a:rPr lang="en-US" sz="6300" kern="1200" smtClean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</m:ctrlPr>
                </m:dPr>
                <m:e>
                  <m:r>
                    <a:rPr lang="en-US" sz="6300" kern="1200" smtClean="0">
                      <a:solidFill>
                        <a:prstClr val="white"/>
                      </a:solidFill>
                      <a:latin typeface="Calibri" panose="020F0502020204030204"/>
                      <a:ea typeface="+mn-ea"/>
                      <a:cs typeface="+mn-cs"/>
                    </a:rPr>
                    <m:t>𝑛</m:t>
                  </m:r>
                  <m:func>
                    <m:funcPr>
                      <m:ctrlPr>
                        <a:rPr lang="en-US" sz="6300" kern="1200" smtClean="0">
                          <a:solidFill>
                            <a:prstClr val="white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</m:ctrlPr>
                    </m:funcPr>
                    <m:fName>
                      <m:r>
                        <m:rPr>
                          <m:sty m:val="p"/>
                        </m:rPr>
                        <a:rPr lang="en-US" sz="6300" kern="1200" smtClean="0">
                          <a:solidFill>
                            <a:prstClr val="white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m:t>log</m:t>
                      </m:r>
                    </m:fName>
                    <m:e>
                      <m:r>
                        <a:rPr lang="en-US" sz="6300" kern="1200" smtClean="0">
                          <a:solidFill>
                            <a:prstClr val="white"/>
                          </a:solidFill>
                          <a:latin typeface="Calibri" panose="020F0502020204030204"/>
                          <a:ea typeface="+mn-ea"/>
                          <a:cs typeface="+mn-cs"/>
                        </a:rPr>
                        <m:t>𝑛</m:t>
                      </m:r>
                    </m:e>
                  </m:func>
                </m:e>
              </m:d>
            </m:oMath>
          </a14:m>
          <a:endParaRPr lang="en-US" sz="63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5" y="2228732"/>
        <a:ext cx="10515569" cy="2122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Outer loop</a:t>
            </a:r>
            <a:r>
              <a:rPr lang="en-US" dirty="0"/>
              <a:t> runs for </a:t>
            </a:r>
            <a:r>
              <a:rPr lang="en-US" dirty="0" err="1"/>
              <a:t>A.length</a:t>
            </a:r>
            <a:r>
              <a:rPr lang="en-US" dirty="0"/>
              <a:t> elements</a:t>
            </a:r>
          </a:p>
          <a:p>
            <a:r>
              <a:rPr lang="en-US" b="1" dirty="0"/>
              <a:t>Inner loop</a:t>
            </a:r>
            <a:r>
              <a:rPr lang="en-US" dirty="0"/>
              <a:t> compares adjacent elements and swaps them if they are in the wrong order.</a:t>
            </a:r>
          </a:p>
          <a:p>
            <a:r>
              <a:rPr lang="en-US" b="1" dirty="0"/>
              <a:t>Optimization</a:t>
            </a:r>
            <a:r>
              <a:rPr lang="en-US" dirty="0"/>
              <a:t>: If no swaps occur in a full pass, the array is already sorted, and we can break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56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9DB9-DBEB-3541-AA9A-06E2E99A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1B5F5-484E-A700-8008-9088C9D20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04A4A-5F60-484A-3F28-71F43F708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5D113-00E6-2DE3-B0FA-92433D7A5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9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0570-4B0E-6F2E-5E2F-ABE5640B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C23CF-64D9-92BB-B696-BB46D26F4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B6807-11E5-EBD0-E7F3-94E979983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Bubble Sort works by repeatedly swapping adjacent elements if they are in the wrong order. After each full pass, the largest unsorted element "bubbles up" to its correct position.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CA8CD-4E27-0A92-6978-284C91DC8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92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8254-2B0C-50F7-9161-613F6F0E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087F8-38D2-D391-4A13-232D037BC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6A3B5-9CA0-3BFF-926A-980DE3A0F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case: inverse sorted</a:t>
            </a:r>
          </a:p>
          <a:p>
            <a:r>
              <a:rPr lang="en-US" dirty="0"/>
              <a:t>Best case: sorted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BC83-56F5-2D8C-5FA7-A66BE5476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23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Bubble Sort is </a:t>
            </a:r>
            <a:r>
              <a:rPr lang="en-US" b="1" dirty="0"/>
              <a:t>stable</a:t>
            </a:r>
            <a:r>
              <a:rPr lang="en-US" dirty="0"/>
              <a:t> (it does not change the relative order of equal elements), which is useful in some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97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latin typeface="MT2MIT"/>
              </a:rPr>
              <a:t>A:</a:t>
            </a:r>
            <a:r>
              <a:rPr lang="en-US" sz="1800" b="1" i="1" u="none" strike="noStrike" baseline="0" dirty="0">
                <a:latin typeface="Times-Italic"/>
              </a:rPr>
              <a:t>length</a:t>
            </a:r>
            <a:r>
              <a:rPr lang="en-US" sz="1800" b="0" i="0" u="none" strike="noStrike" baseline="0" dirty="0">
                <a:latin typeface="Times-Roman"/>
              </a:rPr>
              <a:t>, which (as usual) gives the number of elements in the array, and</a:t>
            </a:r>
          </a:p>
          <a:p>
            <a:pPr algn="l"/>
            <a:r>
              <a:rPr lang="en-US" sz="1800" b="1" i="0" u="none" strike="noStrike" baseline="0" dirty="0">
                <a:latin typeface="MT2MIT"/>
              </a:rPr>
              <a:t>A:</a:t>
            </a:r>
            <a:r>
              <a:rPr lang="en-US" sz="1800" b="1" i="1" u="none" strike="noStrike" baseline="0" dirty="0">
                <a:latin typeface="Times-Italic"/>
              </a:rPr>
              <a:t>heap</a:t>
            </a:r>
            <a:r>
              <a:rPr lang="en-US" sz="1800" b="1" i="0" u="none" strike="noStrike" baseline="0" dirty="0">
                <a:latin typeface="Times-Roman"/>
              </a:rPr>
              <a:t>-</a:t>
            </a:r>
            <a:r>
              <a:rPr lang="en-US" sz="1800" b="1" i="1" u="none" strike="noStrike" baseline="0" dirty="0">
                <a:latin typeface="Times-Italic"/>
              </a:rPr>
              <a:t>size</a:t>
            </a:r>
            <a:r>
              <a:rPr lang="en-US" sz="1800" b="0" i="0" u="none" strike="noStrike" baseline="0" dirty="0">
                <a:latin typeface="Times-Roman"/>
              </a:rPr>
              <a:t>, which represents how many elements in the heap are stored within</a:t>
            </a:r>
          </a:p>
          <a:p>
            <a:pPr algn="l"/>
            <a:r>
              <a:rPr lang="en-US" sz="1800" b="0" i="0" u="none" strike="noStrike" baseline="0" dirty="0">
                <a:latin typeface="Times-Roman"/>
              </a:rPr>
              <a:t>array </a:t>
            </a:r>
            <a:r>
              <a:rPr lang="en-US" sz="1800" b="0" i="0" u="none" strike="noStrike" baseline="0" dirty="0">
                <a:latin typeface="MT2MIT"/>
              </a:rPr>
              <a:t>A</a:t>
            </a:r>
            <a:r>
              <a:rPr lang="en-US" sz="1800" b="0" i="0" u="none" strike="noStrike" baseline="0" dirty="0">
                <a:latin typeface="Times-Roman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343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the largest element in a max-heap is stored at the root,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61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 factor of average case is small</a:t>
            </a:r>
          </a:p>
          <a:p>
            <a:r>
              <a:rPr lang="en-US" dirty="0"/>
              <a:t>Sort in place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053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9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00F8-18B0-B0EF-6734-0DFEEFF4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7F1C3-24B7-25DE-6CA0-1DB980F77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41D7B-CB4E-C92C-DE73-573A25971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40045-99F8-277F-B4DC-4D2766328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00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C51B-DE14-64DC-877C-BF32D060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9D355-32F6-9E7C-B0F8-CFFF30EA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09B8D-CDC4-5C74-7699-E5DB38539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By the discussion above, the algorithm makes at most </a:t>
            </a:r>
            <a:r>
              <a:rPr lang="en-US" sz="1800" b="0" i="0" u="none" strike="noStrike" baseline="0" dirty="0">
                <a:latin typeface="MT2MIT"/>
              </a:rPr>
              <a:t>n </a:t>
            </a:r>
            <a:r>
              <a:rPr lang="en-US" sz="1800" b="0" i="0" u="none" strike="noStrike" baseline="0" dirty="0">
                <a:latin typeface="Times-Roman"/>
              </a:rPr>
              <a:t>calls to PARTITION, each of which does a constant amount of work and then executes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some number of times. Each iteration of the </a:t>
            </a:r>
            <a:r>
              <a:rPr lang="en-US" sz="1800" b="1" i="0" u="none" strike="noStrike" baseline="0" dirty="0">
                <a:latin typeface="Times-Bold"/>
              </a:rPr>
              <a:t>for </a:t>
            </a:r>
            <a:r>
              <a:rPr lang="en-US" sz="1800" b="0" i="0" u="none" strike="noStrike" baseline="0" dirty="0">
                <a:latin typeface="Times-Roman"/>
              </a:rPr>
              <a:t>loop executes line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9B6F-B494-E323-A614-8EFF18FAC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02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59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2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3/13/2025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Hash Tables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Dynamic Programming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Greedy Algorithms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 Algorithms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20D2-889E-FEA2-1295-77DF564AB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Illustration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A3F659-AB41-8D3F-34F6-E0FD6EB7DE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321" y="1770981"/>
            <a:ext cx="5089357" cy="472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33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1954-006F-716D-0F06-F654D2F1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E4228C-DBBE-876F-D4E0-0FC7CAB6F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54" y="1942592"/>
            <a:ext cx="4954691" cy="297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46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F87A-B5CA-060D-7927-C3D99794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4A54-0BD1-AF38-2125-1BD1ADC8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9C971-7A69-BB91-C1C1-BDC03E97B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235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The bubble sort in action">
            <a:extLst>
              <a:ext uri="{FF2B5EF4-FFF2-40B4-BE49-F238E27FC236}">
                <a16:creationId xmlns:a16="http://schemas.microsoft.com/office/drawing/2014/main" id="{01D8192D-DD5F-A037-1EDD-E1DCF9C94CA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9"/>
          <a:stretch/>
        </p:blipFill>
        <p:spPr bwMode="auto">
          <a:xfrm>
            <a:off x="5161762" y="818809"/>
            <a:ext cx="6774134" cy="578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09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D6E9A-78CF-3A7F-852C-0F19C971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48A5-9C83-F4D9-DE4D-943A7CD1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Correctness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1D80C-CAB3-4A50-7F59-58F3927793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1FA399-C9E6-8CBC-8AD8-4B64DE2F738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Invariant: </a:t>
                </a:r>
                <a:r>
                  <a:rPr lang="en-US" dirty="0"/>
                  <a:t>At the end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-th</a:t>
                </a:r>
                <a:r>
                  <a:rPr lang="en-US" dirty="0"/>
                  <a:t> outer loop iteration, the 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elements of the array are in their correct sorted positions.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1FA399-C9E6-8CBC-8AD8-4B64DE2F7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08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D16F-7BEF-655D-556D-9CB49F7F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CC2C-1D4C-B962-ADDE-DC236109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Correctness: Proof by Induction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F01DC-3458-331F-1016-EE0508A93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67452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Base Case: </a:t>
                </a:r>
                <a:r>
                  <a:rPr lang="en-US" sz="2400" dirty="0"/>
                  <a:t>Before the first iteration, no elements are sorted.</a:t>
                </a:r>
              </a:p>
              <a:p>
                <a:r>
                  <a:rPr lang="en-US" sz="2400" b="1" dirty="0"/>
                  <a:t>Inductive Step: </a:t>
                </a:r>
                <a:r>
                  <a:rPr lang="en-US" sz="2400" dirty="0"/>
                  <a:t>Assume that at the end of iteration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the last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elements are sorted</a:t>
                </a:r>
                <a:r>
                  <a:rPr lang="en-US" sz="2400" b="1" dirty="0"/>
                  <a:t>.</a:t>
                </a:r>
              </a:p>
              <a:p>
                <a:pPr lvl="1"/>
                <a:r>
                  <a:rPr lang="en-US" sz="2000" dirty="0"/>
                  <a:t>In iteration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the inner loop goes through the unsorted part of the array.</a:t>
                </a:r>
              </a:p>
              <a:p>
                <a:pPr lvl="1"/>
                <a:r>
                  <a:rPr lang="en-US" sz="2000" dirty="0"/>
                  <a:t>The largest element in this part bubbles up to its correct position at index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en-US" sz="2000" dirty="0"/>
                  <a:t> by swapping adjacent elements when needed.</a:t>
                </a:r>
              </a:p>
              <a:p>
                <a:pPr lvl="1"/>
                <a:r>
                  <a:rPr lang="en-US" sz="2000" dirty="0"/>
                  <a:t>This ensures that after iteration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, the last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elements are sorted.</a:t>
                </a:r>
              </a:p>
              <a:p>
                <a:pPr lvl="1"/>
                <a:r>
                  <a:rPr lang="en-US" sz="2000" dirty="0"/>
                  <a:t>By induction, after n-1 iterations, the entire array is sorted</a:t>
                </a:r>
              </a:p>
              <a:p>
                <a:r>
                  <a:rPr lang="en-US" sz="2400" b="1" dirty="0"/>
                  <a:t>Termination: </a:t>
                </a:r>
                <a:r>
                  <a:rPr lang="en-US" sz="2400" dirty="0"/>
                  <a:t>The algorithm terminates because</a:t>
                </a:r>
              </a:p>
              <a:p>
                <a:pPr lvl="1"/>
                <a:r>
                  <a:rPr lang="en-US" sz="2000" dirty="0"/>
                  <a:t>The outer loop runs at most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times.</a:t>
                </a:r>
              </a:p>
              <a:p>
                <a:pPr lvl="1"/>
                <a:r>
                  <a:rPr lang="en-US" sz="2000" dirty="0"/>
                  <a:t>The inner loop ensures that no further swaps occur if the array becomes sorted early.</a:t>
                </a:r>
              </a:p>
              <a:p>
                <a:pPr lvl="1"/>
                <a:r>
                  <a:rPr lang="en-US" sz="2000" dirty="0"/>
                  <a:t>The total number of comparisons and swaps is finite.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DF01DC-3458-331F-1016-EE0508A93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67452" cy="4351338"/>
              </a:xfrm>
              <a:blipFill>
                <a:blip r:embed="rId3"/>
                <a:stretch>
                  <a:fillRect l="-808" t="-1961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91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97B9-86DD-E8DB-4E46-7D034F79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7467-0D5B-3401-DE1F-2C304FBE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Complexity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51C7-010D-6B46-E1A0-17D50712EA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BubbleSort</a:t>
            </a:r>
            <a:r>
              <a:rPr lang="en-US" dirty="0"/>
              <a:t>(A):</a:t>
            </a:r>
          </a:p>
          <a:p>
            <a:pPr marL="0" indent="0">
              <a:buNone/>
            </a:pPr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= 1 to </a:t>
            </a:r>
            <a:r>
              <a:rPr lang="en-US" dirty="0" err="1"/>
              <a:t>A.length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swapped = false</a:t>
            </a:r>
          </a:p>
          <a:p>
            <a:pPr marL="0" indent="0">
              <a:buNone/>
            </a:pPr>
            <a:r>
              <a:rPr lang="en-US" dirty="0"/>
              <a:t>        for j = 1 to </a:t>
            </a:r>
            <a:r>
              <a:rPr lang="en-US" dirty="0" err="1"/>
              <a:t>A.length-i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if A[j] &gt; A[j+1]</a:t>
            </a:r>
          </a:p>
          <a:p>
            <a:pPr marL="0" indent="0">
              <a:buNone/>
            </a:pPr>
            <a:r>
              <a:rPr lang="en-US" dirty="0"/>
              <a:t>                swap(A[j], A[j+1])</a:t>
            </a:r>
          </a:p>
          <a:p>
            <a:pPr marL="0" indent="0">
              <a:buNone/>
            </a:pPr>
            <a:r>
              <a:rPr lang="en-US" dirty="0"/>
              <a:t>                swapped = true</a:t>
            </a:r>
          </a:p>
          <a:p>
            <a:pPr marL="0" indent="0">
              <a:buNone/>
            </a:pPr>
            <a:r>
              <a:rPr lang="en-US" dirty="0"/>
              <a:t>        if swapped == false:</a:t>
            </a:r>
          </a:p>
          <a:p>
            <a:pPr marL="0" indent="0">
              <a:buNone/>
            </a:pPr>
            <a:r>
              <a:rPr lang="en-US" dirty="0"/>
              <a:t>            break  // exit early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8896A1-E977-5B74-EEDA-76BE5B9B15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Time for worst case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8896A1-E977-5B74-EEDA-76BE5B9B1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7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BE053-5076-6753-1D36-D749DC18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288D-6145-45BD-2920-613203BC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Complexity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F1CC5-4F2C-6AF9-9553-3D0AD1BEE6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∗(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)∗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Best case: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F1CC5-4F2C-6AF9-9553-3D0AD1BEE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09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CE54-FD61-659F-FC8C-B90E944AD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Usage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617659-999A-D4DD-3F09-CF60D631C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use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652DEE-ABC2-AE7F-05F7-6437494ACA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Input is nearly sorted</a:t>
            </a:r>
          </a:p>
          <a:p>
            <a:r>
              <a:rPr lang="en-US" dirty="0"/>
              <a:t>Input size is small</a:t>
            </a:r>
          </a:p>
          <a:p>
            <a:r>
              <a:rPr lang="en-US" dirty="0"/>
              <a:t>Limited memory</a:t>
            </a:r>
          </a:p>
          <a:p>
            <a:r>
              <a:rPr lang="en-US" dirty="0"/>
              <a:t>Stability is important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4D3D70-664F-0E8A-E334-B17BBC14E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When avoid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24AAA2-0551-C827-E297-DDD55A2D3E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Input size is large</a:t>
            </a:r>
          </a:p>
          <a:p>
            <a:r>
              <a:rPr lang="en-US" dirty="0"/>
              <a:t>Performance is a priority</a:t>
            </a:r>
          </a:p>
          <a:p>
            <a:r>
              <a:rPr lang="en-US"/>
              <a:t>General-purpose</a:t>
            </a:r>
          </a:p>
        </p:txBody>
      </p:sp>
    </p:spTree>
    <p:extLst>
      <p:ext uri="{BB962C8B-B14F-4D97-AF65-F5344CB8AC3E}">
        <p14:creationId xmlns:p14="http://schemas.microsoft.com/office/powerpoint/2010/main" val="1257113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B07B1DF-33FD-B218-F6F8-37FE63AA5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Heap Sort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4D497E9-C6A8-053D-C6DC-9683FB94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Heap, Priority Queue</a:t>
            </a:r>
          </a:p>
        </p:txBody>
      </p:sp>
    </p:spTree>
    <p:extLst>
      <p:ext uri="{BB962C8B-B14F-4D97-AF65-F5344CB8AC3E}">
        <p14:creationId xmlns:p14="http://schemas.microsoft.com/office/powerpoint/2010/main" val="128715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08A01C-A6D6-CA48-C6BE-58D1F059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A64D2C-03C1-8081-2FE4-C1DD57678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(binary) heap data structure is an array object that we can view as a nearly complete binary tree.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DE768CE-DB48-1CED-590B-FBA3747035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1" b="831"/>
          <a:stretch/>
        </p:blipFill>
        <p:spPr>
          <a:xfrm>
            <a:off x="524057" y="2717800"/>
            <a:ext cx="11143886" cy="3467100"/>
          </a:xfrm>
        </p:spPr>
      </p:pic>
    </p:spTree>
    <p:extLst>
      <p:ext uri="{BB962C8B-B14F-4D97-AF65-F5344CB8AC3E}">
        <p14:creationId xmlns:p14="http://schemas.microsoft.com/office/powerpoint/2010/main" val="3804437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1323-8D34-CE78-C0C0-185AEED8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Property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CFBCF8-A085-ABB0-F478-9F9C588205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19200" y="1825625"/>
            <a:ext cx="3632200" cy="450161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BD7CD2-BAA8-8DB2-86B9-896B1CF2CB5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Max-heap property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𝑃𝑎𝑟𝑒𝑛𝑡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Min-heap property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𝑃𝑎𝑟𝑒𝑛𝑡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BD7CD2-BAA8-8DB2-86B9-896B1CF2C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61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B4C8-C423-1CA7-D635-BB7270A0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Height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39F647-55DF-DF47-05DC-F0F84FB361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693" y="1825625"/>
            <a:ext cx="5962108" cy="384763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BC940D-C249-76AC-D565-368A190F2AC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b="0" i="0" u="none" strike="noStrike" baseline="0" dirty="0"/>
                  <a:t>The </a:t>
                </a:r>
                <a:r>
                  <a:rPr lang="en-US" sz="2400" b="1" i="1" u="none" strike="noStrike" baseline="0" dirty="0"/>
                  <a:t>height </a:t>
                </a:r>
                <a:r>
                  <a:rPr lang="en-US" sz="2400" b="0" i="0" u="none" strike="noStrike" baseline="0" dirty="0"/>
                  <a:t>of a node in a heap is the number of edges on the longest simple downward path from the node to a leaf</a:t>
                </a:r>
              </a:p>
              <a:p>
                <a:pPr algn="just"/>
                <a:r>
                  <a:rPr lang="en-US" sz="2400" b="0" i="0" u="none" strike="noStrike" baseline="0" dirty="0"/>
                  <a:t>The </a:t>
                </a:r>
                <a:r>
                  <a:rPr lang="en-US" sz="2400" b="1" i="0" u="none" strike="noStrike" baseline="0" dirty="0"/>
                  <a:t>height</a:t>
                </a:r>
                <a:r>
                  <a:rPr lang="en-US" sz="2400" b="0" i="0" u="none" strike="noStrike" baseline="0" dirty="0"/>
                  <a:t> of the heap to be the height of its root.</a:t>
                </a:r>
              </a:p>
              <a:p>
                <a:pPr algn="l"/>
                <a:r>
                  <a:rPr lang="en-US" sz="2400" b="0" i="0" u="none" strike="noStrike" baseline="0" dirty="0"/>
                  <a:t>Since a heap of n elements is based on a complete binary tree, its height is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b="1" i="0" u="none" strike="noStrike" baseline="0" dirty="0"/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BC940D-C249-76AC-D565-368A190F2A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647" t="-1961" r="-2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54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8C2C-58D8-F181-B897-2C5B27446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Heap: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598DF08-2481-8B40-E386-2450046453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/>
                  <a:t>The MAX-HEAPIFY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is the key to maintaining the max-heap property.</a:t>
                </a:r>
              </a:p>
              <a:p>
                <a:pPr algn="l"/>
                <a:r>
                  <a:rPr lang="en-US" sz="2400" b="0" i="0" u="none" strike="noStrike" baseline="0" dirty="0"/>
                  <a:t> The BUILD-MAX-HEAP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/>
                  <a:t> time, produces a maxheap from an unordered input array.</a:t>
                </a:r>
              </a:p>
              <a:p>
                <a:pPr algn="l"/>
                <a:r>
                  <a:rPr lang="en-US" sz="2400" b="0" i="0" u="none" strike="noStrike" baseline="0" dirty="0"/>
                  <a:t> The HEAPSORT procedure, which runs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sorts an array in place.</a:t>
                </a:r>
              </a:p>
              <a:p>
                <a:pPr algn="l"/>
                <a:r>
                  <a:rPr lang="en-US" sz="2400" b="0" i="0" u="none" strike="noStrike" baseline="0" dirty="0"/>
                  <a:t> The MAX-HEAP-INSERT, HEAP-EXTRACT-MAX, HEAP-INCREASE-KEY, and HEAP-MAXIMUM procedures, which run in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1" i="0" u="none" strike="noStrike" baseline="0" dirty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sz="2400" b="1" i="1" u="none" strike="noStrike" baseline="0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400" b="1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i="0" u="none" strike="noStrike" baseline="0" dirty="0"/>
                  <a:t> </a:t>
                </a:r>
                <a:r>
                  <a:rPr lang="en-US" sz="2400" b="0" i="0" u="none" strike="noStrike" baseline="0" dirty="0"/>
                  <a:t>time, allow the heap data structure to implement a priority queue.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598DF08-2481-8B40-E386-2450046453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71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607C-8D07-8792-C545-1BFE9CF0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EB9D75-7948-FF58-02F8-4DD1428401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8560" y="1825626"/>
            <a:ext cx="6310692" cy="4486274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BAEEB-2AE8-EEF3-7EED-0274DDE34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9252" y="1825625"/>
            <a:ext cx="4674548" cy="4351338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MAX-HEAPIFY assumes that the binary trees rooted at LEFT(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and RIGHT(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are max-heaps, but that A(</a:t>
            </a:r>
            <a:r>
              <a:rPr lang="en-US" sz="2400" b="0" i="0" u="none" strike="noStrike" baseline="0" dirty="0" err="1"/>
              <a:t>i</a:t>
            </a:r>
            <a:r>
              <a:rPr lang="en-US" sz="2400" b="0" i="0" u="none" strike="noStrike" baseline="0" dirty="0"/>
              <a:t>) might be smaller than its children.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9230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A4E9-60D9-483E-F2E5-1B03132A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4CED-BEF0-0F1C-0A95-9AE5AB9A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(2)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BF4A4DF-AA2C-E7C2-C0E3-1E580996B9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1538" y="2146300"/>
            <a:ext cx="5788243" cy="36957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9E6E3F-1DE5-A71E-043D-CAC3DF5A0E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091" y="1825625"/>
            <a:ext cx="6311447" cy="4016375"/>
          </a:xfrm>
        </p:spPr>
      </p:pic>
    </p:spTree>
    <p:extLst>
      <p:ext uri="{BB962C8B-B14F-4D97-AF65-F5344CB8AC3E}">
        <p14:creationId xmlns:p14="http://schemas.microsoft.com/office/powerpoint/2010/main" val="477145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8A00-F113-169E-33F0-972C7303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464F-2B05-3FAC-8EE0-48C360D5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(3)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0848211-8F3A-7A3F-E997-477AAA5300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8760" y="1981200"/>
            <a:ext cx="5714309" cy="3708400"/>
          </a:xfr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24626F10-F763-66B5-69BC-F37EBA0170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5108" y="1981200"/>
            <a:ext cx="5808133" cy="3708400"/>
          </a:xfrm>
        </p:spPr>
      </p:pic>
    </p:spTree>
    <p:extLst>
      <p:ext uri="{BB962C8B-B14F-4D97-AF65-F5344CB8AC3E}">
        <p14:creationId xmlns:p14="http://schemas.microsoft.com/office/powerpoint/2010/main" val="1878489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A6DD-567A-3BCB-1A3D-48D23F7F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2975-6A1C-1744-F1E1-7D0190FF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Running Time (1)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6FEF44-3B18-C447-4571-5D1C55375B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8560" y="1825626"/>
            <a:ext cx="6310692" cy="448627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152C5E-A22B-697E-69D8-AF31C18E045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79252" y="1825624"/>
                <a:ext cx="4674548" cy="448627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l">
                  <a:buNone/>
                </a:pPr>
                <a:r>
                  <a:rPr lang="en-US" dirty="0"/>
                  <a:t>Worst case running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endParaRPr lang="en-US" dirty="0"/>
              </a:p>
              <a:p>
                <a:pPr marL="0" indent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/3)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B152C5E-A22B-697E-69D8-AF31C18E0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79252" y="1825624"/>
                <a:ext cx="4674548" cy="4486273"/>
              </a:xfrm>
              <a:blipFill>
                <a:blip r:embed="rId3"/>
                <a:stretch>
                  <a:fillRect l="-1695" t="-2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057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709E-8442-894D-DD2A-7E6447C8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Max-</a:t>
            </a:r>
            <a:r>
              <a:rPr lang="en-US" dirty="0" err="1"/>
              <a:t>Heapify</a:t>
            </a:r>
            <a:r>
              <a:rPr lang="en-US" dirty="0"/>
              <a:t> Running Time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3E1FC75-238B-CBBD-1A31-3A02A52D6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/3)+ </m:t>
                      </m:r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general: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3E1FC75-238B-CBBD-1A31-3A02A52D6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01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2E0D-4C3A-763F-B0FB-D18E93A6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BB4B3-0318-78CC-C60C-C5721B72C8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92349" y="2642263"/>
            <a:ext cx="7607300" cy="2635059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CBB2A-4CB4-2736-9AFC-83B1D8412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018" y="1661651"/>
            <a:ext cx="10995963" cy="980612"/>
          </a:xfrm>
        </p:spPr>
        <p:txBody>
          <a:bodyPr/>
          <a:lstStyle/>
          <a:p>
            <a:r>
              <a:rPr lang="en-US" sz="2800" b="0" i="0" u="none" strike="noStrike" baseline="0" dirty="0"/>
              <a:t>The Build-Max-Heap produces a maxheap from an unordered input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0E04-CF55-B3DF-D244-1BCCCB63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6EA0-7A23-3EB4-6465-4C0392A2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(2)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566619-A479-7994-B897-FAAA6FAB5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11" y="1435100"/>
            <a:ext cx="11897578" cy="4533900"/>
          </a:xfrm>
        </p:spPr>
      </p:pic>
    </p:spTree>
    <p:extLst>
      <p:ext uri="{BB962C8B-B14F-4D97-AF65-F5344CB8AC3E}">
        <p14:creationId xmlns:p14="http://schemas.microsoft.com/office/powerpoint/2010/main" val="2481308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6C38-10A4-2C8E-C3E6-1E0481FB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C01D-3E6A-F1FC-89AF-BF7B2FCD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(3)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D44E01-AF42-AB70-70A4-612BEF5F9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739"/>
          <a:stretch/>
        </p:blipFill>
        <p:spPr>
          <a:xfrm>
            <a:off x="235508" y="1626394"/>
            <a:ext cx="11720983" cy="3542506"/>
          </a:xfrm>
        </p:spPr>
      </p:pic>
    </p:spTree>
    <p:extLst>
      <p:ext uri="{BB962C8B-B14F-4D97-AF65-F5344CB8AC3E}">
        <p14:creationId xmlns:p14="http://schemas.microsoft.com/office/powerpoint/2010/main" val="3713745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FD3E-119B-609A-A6A3-6245BE5A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9A7C-FA5A-5B74-7370-C45D7AEB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</a:t>
            </a:r>
            <a:r>
              <a:rPr lang="en-US" sz="4400" b="0" i="0" u="none" strike="noStrike" baseline="0" dirty="0"/>
              <a:t>Build-Max-Heap (4)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149149-0768-C2DA-FDF5-402E76E85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237" y="2044700"/>
            <a:ext cx="11407525" cy="3556000"/>
          </a:xfrm>
        </p:spPr>
      </p:pic>
    </p:spTree>
    <p:extLst>
      <p:ext uri="{BB962C8B-B14F-4D97-AF65-F5344CB8AC3E}">
        <p14:creationId xmlns:p14="http://schemas.microsoft.com/office/powerpoint/2010/main" val="717332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714A-5F9D-DBA9-A7F7-209AC07D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Correctness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D7AA11-84DA-4803-A1B7-61BE90A6509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200" y="4025899"/>
                <a:ext cx="10515600" cy="2151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Loop invariant: At the start of each iteration of the </a:t>
                </a:r>
                <a:r>
                  <a:rPr lang="en-US" b="1" dirty="0"/>
                  <a:t>for </a:t>
                </a:r>
                <a:r>
                  <a:rPr lang="en-US" dirty="0"/>
                  <a:t>loop of, each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 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root of a max-heap.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D7AA11-84DA-4803-A1B7-61BE90A65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200" y="4025899"/>
                <a:ext cx="10515600" cy="2151063"/>
              </a:xfrm>
              <a:blipFill>
                <a:blip r:embed="rId2"/>
                <a:stretch>
                  <a:fillRect l="-1217" t="-4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8C5F6-455E-388E-1316-4EC7F6886D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4920118" cy="1704258"/>
          </a:xfrm>
        </p:spPr>
      </p:pic>
    </p:spTree>
    <p:extLst>
      <p:ext uri="{BB962C8B-B14F-4D97-AF65-F5344CB8AC3E}">
        <p14:creationId xmlns:p14="http://schemas.microsoft.com/office/powerpoint/2010/main" val="30242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E456-F3A9-35CF-4992-507035BB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208-2ABC-BDDF-A8D8-1D5BB57D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Correctness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FA10934-8772-9F2F-A62C-153C673C6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Initialization: </a:t>
                </a:r>
                <a:r>
                  <a:rPr lang="en-US" dirty="0"/>
                  <a:t>All nodes at indexes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/2+1;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/2+2; … 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leaf nodes, thus have no child nodes and are max-heaps 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b="1" dirty="0"/>
                  <a:t>Maintenance: </a:t>
                </a:r>
                <a:r>
                  <a:rPr lang="en-US" dirty="0"/>
                  <a:t>The children of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are numbered higher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. By the loop invariant, they are both roots of max-heaps. The call of the Max-</a:t>
                </a:r>
                <a:r>
                  <a:rPr lang="en-US" dirty="0" err="1"/>
                  <a:t>Heapify</a:t>
                </a:r>
                <a:r>
                  <a:rPr lang="en-US" dirty="0"/>
                  <a:t> makes a heap with root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 max-heap.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n-US" b="1" dirty="0"/>
                  <a:t>Termination: </a:t>
                </a:r>
                <a:r>
                  <a:rPr lang="en-US" dirty="0"/>
                  <a:t>At termination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en-US" dirty="0"/>
                  <a:t>). each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1,2,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 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root of a max-heap. In particular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is.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FA10934-8772-9F2F-A62C-153C673C6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66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C415-BD04-36A4-014E-6EB58A2A5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FA89-47D8-E051-2471-E4496A35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Running Time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2043-5082-C3A8-F7EF-E87422EB502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dirty="0"/>
                  <a:t>Worst case running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dirty="0"/>
                  <a:t>+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2043-5082-C3A8-F7EF-E87422EB50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AA56E-7C3D-3D6A-234F-89A15EEC87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5153" y="1825625"/>
            <a:ext cx="5433418" cy="1882058"/>
          </a:xfrm>
        </p:spPr>
      </p:pic>
    </p:spTree>
    <p:extLst>
      <p:ext uri="{BB962C8B-B14F-4D97-AF65-F5344CB8AC3E}">
        <p14:creationId xmlns:p14="http://schemas.microsoft.com/office/powerpoint/2010/main" val="108011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15A5-229A-3267-AB75-20DC1D44B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420E-0117-346A-1FB7-31A9907C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Build-Max-Heap: Running Time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1D84AB-5A9F-4393-B5D9-8D6857B69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1D84AB-5A9F-4393-B5D9-8D6857B69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73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2F88-5EA4-7F75-EDD2-990973DF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445551-4F9C-85E7-14AA-6C9336389A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9242" y="1825625"/>
            <a:ext cx="6179738" cy="275204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F1A42-D94F-22DA-152D-92A554324E5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18980" y="1825625"/>
                <a:ext cx="5034820" cy="4351338"/>
              </a:xfrm>
            </p:spPr>
            <p:txBody>
              <a:bodyPr/>
              <a:lstStyle/>
              <a:p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∗</m:t>
                        </m:r>
                        <m:func>
                          <m:func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𝒍𝒐𝒈</m:t>
                            </m:r>
                          </m:fNam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87F1A42-D94F-22DA-152D-92A554324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18980" y="1825625"/>
                <a:ext cx="5034820" cy="4351338"/>
              </a:xfrm>
              <a:blipFill>
                <a:blip r:embed="rId3"/>
                <a:stretch>
                  <a:fillRect l="-217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01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AFAA-3FFE-9FE9-F730-39854FB3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(1)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86E62BC-26AB-52A1-9DA2-F9CE2C383C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3432" t="6202"/>
          <a:stretch/>
        </p:blipFill>
        <p:spPr>
          <a:xfrm>
            <a:off x="123417" y="1825625"/>
            <a:ext cx="6010683" cy="3563250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6D06525-2D3A-C7C9-471F-0F8F803DD1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4445"/>
          <a:stretch/>
        </p:blipFill>
        <p:spPr>
          <a:xfrm>
            <a:off x="6134101" y="1825625"/>
            <a:ext cx="6010684" cy="3570081"/>
          </a:xfrm>
        </p:spPr>
      </p:pic>
    </p:spTree>
    <p:extLst>
      <p:ext uri="{BB962C8B-B14F-4D97-AF65-F5344CB8AC3E}">
        <p14:creationId xmlns:p14="http://schemas.microsoft.com/office/powerpoint/2010/main" val="345304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B0816-7631-8DDC-26A5-E1193860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DE0A-581E-2E21-626B-BF5DF79F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(2)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2F3EE1-EF93-FEAE-A903-2E22690225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716" t="1978"/>
          <a:stretch/>
        </p:blipFill>
        <p:spPr>
          <a:xfrm>
            <a:off x="79277" y="1992383"/>
            <a:ext cx="5940523" cy="3570081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54AC1B-8746-8F6F-F2E2-5403C9AB52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7294"/>
          <a:stretch/>
        </p:blipFill>
        <p:spPr>
          <a:xfrm>
            <a:off x="6095999" y="1992383"/>
            <a:ext cx="5955165" cy="3328917"/>
          </a:xfrm>
        </p:spPr>
      </p:pic>
    </p:spTree>
    <p:extLst>
      <p:ext uri="{BB962C8B-B14F-4D97-AF65-F5344CB8AC3E}">
        <p14:creationId xmlns:p14="http://schemas.microsoft.com/office/powerpoint/2010/main" val="243465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034E8-9703-1E11-96EE-F1314A6D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C6E7-9999-0F6E-691F-C4F33822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(3)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9E3DAD-194A-C5E7-D26E-060C17E33E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338" y="2006600"/>
            <a:ext cx="5999488" cy="3594100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B55FB0D-FDE6-B18C-487D-C0D90235A3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9392" y="2006600"/>
            <a:ext cx="5704918" cy="3441700"/>
          </a:xfrm>
        </p:spPr>
      </p:pic>
    </p:spTree>
    <p:extLst>
      <p:ext uri="{BB962C8B-B14F-4D97-AF65-F5344CB8AC3E}">
        <p14:creationId xmlns:p14="http://schemas.microsoft.com/office/powerpoint/2010/main" val="61979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7E41-B329-F7E9-CA62-1EE98334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CF42-6483-EA99-30F5-C1082D0A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(4)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7B6510-7872-4D2E-D56A-95154DDA6E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37052"/>
            <a:ext cx="6067288" cy="3509648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DCC35EE-8FC5-7B50-5E46-C38B583C6D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5999" y="1837051"/>
            <a:ext cx="5713379" cy="3509647"/>
          </a:xfrm>
        </p:spPr>
      </p:pic>
    </p:spTree>
    <p:extLst>
      <p:ext uri="{BB962C8B-B14F-4D97-AF65-F5344CB8AC3E}">
        <p14:creationId xmlns:p14="http://schemas.microsoft.com/office/powerpoint/2010/main" val="242190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23EB-4434-84D7-1478-37988474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61C0-CE9C-59A4-6DE4-C0C602C2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Sort: Example (4)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4000C0-3BC5-8826-D48D-F840A0E6F2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25625"/>
            <a:ext cx="6039764" cy="3609975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4AF45C2-B8A4-D3BC-F2C7-33A5C746C7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2238" y="1825625"/>
            <a:ext cx="6006998" cy="3609974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7B60D9-7431-B6F1-E05A-018B81C6C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338" y="5729225"/>
            <a:ext cx="5363323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5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F1F6-3D43-7191-EC39-DF267706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711284-737E-78AB-048E-7338D7AB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priority queue </a:t>
            </a:r>
            <a:r>
              <a:rPr lang="en-US" dirty="0"/>
              <a:t>is a data structure for maintaining a set S of elements, each with an associated value called a key.</a:t>
            </a:r>
          </a:p>
          <a:p>
            <a:r>
              <a:rPr lang="en-US" dirty="0"/>
              <a:t>Insert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Extract-Max</a:t>
            </a:r>
          </a:p>
          <a:p>
            <a:r>
              <a:rPr lang="en-US" dirty="0"/>
              <a:t>Increase-Key</a:t>
            </a:r>
          </a:p>
        </p:txBody>
      </p:sp>
    </p:spTree>
    <p:extLst>
      <p:ext uri="{BB962C8B-B14F-4D97-AF65-F5344CB8AC3E}">
        <p14:creationId xmlns:p14="http://schemas.microsoft.com/office/powerpoint/2010/main" val="2877746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8D41-B619-CFCF-6284-168F47F7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3A1ABD-8918-9183-B581-EA1CFE86E7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1580" y="1558715"/>
            <a:ext cx="4821396" cy="461824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5F5DFF-3F0B-4F2F-3B31-136C2E816A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558715"/>
                <a:ext cx="5181600" cy="46182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Total time: </a:t>
                </a:r>
                <a14:m>
                  <m:oMath xmlns:m="http://schemas.openxmlformats.org/officeDocument/2006/math">
                    <m: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5F5DFF-3F0B-4F2F-3B31-136C2E816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558715"/>
                <a:ext cx="5181600" cy="4618248"/>
              </a:xfrm>
              <a:blipFill>
                <a:blip r:embed="rId3"/>
                <a:stretch>
                  <a:fillRect l="-2471" t="-2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20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061CF-02E8-DE94-AA75-5B878F7A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452A-7F47-6687-A78E-22A27261A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3A42E7B-6D71-FF4A-0714-C35A74D0D97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328032" y="1690687"/>
                <a:ext cx="4025767" cy="44862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Total time: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Total time: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3A42E7B-6D71-FF4A-0714-C35A74D0D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28032" y="1690687"/>
                <a:ext cx="4025767" cy="4486275"/>
              </a:xfrm>
              <a:blipFill>
                <a:blip r:embed="rId2"/>
                <a:stretch>
                  <a:fillRect l="-3030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CEFCF21-82DA-902C-8913-2176983884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7197" y="1690688"/>
            <a:ext cx="6489833" cy="5109890"/>
          </a:xfrm>
        </p:spPr>
      </p:pic>
    </p:spTree>
    <p:extLst>
      <p:ext uri="{BB962C8B-B14F-4D97-AF65-F5344CB8AC3E}">
        <p14:creationId xmlns:p14="http://schemas.microsoft.com/office/powerpoint/2010/main" val="2723298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52A2-BA8B-EBD3-FEEF-28226C15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Max Heap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1CE4AD-424B-3B0E-6169-6F6B3C5FFA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6586" y="1690688"/>
            <a:ext cx="5847128" cy="2144505"/>
          </a:xfr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AA01FA-7D57-7621-0A12-F320C9683C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5436"/>
          <a:stretch/>
        </p:blipFill>
        <p:spPr>
          <a:xfrm>
            <a:off x="6096000" y="1802359"/>
            <a:ext cx="5847128" cy="1921163"/>
          </a:xfrm>
        </p:spPr>
      </p:pic>
    </p:spTree>
    <p:extLst>
      <p:ext uri="{BB962C8B-B14F-4D97-AF65-F5344CB8AC3E}">
        <p14:creationId xmlns:p14="http://schemas.microsoft.com/office/powerpoint/2010/main" val="3447695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B8CB1C-6915-E25A-F444-5DA487148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Quick Sort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D77BFB0-34C0-1D10-0FAA-844297E2A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QuickSort</a:t>
            </a:r>
            <a:r>
              <a:rPr lang="en-US" dirty="0"/>
              <a:t>, </a:t>
            </a:r>
            <a:r>
              <a:rPr lang="en-US" dirty="0" err="1"/>
              <a:t>RandomizedQuickSort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5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0E60-F88B-6505-6703-7EE36A65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F8A9662-914B-1B09-3622-91AA0DB6859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232365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9F8A9662-914B-1B09-3622-91AA0DB6859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4232365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76708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AC34-5EAB-77E1-8A2E-903BC5DC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</a:t>
            </a:r>
            <a:r>
              <a:rPr lang="en-US" dirty="0" err="1"/>
              <a:t>Devide</a:t>
            </a:r>
            <a:r>
              <a:rPr lang="en-US" dirty="0"/>
              <a:t>-and-Conquer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FE74CA-6E1A-9301-B250-B025A85B7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Divide</a:t>
                </a:r>
                <a:r>
                  <a:rPr lang="en-US" sz="3200" dirty="0"/>
                  <a:t>: Partition </a:t>
                </a:r>
                <a14:m>
                  <m:oMath xmlns:m="http://schemas.openxmlformats.org/officeDocument/2006/math">
                    <m:r>
                      <a:rPr lang="en-US" sz="3200" i="1" dirty="0" smtClean="0"/>
                      <m:t>𝐴</m:t>
                    </m:r>
                    <m:r>
                      <a:rPr lang="en-US" sz="3200" i="1" dirty="0" smtClean="0"/>
                      <m:t>[</m:t>
                    </m:r>
                    <m:r>
                      <a:rPr lang="en-US" sz="3200" i="1" dirty="0" smtClean="0"/>
                      <m:t>𝑝</m:t>
                    </m:r>
                    <m:r>
                      <a:rPr lang="en-US" sz="3200" i="1" dirty="0" smtClean="0"/>
                      <m:t> .. </m:t>
                    </m:r>
                    <m:r>
                      <a:rPr lang="en-US" sz="3200" i="1" dirty="0" smtClean="0"/>
                      <m:t>𝑟</m:t>
                    </m:r>
                    <m:r>
                      <a:rPr lang="en-US" sz="3200" i="1" dirty="0" smtClean="0"/>
                      <m:t>] </m:t>
                    </m:r>
                  </m:oMath>
                </a14:m>
                <a:r>
                  <a:rPr lang="en-US" sz="3200" dirty="0"/>
                  <a:t>into two subarrays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/>
                      <m:t>𝐴</m:t>
                    </m:r>
                    <m:r>
                      <a:rPr lang="en-US" sz="3200" i="1" dirty="0" smtClean="0"/>
                      <m:t>[</m:t>
                    </m:r>
                    <m:r>
                      <a:rPr lang="en-US" sz="3200" i="1" dirty="0" smtClean="0"/>
                      <m:t>𝑝</m:t>
                    </m:r>
                    <m:r>
                      <a:rPr lang="en-US" sz="3200" i="1" dirty="0" smtClean="0"/>
                      <m:t>..</m:t>
                    </m:r>
                    <m:r>
                      <a:rPr lang="en-US" sz="3200" i="1" dirty="0" smtClean="0"/>
                      <m:t>𝑞</m:t>
                    </m:r>
                    <m:r>
                      <a:rPr lang="en-US" sz="3200" i="1" dirty="0" smtClean="0"/>
                      <m:t>−1]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r>
                      <a:rPr lang="en-US" sz="3200" i="1" dirty="0" smtClean="0"/>
                      <m:t>𝐴</m:t>
                    </m:r>
                    <m:r>
                      <a:rPr lang="en-US" sz="3200" i="1" dirty="0" smtClean="0"/>
                      <m:t>[</m:t>
                    </m:r>
                    <m:r>
                      <a:rPr lang="en-US" sz="3200" i="1" dirty="0" smtClean="0"/>
                      <m:t>𝑞</m:t>
                    </m:r>
                    <m:r>
                      <a:rPr lang="en-US" sz="3200" i="1" dirty="0" smtClean="0"/>
                      <m:t>+1 .. </m:t>
                    </m:r>
                    <m:r>
                      <a:rPr lang="en-US" sz="3200" i="1" dirty="0" smtClean="0"/>
                      <m:t>𝑟</m:t>
                    </m:r>
                    <m:r>
                      <a:rPr lang="en-US" sz="3200" i="1" dirty="0" smtClean="0"/>
                      <m:t>] </m:t>
                    </m:r>
                  </m:oMath>
                </a14:m>
                <a:r>
                  <a:rPr lang="en-US" sz="3200" dirty="0"/>
                  <a:t>such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/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 smtClean="0"/>
                        </m:ctrlPr>
                      </m:dPr>
                      <m:e>
                        <m:r>
                          <a:rPr lang="en-US" sz="3200" i="1" dirty="0" err="1" smtClean="0"/>
                          <m:t>𝑖</m:t>
                        </m:r>
                      </m:e>
                    </m:d>
                    <m:r>
                      <a:rPr lang="en-US" sz="3200" i="1" dirty="0" smtClean="0"/>
                      <m:t>≤</m:t>
                    </m:r>
                    <m:r>
                      <a:rPr lang="en-US" sz="3200" i="1" dirty="0" smtClean="0"/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 smtClean="0"/>
                        </m:ctrlPr>
                      </m:dPr>
                      <m:e>
                        <m:r>
                          <a:rPr lang="en-US" sz="3200" b="0" i="1" dirty="0" smtClean="0"/>
                          <m:t>𝑞</m:t>
                        </m:r>
                      </m:e>
                    </m:d>
                    <m:r>
                      <a:rPr lang="en-US" sz="3200" b="0" i="1" dirty="0" smtClean="0"/>
                      <m:t>;</m:t>
                    </m:r>
                    <m:r>
                      <a:rPr lang="en-US" sz="3200" i="1" dirty="0" smtClean="0"/>
                      <m:t> </m:t>
                    </m:r>
                    <m:r>
                      <a:rPr lang="en-US" sz="3200" i="1" dirty="0" smtClean="0"/>
                      <m:t>𝑝</m:t>
                    </m:r>
                    <m:r>
                      <a:rPr lang="en-US" sz="3200" i="1" dirty="0" smtClean="0"/>
                      <m:t>≤ </m:t>
                    </m:r>
                    <m:r>
                      <a:rPr lang="en-US" sz="3200" i="1" dirty="0" err="1" smtClean="0"/>
                      <m:t>𝑖</m:t>
                    </m:r>
                    <m:r>
                      <a:rPr lang="en-US" sz="3200" i="1" dirty="0" smtClean="0"/>
                      <m:t>≤</m:t>
                    </m:r>
                    <m:r>
                      <a:rPr lang="en-US" sz="3200" i="1" dirty="0" smtClean="0"/>
                      <m:t>𝑞</m:t>
                    </m:r>
                    <m:r>
                      <a:rPr lang="en-US" sz="3200" i="1" dirty="0" smtClean="0"/>
                      <m:t>−1</m:t>
                    </m:r>
                  </m:oMath>
                </a14:m>
                <a:r>
                  <a:rPr lang="en-US" sz="3200" dirty="0"/>
                  <a:t> and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/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/>
                        </m:ctrlPr>
                      </m:dPr>
                      <m:e>
                        <m:r>
                          <a:rPr lang="en-US" sz="3200" b="0" i="1" dirty="0" smtClean="0"/>
                          <m:t>𝑞</m:t>
                        </m:r>
                      </m:e>
                    </m:d>
                    <m:r>
                      <a:rPr lang="en-US" sz="3200" i="1" dirty="0"/>
                      <m:t>≤</m:t>
                    </m:r>
                    <m:r>
                      <a:rPr lang="en-US" sz="3200" i="1" dirty="0"/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3200" i="1" dirty="0"/>
                        </m:ctrlPr>
                      </m:dPr>
                      <m:e>
                        <m:r>
                          <a:rPr lang="en-US" sz="3200" b="0" i="1" dirty="0" smtClean="0"/>
                          <m:t>𝑖</m:t>
                        </m:r>
                      </m:e>
                    </m:d>
                    <m:r>
                      <a:rPr lang="en-US" sz="3200" i="1" dirty="0"/>
                      <m:t>;</m:t>
                    </m:r>
                    <m:r>
                      <a:rPr lang="en-US" sz="3200" b="0" i="1" dirty="0" smtClean="0"/>
                      <m:t>𝑞</m:t>
                    </m:r>
                    <m:r>
                      <a:rPr lang="en-US" sz="3200" b="0" i="1" dirty="0" smtClean="0"/>
                      <m:t>+1≤ </m:t>
                    </m:r>
                    <m:r>
                      <a:rPr lang="en-US" sz="3200" i="1" dirty="0" err="1"/>
                      <m:t>𝑖</m:t>
                    </m:r>
                    <m:r>
                      <a:rPr lang="en-US" sz="3200" i="1" dirty="0"/>
                      <m:t>≤</m:t>
                    </m:r>
                    <m:r>
                      <a:rPr lang="en-US" sz="3200" b="0" i="1" dirty="0" smtClean="0"/>
                      <m:t>𝑟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Conquer</a:t>
                </a:r>
                <a:r>
                  <a:rPr lang="en-US" sz="3200" dirty="0"/>
                  <a:t>: Sort the subarrays </a:t>
                </a:r>
                <a14:m>
                  <m:oMath xmlns:m="http://schemas.openxmlformats.org/officeDocument/2006/math">
                    <m:r>
                      <a:rPr lang="en-US" sz="3200" i="1" dirty="0" smtClean="0"/>
                      <m:t>𝐴</m:t>
                    </m:r>
                    <m:r>
                      <a:rPr lang="en-US" sz="3200" i="1" dirty="0" smtClean="0"/>
                      <m:t>[</m:t>
                    </m:r>
                    <m:r>
                      <a:rPr lang="en-US" sz="3200" i="1" dirty="0" smtClean="0"/>
                      <m:t>𝑝</m:t>
                    </m:r>
                    <m:r>
                      <a:rPr lang="en-US" sz="3200" i="1" dirty="0" smtClean="0"/>
                      <m:t>..</m:t>
                    </m:r>
                    <m:r>
                      <a:rPr lang="en-US" sz="3200" i="1" dirty="0" smtClean="0"/>
                      <m:t>𝑞</m:t>
                    </m:r>
                    <m:r>
                      <a:rPr lang="en-US" sz="3200" i="1" dirty="0" smtClean="0"/>
                      <m:t>−1] </m:t>
                    </m:r>
                  </m:oMath>
                </a14:m>
                <a:r>
                  <a:rPr lang="en-US" sz="3200" dirty="0"/>
                  <a:t>and </a:t>
                </a:r>
                <a14:m>
                  <m:oMath xmlns:m="http://schemas.openxmlformats.org/officeDocument/2006/math">
                    <m:r>
                      <a:rPr lang="en-US" sz="3200" i="1" dirty="0"/>
                      <m:t>𝐴</m:t>
                    </m:r>
                    <m:r>
                      <a:rPr lang="en-US" sz="3200" i="1" dirty="0"/>
                      <m:t>[</m:t>
                    </m:r>
                    <m:r>
                      <a:rPr lang="en-US" sz="3200" i="1" dirty="0"/>
                      <m:t>𝑞</m:t>
                    </m:r>
                    <m:r>
                      <a:rPr lang="en-US" sz="3200" i="1" dirty="0"/>
                      <m:t>+1 .. </m:t>
                    </m:r>
                    <m:r>
                      <a:rPr lang="en-US" sz="3200" i="1" dirty="0"/>
                      <m:t>𝑟</m:t>
                    </m:r>
                    <m:r>
                      <a:rPr lang="en-US" sz="3200" i="1" dirty="0"/>
                      <m:t>] </m:t>
                    </m:r>
                  </m:oMath>
                </a14:m>
                <a:r>
                  <a:rPr lang="en-US" sz="3200" dirty="0"/>
                  <a:t> by recursive calls to quicksort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3200" b="1" dirty="0"/>
                  <a:t>Combine</a:t>
                </a:r>
                <a:r>
                  <a:rPr lang="en-US" sz="3200" dirty="0"/>
                  <a:t>: No work is needed to combine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BFE74CA-6E1A-9301-B250-B025A85B7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51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5884-01D9-F2D3-8B30-7E71A5A9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and Partitioning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176B6B-37FD-ABF6-76A0-3F0617EDBA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2704" y="1825625"/>
            <a:ext cx="5549496" cy="252101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9D4D5A-8F73-E4BF-F6F8-5FE85A5400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891516" cy="4245028"/>
          </a:xfrm>
        </p:spPr>
      </p:pic>
    </p:spTree>
    <p:extLst>
      <p:ext uri="{BB962C8B-B14F-4D97-AF65-F5344CB8AC3E}">
        <p14:creationId xmlns:p14="http://schemas.microsoft.com/office/powerpoint/2010/main" val="292294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0AB4-AD34-CE9A-838D-5CB77430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8082E2-C703-95F8-541D-80BB6822F6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1316" y="1408824"/>
            <a:ext cx="4528895" cy="5084051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638763C-3A51-F3DD-2F18-171ABFB3B7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07813" y="1408824"/>
            <a:ext cx="4391638" cy="3886742"/>
          </a:xfrm>
        </p:spPr>
      </p:pic>
    </p:spTree>
    <p:extLst>
      <p:ext uri="{BB962C8B-B14F-4D97-AF65-F5344CB8AC3E}">
        <p14:creationId xmlns:p14="http://schemas.microsoft.com/office/powerpoint/2010/main" val="2709088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2C38-72C1-2BC0-8217-204C75EA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83715-1132-D5FF-0C2C-29A3C566473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Loop invariant</a:t>
                </a:r>
                <a:r>
                  <a:rPr lang="en-US" dirty="0"/>
                  <a:t>: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83715-1132-D5FF-0C2C-29A3C5664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08587D3A-B532-17AD-815C-410EDFB230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07573" y="1825625"/>
            <a:ext cx="5712228" cy="4115845"/>
          </a:xfrm>
        </p:spPr>
      </p:pic>
    </p:spTree>
    <p:extLst>
      <p:ext uri="{BB962C8B-B14F-4D97-AF65-F5344CB8AC3E}">
        <p14:creationId xmlns:p14="http://schemas.microsoft.com/office/powerpoint/2010/main" val="8619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2CA5-2892-20F1-A97A-0B754F7B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0A5C-C74B-33F0-723A-04128D38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712FE6-9AFA-082A-4E0A-74BC7D882F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13255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Initialization: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No elements are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amd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. Invariant points are satisfied.</a:t>
                </a:r>
              </a:p>
              <a:p>
                <a:r>
                  <a:rPr lang="en-US" b="1" dirty="0"/>
                  <a:t>Maintenance: </a:t>
                </a:r>
                <a:r>
                  <a:rPr lang="en-US" dirty="0"/>
                  <a:t>The assumption is correct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iteration.</a:t>
                </a:r>
                <a:endParaRPr lang="en-US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712FE6-9AFA-082A-4E0A-74BC7D882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1325563"/>
              </a:xfrm>
              <a:blipFill>
                <a:blip r:embed="rId2"/>
                <a:stretch>
                  <a:fillRect l="-986" t="-10092" b="-7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855CFB3-4E84-17FC-0305-19A61D716EEA}"/>
              </a:ext>
            </a:extLst>
          </p:cNvPr>
          <p:cNvGrpSpPr/>
          <p:nvPr/>
        </p:nvGrpSpPr>
        <p:grpSpPr>
          <a:xfrm>
            <a:off x="838198" y="3286125"/>
            <a:ext cx="11173330" cy="3504320"/>
            <a:chOff x="838198" y="3286125"/>
            <a:chExt cx="11173330" cy="350432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53E769-11E6-0784-AD60-12F1B9EEE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5164" y="3286125"/>
              <a:ext cx="4519865" cy="95875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5ABA36-0ECB-BDBE-04B1-6E985290A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98" y="4802541"/>
              <a:ext cx="4519865" cy="19879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2B199B-5290-9CDA-7197-B1042D817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0019" y="4797729"/>
              <a:ext cx="4631509" cy="1961958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0106858-FF76-13A4-7667-85039CBAF116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 flipH="1">
              <a:off x="3098131" y="4244884"/>
              <a:ext cx="3416966" cy="55765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ECB608C-EB82-3BC9-DF5C-00A80DCBF1B1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6515097" y="4244884"/>
              <a:ext cx="3180677" cy="55284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9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1904-099F-2F12-B384-C7B4C206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F73F1-9CC9-F5EB-D000-9C6F1D39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Partitioning: Correctness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FE1257-F16A-DB0F-6F38-0DFD4680C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Termination: </a:t>
                </a:r>
                <a:r>
                  <a:rPr lang="en-US" dirty="0"/>
                  <a:t>At termination, 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Every entry in the array is in one of the three sets described by the invariant, and we have partitioned the values in the array into three sets: those less than or equal to x, those greater than x, and a singleton set containing x.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FE1257-F16A-DB0F-6F38-0DFD4680C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471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60FF-2DCE-69E4-9560-04EF7CED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Quicksort: Performance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E4708-9F6D-C02E-A556-610E4FB10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1048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+1) +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Worst-case partitioning: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−1)+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Best-case partitioning: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:r>
                  <a:rPr lang="en-US" dirty="0"/>
                  <a:t>Average-case partitioning: Close to the best-case: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0E4708-9F6D-C02E-A556-610E4FB10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1048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9799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D037-6369-D8AC-40DD-DD977F00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</a:t>
            </a:r>
            <a:r>
              <a:rPr lang="en-US" dirty="0" err="1"/>
              <a:t>QuickSort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15BF9C-3E6A-4F81-8ACE-F574D6AF50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36497"/>
            <a:ext cx="4820323" cy="181952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EA8F2BE-E037-248E-CA79-3D5142C556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" y="4001835"/>
            <a:ext cx="7041001" cy="2237995"/>
          </a:xfrm>
        </p:spPr>
      </p:pic>
    </p:spTree>
    <p:extLst>
      <p:ext uri="{BB962C8B-B14F-4D97-AF65-F5344CB8AC3E}">
        <p14:creationId xmlns:p14="http://schemas.microsoft.com/office/powerpoint/2010/main" val="453453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C388C-24B5-B680-EC67-986E60CF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Worst-case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BFFB0-7827-89DC-CFE3-1F7D69D79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The guess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DBFFB0-7827-89DC-CFE3-1F7D69D79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11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5738-0085-CEA5-BBD7-F3E4EDC8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D509-2E90-BEE9-21A0-F5AF1BC8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BD8306A-BEC4-198F-12B1-E87D6261B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total number of comparisons in line 4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𝑃𝑎𝑟𝑡𝑖𝑡𝑖𝑜𝑛</m:t>
                    </m:r>
                  </m:oMath>
                </a14:m>
                <a:r>
                  <a:rPr lang="en-US" dirty="0"/>
                  <a:t> over the entire execution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𝑄𝑢𝑖𝑐𝑘𝑆𝑜𝑟𝑡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was sorted the elements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is the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smallest element.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might be compared at most 1 time when one of them is pivot.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𝑐𝑜𝑚𝑝𝑎𝑟𝑒𝑑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;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BD8306A-BEC4-198F-12B1-E87D6261B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 l="-905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9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E0C5-C8CC-0514-D539-5F3698CB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A4FD-6835-1618-20C3-666290F1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6ABE6D-D257-0AD3-349B-76C9669FF8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𝑐𝑜𝑚𝑝𝑎𝑟𝑒𝑑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𝑡𝑜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𝑐𝑜𝑚𝑝𝑎𝑟𝑒𝑑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6ABE6D-D257-0AD3-349B-76C9669FF8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80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AFB1-8842-0F7F-11C8-4EECCBCE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FFEC-8311-3DB4-EAE5-97ED3F80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Quicksort: Average-case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5D15D4-BB84-0EE3-A9CE-ADC392DDC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𝑐𝑛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𝒍𝒐𝒈</m:t>
                          </m:r>
                        </m:fNam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5D15D4-BB84-0EE3-A9CE-ADC392DDC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2274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67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C6B4FB-A1FF-92DF-ABBB-75A56699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Analysing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Sorting Algorithms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1453AC-6F1F-3B3B-7ED1-7CCD8968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Insertion Sort, Bubble Sort, std::sort, Heap Sort</a:t>
            </a:r>
          </a:p>
        </p:txBody>
      </p:sp>
    </p:spTree>
    <p:extLst>
      <p:ext uri="{BB962C8B-B14F-4D97-AF65-F5344CB8AC3E}">
        <p14:creationId xmlns:p14="http://schemas.microsoft.com/office/powerpoint/2010/main" val="2170733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B01BC3-C116-8F3D-BCA9-B4588B91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Comparison (1)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027FD10-8FF7-B2FD-BBDE-76ED33D77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027863"/>
              </p:ext>
            </p:extLst>
          </p:nvPr>
        </p:nvGraphicFramePr>
        <p:xfrm>
          <a:off x="838200" y="1674812"/>
          <a:ext cx="10515600" cy="4818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58968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7974-E3D8-CFB9-C9D8-3F7814F9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Comparison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7DE142-607A-42A8-5067-0138B98EE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731840"/>
              </p:ext>
            </p:extLst>
          </p:nvPr>
        </p:nvGraphicFramePr>
        <p:xfrm>
          <a:off x="838200" y="1358900"/>
          <a:ext cx="10515600" cy="532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163611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C7AF-4C35-D99E-5F59-02BC5B1F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Runtime Dependency on Data Structure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252D59-C5FC-8772-2E23-52769DB9E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943546"/>
              </p:ext>
            </p:extLst>
          </p:nvPr>
        </p:nvGraphicFramePr>
        <p:xfrm>
          <a:off x="838200" y="1690688"/>
          <a:ext cx="10515600" cy="50784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98505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4B47-2F30-B745-9568-BC3C4FD0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4663-ABD8-8CE6-F343-183C1BF3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Runtime Dependency on Data Structure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E91D35-ED25-F07D-5562-C7A416EFE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382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2485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32263</TotalTime>
  <Words>2382</Words>
  <Application>Microsoft Office PowerPoint</Application>
  <PresentationFormat>Widescreen</PresentationFormat>
  <Paragraphs>281</Paragraphs>
  <Slides>58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Aptos</vt:lpstr>
      <vt:lpstr>Arial</vt:lpstr>
      <vt:lpstr>Calibri</vt:lpstr>
      <vt:lpstr>Calibri Light</vt:lpstr>
      <vt:lpstr>Cambria Math</vt:lpstr>
      <vt:lpstr>MT2MIT</vt:lpstr>
      <vt:lpstr>Times-Bold</vt:lpstr>
      <vt:lpstr>Times-Italic</vt:lpstr>
      <vt:lpstr>Times-Roman</vt:lpstr>
      <vt:lpstr>Office Theme</vt:lpstr>
      <vt:lpstr>Introduction to Algorithms</vt:lpstr>
      <vt:lpstr>Course Overview</vt:lpstr>
      <vt:lpstr>Bubble Sort Illustration</vt:lpstr>
      <vt:lpstr>Bubble Sort</vt:lpstr>
      <vt:lpstr>Bubble Sort</vt:lpstr>
      <vt:lpstr>Bubble Sort: Correctness</vt:lpstr>
      <vt:lpstr>Bubble Sort: Correctness: Proof by Induction</vt:lpstr>
      <vt:lpstr>Bubble Sort: Complexity (1)</vt:lpstr>
      <vt:lpstr>Bubble Sort: Complexity (2)</vt:lpstr>
      <vt:lpstr>Bubble Sort: Usage</vt:lpstr>
      <vt:lpstr>Heap Sort</vt:lpstr>
      <vt:lpstr>Heap</vt:lpstr>
      <vt:lpstr>Heap Property</vt:lpstr>
      <vt:lpstr>Heap Height</vt:lpstr>
      <vt:lpstr>Heap: Operations</vt:lpstr>
      <vt:lpstr>Heap Sort: Max-Heapify (1)</vt:lpstr>
      <vt:lpstr>Heap Sort: Max-Heapify (2)</vt:lpstr>
      <vt:lpstr>Heap Sort: Max-Heapify (3)</vt:lpstr>
      <vt:lpstr>Heap Sort: Max-Heapify Running Time (1)</vt:lpstr>
      <vt:lpstr>Heap Sort: Max-Heapify Running Time (2)</vt:lpstr>
      <vt:lpstr>Heap Sort: Build-Max-Heap</vt:lpstr>
      <vt:lpstr>Heap Sort: Build-Max-Heap (2)</vt:lpstr>
      <vt:lpstr>Heap Sort: Build-Max-Heap (3)</vt:lpstr>
      <vt:lpstr>Heap Sort: Build-Max-Heap (4)</vt:lpstr>
      <vt:lpstr>Heap Sort: Build-Max-Heap: Correctness (1)</vt:lpstr>
      <vt:lpstr>Heap Sort: Build-Max-Heap: Correctness (2)</vt:lpstr>
      <vt:lpstr>Heap Sort: Build-Max-Heap: Running Time (1)</vt:lpstr>
      <vt:lpstr>Heap Sort: Build-Max-Heap: Running Time (2)</vt:lpstr>
      <vt:lpstr>Heap Sort</vt:lpstr>
      <vt:lpstr>Heap Sort: Example (1)</vt:lpstr>
      <vt:lpstr>Heap Sort: Example (2)</vt:lpstr>
      <vt:lpstr>Heap Sort: Example (3)</vt:lpstr>
      <vt:lpstr>Heap Sort: Example (4)</vt:lpstr>
      <vt:lpstr>Heap Sort: Example (4)</vt:lpstr>
      <vt:lpstr>Priority Queue (1)</vt:lpstr>
      <vt:lpstr>Priority Queue (2)</vt:lpstr>
      <vt:lpstr>Priority Queue (3)</vt:lpstr>
      <vt:lpstr>Build Max Heap</vt:lpstr>
      <vt:lpstr>Quick Sort</vt:lpstr>
      <vt:lpstr>Quicksort</vt:lpstr>
      <vt:lpstr>Quicksort: Devide-and-Conquer</vt:lpstr>
      <vt:lpstr>Quicksort and Partitioning</vt:lpstr>
      <vt:lpstr>Quicksort: Partitioning</vt:lpstr>
      <vt:lpstr>Quicksort: Partitioning: Correctness</vt:lpstr>
      <vt:lpstr>Quicksort: Partitioning: Correctness (2)</vt:lpstr>
      <vt:lpstr>Quicksort: Partitioning: Correctness (3)</vt:lpstr>
      <vt:lpstr>Quicksort: Performance</vt:lpstr>
      <vt:lpstr>Randomized QuickSort</vt:lpstr>
      <vt:lpstr>Analyzing Quicksort: Worst-case</vt:lpstr>
      <vt:lpstr>Analyzing Quicksort: Average-case (1)</vt:lpstr>
      <vt:lpstr>Analyzing Quicksort: Average-case (2)</vt:lpstr>
      <vt:lpstr>Analyzing Quicksort: Average-case (3)</vt:lpstr>
      <vt:lpstr>Analysing Sorting Algorithms</vt:lpstr>
      <vt:lpstr>Runtime Comparison (1)</vt:lpstr>
      <vt:lpstr>Runtime Comparison (2)</vt:lpstr>
      <vt:lpstr>Insertion Sort Runtime Dependency on Data Structure</vt:lpstr>
      <vt:lpstr>Heap Sort Runtime Dependency on Data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6</cp:revision>
  <dcterms:created xsi:type="dcterms:W3CDTF">2024-06-18T05:26:31Z</dcterms:created>
  <dcterms:modified xsi:type="dcterms:W3CDTF">2025-03-14T04:36:39Z</dcterms:modified>
</cp:coreProperties>
</file>
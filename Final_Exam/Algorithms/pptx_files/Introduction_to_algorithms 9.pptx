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4824" r:id="rId4"/>
    <p:sldId id="4825" r:id="rId5"/>
    <p:sldId id="4827" r:id="rId6"/>
    <p:sldId id="4829" r:id="rId7"/>
    <p:sldId id="4826" r:id="rId8"/>
    <p:sldId id="4830" r:id="rId9"/>
    <p:sldId id="4831" r:id="rId10"/>
    <p:sldId id="4832" r:id="rId11"/>
    <p:sldId id="4833" r:id="rId12"/>
    <p:sldId id="4834" r:id="rId13"/>
    <p:sldId id="4835" r:id="rId14"/>
    <p:sldId id="4837" r:id="rId15"/>
    <p:sldId id="4836" r:id="rId16"/>
    <p:sldId id="4838" r:id="rId17"/>
    <p:sldId id="4839" r:id="rId18"/>
    <p:sldId id="4828" r:id="rId19"/>
    <p:sldId id="4840" r:id="rId20"/>
    <p:sldId id="4841" r:id="rId21"/>
    <p:sldId id="4842" r:id="rId22"/>
    <p:sldId id="4843" r:id="rId23"/>
    <p:sldId id="4844" r:id="rId24"/>
    <p:sldId id="4846" r:id="rId25"/>
    <p:sldId id="4845" r:id="rId26"/>
    <p:sldId id="4847" r:id="rId27"/>
    <p:sldId id="4848" r:id="rId28"/>
    <p:sldId id="4849" r:id="rId29"/>
    <p:sldId id="4850" r:id="rId30"/>
    <p:sldId id="4853" r:id="rId31"/>
    <p:sldId id="4851" r:id="rId32"/>
    <p:sldId id="4854" r:id="rId33"/>
    <p:sldId id="479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913488-A97D-44BA-A9B5-9584A6F88091}" v="3063" dt="2026-03-31T05:33:52.2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61" autoAdjust="0"/>
    <p:restoredTop sz="72513" autoAdjust="0"/>
  </p:normalViewPr>
  <p:slideViewPr>
    <p:cSldViewPr snapToGrid="0">
      <p:cViewPr varScale="1">
        <p:scale>
          <a:sx n="111" d="100"/>
          <a:sy n="111" d="100"/>
        </p:scale>
        <p:origin x="1632" y="114"/>
      </p:cViewPr>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zyan, Levon" userId="ed024b0e-4a1a-418a-8ca0-755e149680c9" providerId="ADAL" clId="{4A4D12F4-25F0-4DC3-8755-13CF4EFB28EA}"/>
    <pc:docChg chg="undo custSel addSld delSld modSld sldOrd modNotesMaster">
      <pc:chgData name="Prazyan, Levon" userId="ed024b0e-4a1a-418a-8ca0-755e149680c9" providerId="ADAL" clId="{4A4D12F4-25F0-4DC3-8755-13CF4EFB28EA}" dt="2026-03-31T05:33:52.227" v="6393"/>
      <pc:docMkLst>
        <pc:docMk/>
      </pc:docMkLst>
      <pc:sldChg chg="modSp mod">
        <pc:chgData name="Prazyan, Levon" userId="ed024b0e-4a1a-418a-8ca0-755e149680c9" providerId="ADAL" clId="{4A4D12F4-25F0-4DC3-8755-13CF4EFB28EA}" dt="2026-03-28T14:15:23.069" v="246"/>
        <pc:sldMkLst>
          <pc:docMk/>
          <pc:sldMk cId="417041952" sldId="257"/>
        </pc:sldMkLst>
        <pc:spChg chg="mod">
          <ac:chgData name="Prazyan, Levon" userId="ed024b0e-4a1a-418a-8ca0-755e149680c9" providerId="ADAL" clId="{4A4D12F4-25F0-4DC3-8755-13CF4EFB28EA}" dt="2026-03-28T14:15:23.069" v="246"/>
          <ac:spMkLst>
            <pc:docMk/>
            <pc:sldMk cId="417041952" sldId="257"/>
            <ac:spMk id="3" creationId="{4BC1998C-E6BD-C71A-C3E7-04FF6D66E39F}"/>
          </ac:spMkLst>
        </pc:spChg>
      </pc:sldChg>
      <pc:sldChg chg="del">
        <pc:chgData name="Prazyan, Levon" userId="ed024b0e-4a1a-418a-8ca0-755e149680c9" providerId="ADAL" clId="{4A4D12F4-25F0-4DC3-8755-13CF4EFB28EA}" dt="2026-03-30T17:04:09.428" v="3276" actId="47"/>
        <pc:sldMkLst>
          <pc:docMk/>
          <pc:sldMk cId="1341934196" sldId="4795"/>
        </pc:sldMkLst>
      </pc:sldChg>
      <pc:sldChg chg="modSp del mod">
        <pc:chgData name="Prazyan, Levon" userId="ed024b0e-4a1a-418a-8ca0-755e149680c9" providerId="ADAL" clId="{4A4D12F4-25F0-4DC3-8755-13CF4EFB28EA}" dt="2026-03-30T17:04:09.428" v="3276" actId="47"/>
        <pc:sldMkLst>
          <pc:docMk/>
          <pc:sldMk cId="607282830" sldId="4796"/>
        </pc:sldMkLst>
      </pc:sldChg>
      <pc:sldChg chg="del">
        <pc:chgData name="Prazyan, Levon" userId="ed024b0e-4a1a-418a-8ca0-755e149680c9" providerId="ADAL" clId="{4A4D12F4-25F0-4DC3-8755-13CF4EFB28EA}" dt="2026-03-30T17:04:09.428" v="3276" actId="47"/>
        <pc:sldMkLst>
          <pc:docMk/>
          <pc:sldMk cId="525504533" sldId="4797"/>
        </pc:sldMkLst>
      </pc:sldChg>
      <pc:sldChg chg="del">
        <pc:chgData name="Prazyan, Levon" userId="ed024b0e-4a1a-418a-8ca0-755e149680c9" providerId="ADAL" clId="{4A4D12F4-25F0-4DC3-8755-13CF4EFB28EA}" dt="2026-03-30T17:04:09.428" v="3276" actId="47"/>
        <pc:sldMkLst>
          <pc:docMk/>
          <pc:sldMk cId="1864441354" sldId="4798"/>
        </pc:sldMkLst>
      </pc:sldChg>
      <pc:sldChg chg="del">
        <pc:chgData name="Prazyan, Levon" userId="ed024b0e-4a1a-418a-8ca0-755e149680c9" providerId="ADAL" clId="{4A4D12F4-25F0-4DC3-8755-13CF4EFB28EA}" dt="2026-03-30T17:04:09.428" v="3276" actId="47"/>
        <pc:sldMkLst>
          <pc:docMk/>
          <pc:sldMk cId="2038347259" sldId="4799"/>
        </pc:sldMkLst>
      </pc:sldChg>
      <pc:sldChg chg="del">
        <pc:chgData name="Prazyan, Levon" userId="ed024b0e-4a1a-418a-8ca0-755e149680c9" providerId="ADAL" clId="{4A4D12F4-25F0-4DC3-8755-13CF4EFB28EA}" dt="2026-03-30T17:04:09.428" v="3276" actId="47"/>
        <pc:sldMkLst>
          <pc:docMk/>
          <pc:sldMk cId="3089995954" sldId="4800"/>
        </pc:sldMkLst>
      </pc:sldChg>
      <pc:sldChg chg="del">
        <pc:chgData name="Prazyan, Levon" userId="ed024b0e-4a1a-418a-8ca0-755e149680c9" providerId="ADAL" clId="{4A4D12F4-25F0-4DC3-8755-13CF4EFB28EA}" dt="2026-03-30T17:04:09.428" v="3276" actId="47"/>
        <pc:sldMkLst>
          <pc:docMk/>
          <pc:sldMk cId="2957971594" sldId="4801"/>
        </pc:sldMkLst>
      </pc:sldChg>
      <pc:sldChg chg="del">
        <pc:chgData name="Prazyan, Levon" userId="ed024b0e-4a1a-418a-8ca0-755e149680c9" providerId="ADAL" clId="{4A4D12F4-25F0-4DC3-8755-13CF4EFB28EA}" dt="2026-03-30T17:04:09.428" v="3276" actId="47"/>
        <pc:sldMkLst>
          <pc:docMk/>
          <pc:sldMk cId="520266709" sldId="4802"/>
        </pc:sldMkLst>
      </pc:sldChg>
      <pc:sldChg chg="del">
        <pc:chgData name="Prazyan, Levon" userId="ed024b0e-4a1a-418a-8ca0-755e149680c9" providerId="ADAL" clId="{4A4D12F4-25F0-4DC3-8755-13CF4EFB28EA}" dt="2026-03-30T17:04:09.428" v="3276" actId="47"/>
        <pc:sldMkLst>
          <pc:docMk/>
          <pc:sldMk cId="3760333997" sldId="4803"/>
        </pc:sldMkLst>
      </pc:sldChg>
      <pc:sldChg chg="del">
        <pc:chgData name="Prazyan, Levon" userId="ed024b0e-4a1a-418a-8ca0-755e149680c9" providerId="ADAL" clId="{4A4D12F4-25F0-4DC3-8755-13CF4EFB28EA}" dt="2026-03-30T17:04:09.428" v="3276" actId="47"/>
        <pc:sldMkLst>
          <pc:docMk/>
          <pc:sldMk cId="3849178490" sldId="4804"/>
        </pc:sldMkLst>
      </pc:sldChg>
      <pc:sldChg chg="del">
        <pc:chgData name="Prazyan, Levon" userId="ed024b0e-4a1a-418a-8ca0-755e149680c9" providerId="ADAL" clId="{4A4D12F4-25F0-4DC3-8755-13CF4EFB28EA}" dt="2026-03-30T17:04:09.428" v="3276" actId="47"/>
        <pc:sldMkLst>
          <pc:docMk/>
          <pc:sldMk cId="1788314087" sldId="4805"/>
        </pc:sldMkLst>
      </pc:sldChg>
      <pc:sldChg chg="del">
        <pc:chgData name="Prazyan, Levon" userId="ed024b0e-4a1a-418a-8ca0-755e149680c9" providerId="ADAL" clId="{4A4D12F4-25F0-4DC3-8755-13CF4EFB28EA}" dt="2026-03-30T17:04:09.428" v="3276" actId="47"/>
        <pc:sldMkLst>
          <pc:docMk/>
          <pc:sldMk cId="2955764328" sldId="4806"/>
        </pc:sldMkLst>
      </pc:sldChg>
      <pc:sldChg chg="del">
        <pc:chgData name="Prazyan, Levon" userId="ed024b0e-4a1a-418a-8ca0-755e149680c9" providerId="ADAL" clId="{4A4D12F4-25F0-4DC3-8755-13CF4EFB28EA}" dt="2026-03-30T17:04:09.428" v="3276" actId="47"/>
        <pc:sldMkLst>
          <pc:docMk/>
          <pc:sldMk cId="2877101619" sldId="4807"/>
        </pc:sldMkLst>
      </pc:sldChg>
      <pc:sldChg chg="del">
        <pc:chgData name="Prazyan, Levon" userId="ed024b0e-4a1a-418a-8ca0-755e149680c9" providerId="ADAL" clId="{4A4D12F4-25F0-4DC3-8755-13CF4EFB28EA}" dt="2026-03-30T17:04:09.428" v="3276" actId="47"/>
        <pc:sldMkLst>
          <pc:docMk/>
          <pc:sldMk cId="3272636931" sldId="4808"/>
        </pc:sldMkLst>
      </pc:sldChg>
      <pc:sldChg chg="del">
        <pc:chgData name="Prazyan, Levon" userId="ed024b0e-4a1a-418a-8ca0-755e149680c9" providerId="ADAL" clId="{4A4D12F4-25F0-4DC3-8755-13CF4EFB28EA}" dt="2026-03-30T17:04:09.428" v="3276" actId="47"/>
        <pc:sldMkLst>
          <pc:docMk/>
          <pc:sldMk cId="1050512547" sldId="4809"/>
        </pc:sldMkLst>
      </pc:sldChg>
      <pc:sldChg chg="del modNotesTx">
        <pc:chgData name="Prazyan, Levon" userId="ed024b0e-4a1a-418a-8ca0-755e149680c9" providerId="ADAL" clId="{4A4D12F4-25F0-4DC3-8755-13CF4EFB28EA}" dt="2026-03-30T17:04:09.428" v="3276" actId="47"/>
        <pc:sldMkLst>
          <pc:docMk/>
          <pc:sldMk cId="1338094608" sldId="4810"/>
        </pc:sldMkLst>
      </pc:sldChg>
      <pc:sldChg chg="del">
        <pc:chgData name="Prazyan, Levon" userId="ed024b0e-4a1a-418a-8ca0-755e149680c9" providerId="ADAL" clId="{4A4D12F4-25F0-4DC3-8755-13CF4EFB28EA}" dt="2026-03-30T17:04:09.428" v="3276" actId="47"/>
        <pc:sldMkLst>
          <pc:docMk/>
          <pc:sldMk cId="1947415928" sldId="4811"/>
        </pc:sldMkLst>
      </pc:sldChg>
      <pc:sldChg chg="del">
        <pc:chgData name="Prazyan, Levon" userId="ed024b0e-4a1a-418a-8ca0-755e149680c9" providerId="ADAL" clId="{4A4D12F4-25F0-4DC3-8755-13CF4EFB28EA}" dt="2026-03-30T17:04:09.428" v="3276" actId="47"/>
        <pc:sldMkLst>
          <pc:docMk/>
          <pc:sldMk cId="2823896045" sldId="4812"/>
        </pc:sldMkLst>
      </pc:sldChg>
      <pc:sldChg chg="del">
        <pc:chgData name="Prazyan, Levon" userId="ed024b0e-4a1a-418a-8ca0-755e149680c9" providerId="ADAL" clId="{4A4D12F4-25F0-4DC3-8755-13CF4EFB28EA}" dt="2026-03-30T17:04:09.428" v="3276" actId="47"/>
        <pc:sldMkLst>
          <pc:docMk/>
          <pc:sldMk cId="4086650281" sldId="4813"/>
        </pc:sldMkLst>
      </pc:sldChg>
      <pc:sldChg chg="del">
        <pc:chgData name="Prazyan, Levon" userId="ed024b0e-4a1a-418a-8ca0-755e149680c9" providerId="ADAL" clId="{4A4D12F4-25F0-4DC3-8755-13CF4EFB28EA}" dt="2026-03-30T17:04:09.428" v="3276" actId="47"/>
        <pc:sldMkLst>
          <pc:docMk/>
          <pc:sldMk cId="1776332250" sldId="4814"/>
        </pc:sldMkLst>
      </pc:sldChg>
      <pc:sldChg chg="del">
        <pc:chgData name="Prazyan, Levon" userId="ed024b0e-4a1a-418a-8ca0-755e149680c9" providerId="ADAL" clId="{4A4D12F4-25F0-4DC3-8755-13CF4EFB28EA}" dt="2026-03-30T17:04:09.428" v="3276" actId="47"/>
        <pc:sldMkLst>
          <pc:docMk/>
          <pc:sldMk cId="1577454509" sldId="4815"/>
        </pc:sldMkLst>
      </pc:sldChg>
      <pc:sldChg chg="del">
        <pc:chgData name="Prazyan, Levon" userId="ed024b0e-4a1a-418a-8ca0-755e149680c9" providerId="ADAL" clId="{4A4D12F4-25F0-4DC3-8755-13CF4EFB28EA}" dt="2026-03-30T17:04:09.428" v="3276" actId="47"/>
        <pc:sldMkLst>
          <pc:docMk/>
          <pc:sldMk cId="634114817" sldId="4816"/>
        </pc:sldMkLst>
      </pc:sldChg>
      <pc:sldChg chg="del">
        <pc:chgData name="Prazyan, Levon" userId="ed024b0e-4a1a-418a-8ca0-755e149680c9" providerId="ADAL" clId="{4A4D12F4-25F0-4DC3-8755-13CF4EFB28EA}" dt="2026-03-30T17:04:09.428" v="3276" actId="47"/>
        <pc:sldMkLst>
          <pc:docMk/>
          <pc:sldMk cId="3699529638" sldId="4817"/>
        </pc:sldMkLst>
      </pc:sldChg>
      <pc:sldChg chg="del">
        <pc:chgData name="Prazyan, Levon" userId="ed024b0e-4a1a-418a-8ca0-755e149680c9" providerId="ADAL" clId="{4A4D12F4-25F0-4DC3-8755-13CF4EFB28EA}" dt="2026-03-30T17:04:09.428" v="3276" actId="47"/>
        <pc:sldMkLst>
          <pc:docMk/>
          <pc:sldMk cId="1829372134" sldId="4818"/>
        </pc:sldMkLst>
      </pc:sldChg>
      <pc:sldChg chg="del">
        <pc:chgData name="Prazyan, Levon" userId="ed024b0e-4a1a-418a-8ca0-755e149680c9" providerId="ADAL" clId="{4A4D12F4-25F0-4DC3-8755-13CF4EFB28EA}" dt="2026-03-30T17:04:09.428" v="3276" actId="47"/>
        <pc:sldMkLst>
          <pc:docMk/>
          <pc:sldMk cId="401471511" sldId="4819"/>
        </pc:sldMkLst>
      </pc:sldChg>
      <pc:sldChg chg="del">
        <pc:chgData name="Prazyan, Levon" userId="ed024b0e-4a1a-418a-8ca0-755e149680c9" providerId="ADAL" clId="{4A4D12F4-25F0-4DC3-8755-13CF4EFB28EA}" dt="2026-03-30T17:04:09.428" v="3276" actId="47"/>
        <pc:sldMkLst>
          <pc:docMk/>
          <pc:sldMk cId="3554467168" sldId="4820"/>
        </pc:sldMkLst>
      </pc:sldChg>
      <pc:sldChg chg="del">
        <pc:chgData name="Prazyan, Levon" userId="ed024b0e-4a1a-418a-8ca0-755e149680c9" providerId="ADAL" clId="{4A4D12F4-25F0-4DC3-8755-13CF4EFB28EA}" dt="2026-03-30T17:04:09.428" v="3276" actId="47"/>
        <pc:sldMkLst>
          <pc:docMk/>
          <pc:sldMk cId="2135903476" sldId="4821"/>
        </pc:sldMkLst>
      </pc:sldChg>
      <pc:sldChg chg="addSp delSp modSp add del mod modClrScheme delAnim modAnim chgLayout">
        <pc:chgData name="Prazyan, Levon" userId="ed024b0e-4a1a-418a-8ca0-755e149680c9" providerId="ADAL" clId="{4A4D12F4-25F0-4DC3-8755-13CF4EFB28EA}" dt="2026-03-30T17:04:09.428" v="3276" actId="47"/>
        <pc:sldMkLst>
          <pc:docMk/>
          <pc:sldMk cId="673005896" sldId="4822"/>
        </pc:sldMkLst>
      </pc:sldChg>
      <pc:sldChg chg="addSp delSp modSp new mod modClrScheme modAnim chgLayout">
        <pc:chgData name="Prazyan, Levon" userId="ed024b0e-4a1a-418a-8ca0-755e149680c9" providerId="ADAL" clId="{4A4D12F4-25F0-4DC3-8755-13CF4EFB28EA}" dt="2026-03-29T07:36:05.323" v="1097"/>
        <pc:sldMkLst>
          <pc:docMk/>
          <pc:sldMk cId="4086086052" sldId="4824"/>
        </pc:sldMkLst>
        <pc:spChg chg="mod ord">
          <ac:chgData name="Prazyan, Levon" userId="ed024b0e-4a1a-418a-8ca0-755e149680c9" providerId="ADAL" clId="{4A4D12F4-25F0-4DC3-8755-13CF4EFB28EA}" dt="2026-03-28T21:38:10.067" v="285" actId="700"/>
          <ac:spMkLst>
            <pc:docMk/>
            <pc:sldMk cId="4086086052" sldId="4824"/>
            <ac:spMk id="2" creationId="{F361E037-94F6-3D53-F1D7-859F7E6E50B7}"/>
          </ac:spMkLst>
        </pc:spChg>
        <pc:spChg chg="mod ord">
          <ac:chgData name="Prazyan, Levon" userId="ed024b0e-4a1a-418a-8ca0-755e149680c9" providerId="ADAL" clId="{4A4D12F4-25F0-4DC3-8755-13CF4EFB28EA}" dt="2026-03-28T21:38:10.067" v="285" actId="700"/>
          <ac:spMkLst>
            <pc:docMk/>
            <pc:sldMk cId="4086086052" sldId="4824"/>
            <ac:spMk id="3" creationId="{A07C3E71-851B-9606-2F2C-C6BB3A5D1D69}"/>
          </ac:spMkLst>
        </pc:spChg>
        <pc:picChg chg="add mod">
          <ac:chgData name="Prazyan, Levon" userId="ed024b0e-4a1a-418a-8ca0-755e149680c9" providerId="ADAL" clId="{4A4D12F4-25F0-4DC3-8755-13CF4EFB28EA}" dt="2026-03-28T21:38:16.137" v="287"/>
          <ac:picMkLst>
            <pc:docMk/>
            <pc:sldMk cId="4086086052" sldId="4824"/>
            <ac:picMk id="1026" creationId="{1D82380E-2217-D92A-A53A-65BFB8FE78BD}"/>
          </ac:picMkLst>
        </pc:picChg>
      </pc:sldChg>
      <pc:sldChg chg="modSp new mod modAnim">
        <pc:chgData name="Prazyan, Levon" userId="ed024b0e-4a1a-418a-8ca0-755e149680c9" providerId="ADAL" clId="{4A4D12F4-25F0-4DC3-8755-13CF4EFB28EA}" dt="2026-03-30T21:49:21.862" v="6359"/>
        <pc:sldMkLst>
          <pc:docMk/>
          <pc:sldMk cId="2440421581" sldId="4825"/>
        </pc:sldMkLst>
        <pc:spChg chg="mod">
          <ac:chgData name="Prazyan, Levon" userId="ed024b0e-4a1a-418a-8ca0-755e149680c9" providerId="ADAL" clId="{4A4D12F4-25F0-4DC3-8755-13CF4EFB28EA}" dt="2026-03-28T21:49:56.455" v="414" actId="20577"/>
          <ac:spMkLst>
            <pc:docMk/>
            <pc:sldMk cId="2440421581" sldId="4825"/>
            <ac:spMk id="2" creationId="{34707D68-742B-B466-0388-84A40CE36BB6}"/>
          </ac:spMkLst>
        </pc:spChg>
        <pc:spChg chg="mod">
          <ac:chgData name="Prazyan, Levon" userId="ed024b0e-4a1a-418a-8ca0-755e149680c9" providerId="ADAL" clId="{4A4D12F4-25F0-4DC3-8755-13CF4EFB28EA}" dt="2026-03-28T21:49:27.475" v="386" actId="20577"/>
          <ac:spMkLst>
            <pc:docMk/>
            <pc:sldMk cId="2440421581" sldId="4825"/>
            <ac:spMk id="3" creationId="{A7A9D773-813F-3A3F-3758-9FE6FBA09DB2}"/>
          </ac:spMkLst>
        </pc:spChg>
      </pc:sldChg>
      <pc:sldChg chg="modSp new mod modAnim">
        <pc:chgData name="Prazyan, Levon" userId="ed024b0e-4a1a-418a-8ca0-755e149680c9" providerId="ADAL" clId="{4A4D12F4-25F0-4DC3-8755-13CF4EFB28EA}" dt="2026-03-31T04:22:03.849" v="6365"/>
        <pc:sldMkLst>
          <pc:docMk/>
          <pc:sldMk cId="2127779659" sldId="4826"/>
        </pc:sldMkLst>
        <pc:spChg chg="mod">
          <ac:chgData name="Prazyan, Levon" userId="ed024b0e-4a1a-418a-8ca0-755e149680c9" providerId="ADAL" clId="{4A4D12F4-25F0-4DC3-8755-13CF4EFB28EA}" dt="2026-03-28T22:03:00.724" v="474" actId="20577"/>
          <ac:spMkLst>
            <pc:docMk/>
            <pc:sldMk cId="2127779659" sldId="4826"/>
            <ac:spMk id="2" creationId="{2B315BA4-18D0-E7F9-8289-84DDECAF0287}"/>
          </ac:spMkLst>
        </pc:spChg>
        <pc:spChg chg="mod">
          <ac:chgData name="Prazyan, Levon" userId="ed024b0e-4a1a-418a-8ca0-755e149680c9" providerId="ADAL" clId="{4A4D12F4-25F0-4DC3-8755-13CF4EFB28EA}" dt="2026-03-28T22:47:33.503" v="785" actId="27636"/>
          <ac:spMkLst>
            <pc:docMk/>
            <pc:sldMk cId="2127779659" sldId="4826"/>
            <ac:spMk id="3" creationId="{BB5E9CF8-8783-B78D-6838-ADF9D6575EFB}"/>
          </ac:spMkLst>
        </pc:spChg>
      </pc:sldChg>
      <pc:sldChg chg="modSp add mod modAnim">
        <pc:chgData name="Prazyan, Levon" userId="ed024b0e-4a1a-418a-8ca0-755e149680c9" providerId="ADAL" clId="{4A4D12F4-25F0-4DC3-8755-13CF4EFB28EA}" dt="2026-03-30T21:50:47.759" v="6361"/>
        <pc:sldMkLst>
          <pc:docMk/>
          <pc:sldMk cId="3715958344" sldId="4827"/>
        </pc:sldMkLst>
        <pc:spChg chg="mod">
          <ac:chgData name="Prazyan, Levon" userId="ed024b0e-4a1a-418a-8ca0-755e149680c9" providerId="ADAL" clId="{4A4D12F4-25F0-4DC3-8755-13CF4EFB28EA}" dt="2026-03-28T21:50:01.068" v="418" actId="20577"/>
          <ac:spMkLst>
            <pc:docMk/>
            <pc:sldMk cId="3715958344" sldId="4827"/>
            <ac:spMk id="2" creationId="{0B2E99E9-907C-25D7-9EA4-67819078CD62}"/>
          </ac:spMkLst>
        </pc:spChg>
        <pc:spChg chg="mod">
          <ac:chgData name="Prazyan, Levon" userId="ed024b0e-4a1a-418a-8ca0-755e149680c9" providerId="ADAL" clId="{4A4D12F4-25F0-4DC3-8755-13CF4EFB28EA}" dt="2026-03-30T21:50:41.714" v="6360" actId="11"/>
          <ac:spMkLst>
            <pc:docMk/>
            <pc:sldMk cId="3715958344" sldId="4827"/>
            <ac:spMk id="3" creationId="{56408519-EEAE-C70E-F6E5-AD74C0FFB638}"/>
          </ac:spMkLst>
        </pc:spChg>
      </pc:sldChg>
      <pc:sldChg chg="modSp new mod modAnim modNotesTx">
        <pc:chgData name="Prazyan, Levon" userId="ed024b0e-4a1a-418a-8ca0-755e149680c9" providerId="ADAL" clId="{4A4D12F4-25F0-4DC3-8755-13CF4EFB28EA}" dt="2026-03-30T17:14:51.146" v="3318" actId="20577"/>
        <pc:sldMkLst>
          <pc:docMk/>
          <pc:sldMk cId="3435189255" sldId="4828"/>
        </pc:sldMkLst>
        <pc:spChg chg="mod">
          <ac:chgData name="Prazyan, Levon" userId="ed024b0e-4a1a-418a-8ca0-755e149680c9" providerId="ADAL" clId="{4A4D12F4-25F0-4DC3-8755-13CF4EFB28EA}" dt="2026-03-30T16:59:23.696" v="3175" actId="20577"/>
          <ac:spMkLst>
            <pc:docMk/>
            <pc:sldMk cId="3435189255" sldId="4828"/>
            <ac:spMk id="2" creationId="{D1C54110-EFF1-4735-0771-1D19F08FD1EA}"/>
          </ac:spMkLst>
        </pc:spChg>
        <pc:spChg chg="mod">
          <ac:chgData name="Prazyan, Levon" userId="ed024b0e-4a1a-418a-8ca0-755e149680c9" providerId="ADAL" clId="{4A4D12F4-25F0-4DC3-8755-13CF4EFB28EA}" dt="2026-03-30T17:03:46.789" v="3274" actId="5793"/>
          <ac:spMkLst>
            <pc:docMk/>
            <pc:sldMk cId="3435189255" sldId="4828"/>
            <ac:spMk id="3" creationId="{64B856CD-D04B-0D1F-67AD-A36CA9D41234}"/>
          </ac:spMkLst>
        </pc:spChg>
      </pc:sldChg>
      <pc:sldChg chg="addSp delSp modSp new mod modClrScheme chgLayout">
        <pc:chgData name="Prazyan, Levon" userId="ed024b0e-4a1a-418a-8ca0-755e149680c9" providerId="ADAL" clId="{4A4D12F4-25F0-4DC3-8755-13CF4EFB28EA}" dt="2026-03-28T22:23:39.510" v="580" actId="6549"/>
        <pc:sldMkLst>
          <pc:docMk/>
          <pc:sldMk cId="1458472830" sldId="4829"/>
        </pc:sldMkLst>
        <pc:spChg chg="mod ord">
          <ac:chgData name="Prazyan, Levon" userId="ed024b0e-4a1a-418a-8ca0-755e149680c9" providerId="ADAL" clId="{4A4D12F4-25F0-4DC3-8755-13CF4EFB28EA}" dt="2026-03-28T22:22:58.216" v="562" actId="700"/>
          <ac:spMkLst>
            <pc:docMk/>
            <pc:sldMk cId="1458472830" sldId="4829"/>
            <ac:spMk id="2" creationId="{8BF38999-50CA-E397-CDF0-883308B2D2CC}"/>
          </ac:spMkLst>
        </pc:spChg>
        <pc:spChg chg="add mod ord">
          <ac:chgData name="Prazyan, Levon" userId="ed024b0e-4a1a-418a-8ca0-755e149680c9" providerId="ADAL" clId="{4A4D12F4-25F0-4DC3-8755-13CF4EFB28EA}" dt="2026-03-28T22:23:39.510" v="580" actId="6549"/>
          <ac:spMkLst>
            <pc:docMk/>
            <pc:sldMk cId="1458472830" sldId="4829"/>
            <ac:spMk id="6" creationId="{442EC7CE-F39D-4584-84F2-0F812B1817B8}"/>
          </ac:spMkLst>
        </pc:spChg>
        <pc:graphicFrameChg chg="add mod ord modGraphic">
          <ac:chgData name="Prazyan, Levon" userId="ed024b0e-4a1a-418a-8ca0-755e149680c9" providerId="ADAL" clId="{4A4D12F4-25F0-4DC3-8755-13CF4EFB28EA}" dt="2026-03-28T22:23:14.123" v="567" actId="14734"/>
          <ac:graphicFrameMkLst>
            <pc:docMk/>
            <pc:sldMk cId="1458472830" sldId="4829"/>
            <ac:graphicFrameMk id="4" creationId="{74267BB4-CE1B-8336-C789-1C4244755556}"/>
          </ac:graphicFrameMkLst>
        </pc:graphicFrameChg>
      </pc:sldChg>
      <pc:sldChg chg="addSp delSp modSp new mod modClrScheme chgLayout">
        <pc:chgData name="Prazyan, Levon" userId="ed024b0e-4a1a-418a-8ca0-755e149680c9" providerId="ADAL" clId="{4A4D12F4-25F0-4DC3-8755-13CF4EFB28EA}" dt="2026-03-31T04:24:17.427" v="6366" actId="20577"/>
        <pc:sldMkLst>
          <pc:docMk/>
          <pc:sldMk cId="1293028555" sldId="4830"/>
        </pc:sldMkLst>
        <pc:spChg chg="mod ord">
          <ac:chgData name="Prazyan, Levon" userId="ed024b0e-4a1a-418a-8ca0-755e149680c9" providerId="ADAL" clId="{4A4D12F4-25F0-4DC3-8755-13CF4EFB28EA}" dt="2026-03-28T22:50:34.214" v="790" actId="700"/>
          <ac:spMkLst>
            <pc:docMk/>
            <pc:sldMk cId="1293028555" sldId="4830"/>
            <ac:spMk id="2" creationId="{129C04C9-2E32-F0FA-E346-62E1F41565DB}"/>
          </ac:spMkLst>
        </pc:spChg>
        <pc:spChg chg="add mod ord">
          <ac:chgData name="Prazyan, Levon" userId="ed024b0e-4a1a-418a-8ca0-755e149680c9" providerId="ADAL" clId="{4A4D12F4-25F0-4DC3-8755-13CF4EFB28EA}" dt="2026-03-31T04:24:17.427" v="6366" actId="20577"/>
          <ac:spMkLst>
            <pc:docMk/>
            <pc:sldMk cId="1293028555" sldId="4830"/>
            <ac:spMk id="5" creationId="{54C2BE75-2EDB-3F85-3762-6F35FFBEBCDA}"/>
          </ac:spMkLst>
        </pc:spChg>
        <pc:picChg chg="add mod ord">
          <ac:chgData name="Prazyan, Levon" userId="ed024b0e-4a1a-418a-8ca0-755e149680c9" providerId="ADAL" clId="{4A4D12F4-25F0-4DC3-8755-13CF4EFB28EA}" dt="2026-03-28T22:50:47.624" v="794" actId="1076"/>
          <ac:picMkLst>
            <pc:docMk/>
            <pc:sldMk cId="1293028555" sldId="4830"/>
            <ac:picMk id="7" creationId="{C4180163-4183-2908-2500-F61D4D0C7C42}"/>
          </ac:picMkLst>
        </pc:picChg>
      </pc:sldChg>
      <pc:sldChg chg="addSp delSp modSp add mod modClrScheme modAnim chgLayout">
        <pc:chgData name="Prazyan, Levon" userId="ed024b0e-4a1a-418a-8ca0-755e149680c9" providerId="ADAL" clId="{4A4D12F4-25F0-4DC3-8755-13CF4EFB28EA}" dt="2026-03-31T04:26:04.926" v="6374"/>
        <pc:sldMkLst>
          <pc:docMk/>
          <pc:sldMk cId="1612074998" sldId="4831"/>
        </pc:sldMkLst>
        <pc:spChg chg="mod ord">
          <ac:chgData name="Prazyan, Levon" userId="ed024b0e-4a1a-418a-8ca0-755e149680c9" providerId="ADAL" clId="{4A4D12F4-25F0-4DC3-8755-13CF4EFB28EA}" dt="2026-03-29T13:04:07.783" v="1484" actId="20577"/>
          <ac:spMkLst>
            <pc:docMk/>
            <pc:sldMk cId="1612074998" sldId="4831"/>
            <ac:spMk id="2" creationId="{6AB21D4D-AD20-A673-F87B-1C339905CAAD}"/>
          </ac:spMkLst>
        </pc:spChg>
        <pc:spChg chg="add mod ord">
          <ac:chgData name="Prazyan, Levon" userId="ed024b0e-4a1a-418a-8ca0-755e149680c9" providerId="ADAL" clId="{4A4D12F4-25F0-4DC3-8755-13CF4EFB28EA}" dt="2026-03-31T04:25:50.914" v="6371" actId="20577"/>
          <ac:spMkLst>
            <pc:docMk/>
            <pc:sldMk cId="1612074998" sldId="4831"/>
            <ac:spMk id="8" creationId="{53D223D8-A25A-2495-B05A-A6C8405E94C1}"/>
          </ac:spMkLst>
        </pc:spChg>
      </pc:sldChg>
      <pc:sldChg chg="addSp delSp modSp add mod modClrScheme chgLayout">
        <pc:chgData name="Prazyan, Levon" userId="ed024b0e-4a1a-418a-8ca0-755e149680c9" providerId="ADAL" clId="{4A4D12F4-25F0-4DC3-8755-13CF4EFB28EA}" dt="2026-03-29T16:04:24.773" v="1996" actId="20577"/>
        <pc:sldMkLst>
          <pc:docMk/>
          <pc:sldMk cId="2274615045" sldId="4832"/>
        </pc:sldMkLst>
        <pc:spChg chg="mod ord">
          <ac:chgData name="Prazyan, Levon" userId="ed024b0e-4a1a-418a-8ca0-755e149680c9" providerId="ADAL" clId="{4A4D12F4-25F0-4DC3-8755-13CF4EFB28EA}" dt="2026-03-29T13:31:13.873" v="1700" actId="700"/>
          <ac:spMkLst>
            <pc:docMk/>
            <pc:sldMk cId="2274615045" sldId="4832"/>
            <ac:spMk id="2" creationId="{A8F4B223-42C9-BE5A-97A7-B1B9D10DBB79}"/>
          </ac:spMkLst>
        </pc:spChg>
        <pc:spChg chg="mod ord">
          <ac:chgData name="Prazyan, Levon" userId="ed024b0e-4a1a-418a-8ca0-755e149680c9" providerId="ADAL" clId="{4A4D12F4-25F0-4DC3-8755-13CF4EFB28EA}" dt="2026-03-29T13:31:27.567" v="1703" actId="404"/>
          <ac:spMkLst>
            <pc:docMk/>
            <pc:sldMk cId="2274615045" sldId="4832"/>
            <ac:spMk id="8" creationId="{306411E6-AF88-A7AB-E261-FECF72214D66}"/>
          </ac:spMkLst>
        </pc:spChg>
        <pc:graphicFrameChg chg="add mod ord modGraphic">
          <ac:chgData name="Prazyan, Levon" userId="ed024b0e-4a1a-418a-8ca0-755e149680c9" providerId="ADAL" clId="{4A4D12F4-25F0-4DC3-8755-13CF4EFB28EA}" dt="2026-03-29T16:04:24.773" v="1996" actId="20577"/>
          <ac:graphicFrameMkLst>
            <pc:docMk/>
            <pc:sldMk cId="2274615045" sldId="4832"/>
            <ac:graphicFrameMk id="4" creationId="{5B70C168-AA45-7FE7-D480-5CCCF83A70C3}"/>
          </ac:graphicFrameMkLst>
        </pc:graphicFrameChg>
      </pc:sldChg>
      <pc:sldChg chg="addSp delSp modSp add mod modClrScheme modAnim chgLayout modNotesTx">
        <pc:chgData name="Prazyan, Levon" userId="ed024b0e-4a1a-418a-8ca0-755e149680c9" providerId="ADAL" clId="{4A4D12F4-25F0-4DC3-8755-13CF4EFB28EA}" dt="2026-03-29T17:02:43.206" v="2311" actId="20577"/>
        <pc:sldMkLst>
          <pc:docMk/>
          <pc:sldMk cId="3409997921" sldId="4833"/>
        </pc:sldMkLst>
        <pc:spChg chg="mod ord">
          <ac:chgData name="Prazyan, Levon" userId="ed024b0e-4a1a-418a-8ca0-755e149680c9" providerId="ADAL" clId="{4A4D12F4-25F0-4DC3-8755-13CF4EFB28EA}" dt="2026-03-29T17:02:43.206" v="2311" actId="20577"/>
          <ac:spMkLst>
            <pc:docMk/>
            <pc:sldMk cId="3409997921" sldId="4833"/>
            <ac:spMk id="2" creationId="{B672847B-A085-9636-BE89-45A14F388EA8}"/>
          </ac:spMkLst>
        </pc:spChg>
        <pc:spChg chg="mod ord">
          <ac:chgData name="Prazyan, Levon" userId="ed024b0e-4a1a-418a-8ca0-755e149680c9" providerId="ADAL" clId="{4A4D12F4-25F0-4DC3-8755-13CF4EFB28EA}" dt="2026-03-29T17:02:18.085" v="2302" actId="113"/>
          <ac:spMkLst>
            <pc:docMk/>
            <pc:sldMk cId="3409997921" sldId="4833"/>
            <ac:spMk id="8" creationId="{D0122F11-8427-45B8-3C1D-4B8FC981954B}"/>
          </ac:spMkLst>
        </pc:spChg>
      </pc:sldChg>
      <pc:sldChg chg="modSp add mod modAnim">
        <pc:chgData name="Prazyan, Levon" userId="ed024b0e-4a1a-418a-8ca0-755e149680c9" providerId="ADAL" clId="{4A4D12F4-25F0-4DC3-8755-13CF4EFB28EA}" dt="2026-03-31T04:50:07.279" v="6384"/>
        <pc:sldMkLst>
          <pc:docMk/>
          <pc:sldMk cId="1598935849" sldId="4834"/>
        </pc:sldMkLst>
        <pc:spChg chg="mod">
          <ac:chgData name="Prazyan, Levon" userId="ed024b0e-4a1a-418a-8ca0-755e149680c9" providerId="ADAL" clId="{4A4D12F4-25F0-4DC3-8755-13CF4EFB28EA}" dt="2026-03-29T17:03:07.612" v="2313" actId="20577"/>
          <ac:spMkLst>
            <pc:docMk/>
            <pc:sldMk cId="1598935849" sldId="4834"/>
            <ac:spMk id="2" creationId="{8330284F-5FB3-344E-F8D1-3A2CFBA45E3E}"/>
          </ac:spMkLst>
        </pc:spChg>
        <pc:spChg chg="mod">
          <ac:chgData name="Prazyan, Levon" userId="ed024b0e-4a1a-418a-8ca0-755e149680c9" providerId="ADAL" clId="{4A4D12F4-25F0-4DC3-8755-13CF4EFB28EA}" dt="2026-03-31T04:48:18.171" v="6380" actId="20577"/>
          <ac:spMkLst>
            <pc:docMk/>
            <pc:sldMk cId="1598935849" sldId="4834"/>
            <ac:spMk id="8" creationId="{F09C5543-F35A-03EE-AE34-F5E7FF92C76A}"/>
          </ac:spMkLst>
        </pc:spChg>
      </pc:sldChg>
      <pc:sldChg chg="addSp delSp modSp add mod modClrScheme chgLayout modNotesTx">
        <pc:chgData name="Prazyan, Levon" userId="ed024b0e-4a1a-418a-8ca0-755e149680c9" providerId="ADAL" clId="{4A4D12F4-25F0-4DC3-8755-13CF4EFB28EA}" dt="2026-03-29T18:24:01.322" v="3010" actId="20577"/>
        <pc:sldMkLst>
          <pc:docMk/>
          <pc:sldMk cId="3628694942" sldId="4835"/>
        </pc:sldMkLst>
        <pc:spChg chg="mod ord">
          <ac:chgData name="Prazyan, Levon" userId="ed024b0e-4a1a-418a-8ca0-755e149680c9" providerId="ADAL" clId="{4A4D12F4-25F0-4DC3-8755-13CF4EFB28EA}" dt="2026-03-29T18:24:01.322" v="3010" actId="20577"/>
          <ac:spMkLst>
            <pc:docMk/>
            <pc:sldMk cId="3628694942" sldId="4835"/>
            <ac:spMk id="2" creationId="{B8129EAF-6CDD-12A1-3022-87E9BE5FD141}"/>
          </ac:spMkLst>
        </pc:spChg>
        <pc:spChg chg="add mod ord">
          <ac:chgData name="Prazyan, Levon" userId="ed024b0e-4a1a-418a-8ca0-755e149680c9" providerId="ADAL" clId="{4A4D12F4-25F0-4DC3-8755-13CF4EFB28EA}" dt="2026-03-29T18:23:06.622" v="2977" actId="1076"/>
          <ac:spMkLst>
            <pc:docMk/>
            <pc:sldMk cId="3628694942" sldId="4835"/>
            <ac:spMk id="4" creationId="{A08DFB8E-457B-9ADD-04C9-9B5190D85CD4}"/>
          </ac:spMkLst>
        </pc:spChg>
        <pc:picChg chg="add mod ord">
          <ac:chgData name="Prazyan, Levon" userId="ed024b0e-4a1a-418a-8ca0-755e149680c9" providerId="ADAL" clId="{4A4D12F4-25F0-4DC3-8755-13CF4EFB28EA}" dt="2026-03-29T18:23:01.194" v="2976" actId="1076"/>
          <ac:picMkLst>
            <pc:docMk/>
            <pc:sldMk cId="3628694942" sldId="4835"/>
            <ac:picMk id="6" creationId="{BF113531-3465-28B9-4A36-D6BB7250758D}"/>
          </ac:picMkLst>
        </pc:picChg>
      </pc:sldChg>
      <pc:sldChg chg="addSp delSp modSp add mod modClrScheme chgLayout">
        <pc:chgData name="Prazyan, Levon" userId="ed024b0e-4a1a-418a-8ca0-755e149680c9" providerId="ADAL" clId="{4A4D12F4-25F0-4DC3-8755-13CF4EFB28EA}" dt="2026-03-29T18:25:09.525" v="3026" actId="700"/>
        <pc:sldMkLst>
          <pc:docMk/>
          <pc:sldMk cId="563146678" sldId="4836"/>
        </pc:sldMkLst>
        <pc:spChg chg="mod ord">
          <ac:chgData name="Prazyan, Levon" userId="ed024b0e-4a1a-418a-8ca0-755e149680c9" providerId="ADAL" clId="{4A4D12F4-25F0-4DC3-8755-13CF4EFB28EA}" dt="2026-03-29T18:25:09.525" v="3026" actId="700"/>
          <ac:spMkLst>
            <pc:docMk/>
            <pc:sldMk cId="563146678" sldId="4836"/>
            <ac:spMk id="2" creationId="{87BFDF21-5B66-59D3-2A47-63DB5164232B}"/>
          </ac:spMkLst>
        </pc:spChg>
        <pc:picChg chg="add mod ord">
          <ac:chgData name="Prazyan, Levon" userId="ed024b0e-4a1a-418a-8ca0-755e149680c9" providerId="ADAL" clId="{4A4D12F4-25F0-4DC3-8755-13CF4EFB28EA}" dt="2026-03-29T18:25:09.525" v="3026" actId="700"/>
          <ac:picMkLst>
            <pc:docMk/>
            <pc:sldMk cId="563146678" sldId="4836"/>
            <ac:picMk id="8" creationId="{21E6F7FF-9DA1-EB11-8356-B666F8139939}"/>
          </ac:picMkLst>
        </pc:picChg>
      </pc:sldChg>
      <pc:sldChg chg="addSp delSp modSp add mod setBg modClrScheme chgLayout">
        <pc:chgData name="Prazyan, Levon" userId="ed024b0e-4a1a-418a-8ca0-755e149680c9" providerId="ADAL" clId="{4A4D12F4-25F0-4DC3-8755-13CF4EFB28EA}" dt="2026-03-31T04:57:59.291" v="6386" actId="1076"/>
        <pc:sldMkLst>
          <pc:docMk/>
          <pc:sldMk cId="3613392472" sldId="4837"/>
        </pc:sldMkLst>
        <pc:spChg chg="mod ord">
          <ac:chgData name="Prazyan, Levon" userId="ed024b0e-4a1a-418a-8ca0-755e149680c9" providerId="ADAL" clId="{4A4D12F4-25F0-4DC3-8755-13CF4EFB28EA}" dt="2026-03-29T18:28:56.568" v="3051" actId="20577"/>
          <ac:spMkLst>
            <pc:docMk/>
            <pc:sldMk cId="3613392472" sldId="4837"/>
            <ac:spMk id="2" creationId="{A012B035-F089-D292-E319-494B175A6C3D}"/>
          </ac:spMkLst>
        </pc:spChg>
        <pc:spChg chg="add">
          <ac:chgData name="Prazyan, Levon" userId="ed024b0e-4a1a-418a-8ca0-755e149680c9" providerId="ADAL" clId="{4A4D12F4-25F0-4DC3-8755-13CF4EFB28EA}" dt="2026-03-29T18:28:48.311" v="3042" actId="26606"/>
          <ac:spMkLst>
            <pc:docMk/>
            <pc:sldMk cId="3613392472" sldId="4837"/>
            <ac:spMk id="31" creationId="{9D768B77-8742-43A0-AF16-6AC4D378E482}"/>
          </ac:spMkLst>
        </pc:spChg>
        <pc:spChg chg="add">
          <ac:chgData name="Prazyan, Levon" userId="ed024b0e-4a1a-418a-8ca0-755e149680c9" providerId="ADAL" clId="{4A4D12F4-25F0-4DC3-8755-13CF4EFB28EA}" dt="2026-03-29T18:28:48.311" v="3042" actId="26606"/>
          <ac:spMkLst>
            <pc:docMk/>
            <pc:sldMk cId="3613392472" sldId="4837"/>
            <ac:spMk id="33" creationId="{48B13CA8-CBEA-4805-955D-CEBE32236560}"/>
          </ac:spMkLst>
        </pc:spChg>
        <pc:picChg chg="add mod ord">
          <ac:chgData name="Prazyan, Levon" userId="ed024b0e-4a1a-418a-8ca0-755e149680c9" providerId="ADAL" clId="{4A4D12F4-25F0-4DC3-8755-13CF4EFB28EA}" dt="2026-03-31T04:57:59.291" v="6386" actId="1076"/>
          <ac:picMkLst>
            <pc:docMk/>
            <pc:sldMk cId="3613392472" sldId="4837"/>
            <ac:picMk id="15" creationId="{33A609AB-0125-717F-9AD7-4B5720B985DA}"/>
          </ac:picMkLst>
        </pc:picChg>
      </pc:sldChg>
      <pc:sldChg chg="modSp new mod modAnim">
        <pc:chgData name="Prazyan, Levon" userId="ed024b0e-4a1a-418a-8ca0-755e149680c9" providerId="ADAL" clId="{4A4D12F4-25F0-4DC3-8755-13CF4EFB28EA}" dt="2026-03-30T16:20:21.530" v="3123" actId="20577"/>
        <pc:sldMkLst>
          <pc:docMk/>
          <pc:sldMk cId="2306535821" sldId="4838"/>
        </pc:sldMkLst>
        <pc:spChg chg="mod">
          <ac:chgData name="Prazyan, Levon" userId="ed024b0e-4a1a-418a-8ca0-755e149680c9" providerId="ADAL" clId="{4A4D12F4-25F0-4DC3-8755-13CF4EFB28EA}" dt="2026-03-30T16:20:21.530" v="3123" actId="20577"/>
          <ac:spMkLst>
            <pc:docMk/>
            <pc:sldMk cId="2306535821" sldId="4838"/>
            <ac:spMk id="2" creationId="{AF61D36A-2159-D91A-26BB-D4A04E76DADB}"/>
          </ac:spMkLst>
        </pc:spChg>
        <pc:spChg chg="mod">
          <ac:chgData name="Prazyan, Levon" userId="ed024b0e-4a1a-418a-8ca0-755e149680c9" providerId="ADAL" clId="{4A4D12F4-25F0-4DC3-8755-13CF4EFB28EA}" dt="2026-03-29T18:40:18.215" v="3104"/>
          <ac:spMkLst>
            <pc:docMk/>
            <pc:sldMk cId="2306535821" sldId="4838"/>
            <ac:spMk id="3" creationId="{A10ABDDB-42E2-0B01-FD4D-2E42A9E56FB7}"/>
          </ac:spMkLst>
        </pc:spChg>
      </pc:sldChg>
      <pc:sldChg chg="modSp add mod modAnim">
        <pc:chgData name="Prazyan, Levon" userId="ed024b0e-4a1a-418a-8ca0-755e149680c9" providerId="ADAL" clId="{4A4D12F4-25F0-4DC3-8755-13CF4EFB28EA}" dt="2026-03-30T16:21:40.583" v="3145" actId="20577"/>
        <pc:sldMkLst>
          <pc:docMk/>
          <pc:sldMk cId="1323255007" sldId="4839"/>
        </pc:sldMkLst>
        <pc:spChg chg="mod">
          <ac:chgData name="Prazyan, Levon" userId="ed024b0e-4a1a-418a-8ca0-755e149680c9" providerId="ADAL" clId="{4A4D12F4-25F0-4DC3-8755-13CF4EFB28EA}" dt="2026-03-30T16:20:30.367" v="3125" actId="20577"/>
          <ac:spMkLst>
            <pc:docMk/>
            <pc:sldMk cId="1323255007" sldId="4839"/>
            <ac:spMk id="2" creationId="{E3399545-37C4-13CD-3296-2CAE43776BE1}"/>
          </ac:spMkLst>
        </pc:spChg>
        <pc:spChg chg="mod">
          <ac:chgData name="Prazyan, Levon" userId="ed024b0e-4a1a-418a-8ca0-755e149680c9" providerId="ADAL" clId="{4A4D12F4-25F0-4DC3-8755-13CF4EFB28EA}" dt="2026-03-30T16:21:40.583" v="3145" actId="20577"/>
          <ac:spMkLst>
            <pc:docMk/>
            <pc:sldMk cId="1323255007" sldId="4839"/>
            <ac:spMk id="3" creationId="{25315D1B-2F52-F532-9F60-403DC46CBB6B}"/>
          </ac:spMkLst>
        </pc:spChg>
      </pc:sldChg>
      <pc:sldChg chg="addSp delSp modSp new mod modNotesTx">
        <pc:chgData name="Prazyan, Levon" userId="ed024b0e-4a1a-418a-8ca0-755e149680c9" providerId="ADAL" clId="{4A4D12F4-25F0-4DC3-8755-13CF4EFB28EA}" dt="2026-03-31T05:18:06.578" v="6391" actId="6549"/>
        <pc:sldMkLst>
          <pc:docMk/>
          <pc:sldMk cId="2321048117" sldId="4840"/>
        </pc:sldMkLst>
        <pc:spChg chg="mod">
          <ac:chgData name="Prazyan, Levon" userId="ed024b0e-4a1a-418a-8ca0-755e149680c9" providerId="ADAL" clId="{4A4D12F4-25F0-4DC3-8755-13CF4EFB28EA}" dt="2026-03-30T18:09:47.239" v="3543" actId="20577"/>
          <ac:spMkLst>
            <pc:docMk/>
            <pc:sldMk cId="2321048117" sldId="4840"/>
            <ac:spMk id="2" creationId="{3B1DF2F8-191F-B4E9-E229-F8FCCCAB7E39}"/>
          </ac:spMkLst>
        </pc:spChg>
        <pc:spChg chg="del mod">
          <ac:chgData name="Prazyan, Levon" userId="ed024b0e-4a1a-418a-8ca0-755e149680c9" providerId="ADAL" clId="{4A4D12F4-25F0-4DC3-8755-13CF4EFB28EA}" dt="2026-03-30T17:19:38.922" v="3378" actId="3680"/>
          <ac:spMkLst>
            <pc:docMk/>
            <pc:sldMk cId="2321048117" sldId="4840"/>
            <ac:spMk id="3" creationId="{51EA10FA-C68C-7B36-0AE2-E6B02479FB87}"/>
          </ac:spMkLst>
        </pc:spChg>
        <pc:graphicFrameChg chg="add mod ord modGraphic">
          <ac:chgData name="Prazyan, Levon" userId="ed024b0e-4a1a-418a-8ca0-755e149680c9" providerId="ADAL" clId="{4A4D12F4-25F0-4DC3-8755-13CF4EFB28EA}" dt="2026-03-31T05:18:06.578" v="6391" actId="6549"/>
          <ac:graphicFrameMkLst>
            <pc:docMk/>
            <pc:sldMk cId="2321048117" sldId="4840"/>
            <ac:graphicFrameMk id="4" creationId="{0A382B09-994B-E291-D57E-337E02957918}"/>
          </ac:graphicFrameMkLst>
        </pc:graphicFrameChg>
      </pc:sldChg>
      <pc:sldChg chg="addSp delSp modSp new mod modClrScheme chgLayout">
        <pc:chgData name="Prazyan, Levon" userId="ed024b0e-4a1a-418a-8ca0-755e149680c9" providerId="ADAL" clId="{4A4D12F4-25F0-4DC3-8755-13CF4EFB28EA}" dt="2026-03-30T18:27:27.481" v="3624"/>
        <pc:sldMkLst>
          <pc:docMk/>
          <pc:sldMk cId="1480015156" sldId="4841"/>
        </pc:sldMkLst>
        <pc:spChg chg="mod ord">
          <ac:chgData name="Prazyan, Levon" userId="ed024b0e-4a1a-418a-8ca0-755e149680c9" providerId="ADAL" clId="{4A4D12F4-25F0-4DC3-8755-13CF4EFB28EA}" dt="2026-03-30T18:23:37.456" v="3622" actId="700"/>
          <ac:spMkLst>
            <pc:docMk/>
            <pc:sldMk cId="1480015156" sldId="4841"/>
            <ac:spMk id="2" creationId="{45C62564-96C6-CEB3-13E3-1601070A6716}"/>
          </ac:spMkLst>
        </pc:spChg>
        <pc:spChg chg="del mod ord">
          <ac:chgData name="Prazyan, Levon" userId="ed024b0e-4a1a-418a-8ca0-755e149680c9" providerId="ADAL" clId="{4A4D12F4-25F0-4DC3-8755-13CF4EFB28EA}" dt="2026-03-30T18:23:37.456" v="3622" actId="700"/>
          <ac:spMkLst>
            <pc:docMk/>
            <pc:sldMk cId="1480015156" sldId="4841"/>
            <ac:spMk id="3" creationId="{8B34F434-89FB-19FD-4528-8FB08A2E6ACB}"/>
          </ac:spMkLst>
        </pc:spChg>
        <pc:spChg chg="add del mod ord">
          <ac:chgData name="Prazyan, Levon" userId="ed024b0e-4a1a-418a-8ca0-755e149680c9" providerId="ADAL" clId="{4A4D12F4-25F0-4DC3-8755-13CF4EFB28EA}" dt="2026-03-30T18:24:40.992" v="3623"/>
          <ac:spMkLst>
            <pc:docMk/>
            <pc:sldMk cId="1480015156" sldId="4841"/>
            <ac:spMk id="4" creationId="{78FC82AB-80C2-4A1A-0C09-E1E7C48AA45E}"/>
          </ac:spMkLst>
        </pc:spChg>
        <pc:spChg chg="add del mod ord">
          <ac:chgData name="Prazyan, Levon" userId="ed024b0e-4a1a-418a-8ca0-755e149680c9" providerId="ADAL" clId="{4A4D12F4-25F0-4DC3-8755-13CF4EFB28EA}" dt="2026-03-30T18:27:27.481" v="3624"/>
          <ac:spMkLst>
            <pc:docMk/>
            <pc:sldMk cId="1480015156" sldId="4841"/>
            <ac:spMk id="5" creationId="{271F46DE-D616-5006-0545-A0BCA07353E8}"/>
          </ac:spMkLst>
        </pc:spChg>
        <pc:picChg chg="add mod">
          <ac:chgData name="Prazyan, Levon" userId="ed024b0e-4a1a-418a-8ca0-755e149680c9" providerId="ADAL" clId="{4A4D12F4-25F0-4DC3-8755-13CF4EFB28EA}" dt="2026-03-30T18:24:40.992" v="3623"/>
          <ac:picMkLst>
            <pc:docMk/>
            <pc:sldMk cId="1480015156" sldId="4841"/>
            <ac:picMk id="1026" creationId="{CFC1A762-6278-AEDC-47B8-43D8EFB64D83}"/>
          </ac:picMkLst>
        </pc:picChg>
        <pc:picChg chg="add mod">
          <ac:chgData name="Prazyan, Levon" userId="ed024b0e-4a1a-418a-8ca0-755e149680c9" providerId="ADAL" clId="{4A4D12F4-25F0-4DC3-8755-13CF4EFB28EA}" dt="2026-03-30T18:27:27.481" v="3624"/>
          <ac:picMkLst>
            <pc:docMk/>
            <pc:sldMk cId="1480015156" sldId="4841"/>
            <ac:picMk id="1028" creationId="{205512A3-C507-B8B4-8D9F-E7BBA0CCC18A}"/>
          </ac:picMkLst>
        </pc:picChg>
      </pc:sldChg>
      <pc:sldChg chg="addSp delSp modSp add mod modClrScheme modAnim chgLayout modNotesTx">
        <pc:chgData name="Prazyan, Levon" userId="ed024b0e-4a1a-418a-8ca0-755e149680c9" providerId="ADAL" clId="{4A4D12F4-25F0-4DC3-8755-13CF4EFB28EA}" dt="2026-03-31T05:33:52.227" v="6393"/>
        <pc:sldMkLst>
          <pc:docMk/>
          <pc:sldMk cId="2598746773" sldId="4842"/>
        </pc:sldMkLst>
        <pc:spChg chg="mod ord">
          <ac:chgData name="Prazyan, Levon" userId="ed024b0e-4a1a-418a-8ca0-755e149680c9" providerId="ADAL" clId="{4A4D12F4-25F0-4DC3-8755-13CF4EFB28EA}" dt="2026-03-30T18:45:59.626" v="3765" actId="700"/>
          <ac:spMkLst>
            <pc:docMk/>
            <pc:sldMk cId="2598746773" sldId="4842"/>
            <ac:spMk id="2" creationId="{D4729702-8A17-5E96-12D7-F488FC1E23C0}"/>
          </ac:spMkLst>
        </pc:spChg>
        <pc:spChg chg="add mod ord">
          <ac:chgData name="Prazyan, Levon" userId="ed024b0e-4a1a-418a-8ca0-755e149680c9" providerId="ADAL" clId="{4A4D12F4-25F0-4DC3-8755-13CF4EFB28EA}" dt="2026-03-30T18:46:05.443" v="3770" actId="27636"/>
          <ac:spMkLst>
            <pc:docMk/>
            <pc:sldMk cId="2598746773" sldId="4842"/>
            <ac:spMk id="3" creationId="{6247C76D-BC0E-10D1-7398-7A965DE71A7D}"/>
          </ac:spMkLst>
        </pc:spChg>
        <pc:spChg chg="add del mod ord">
          <ac:chgData name="Prazyan, Levon" userId="ed024b0e-4a1a-418a-8ca0-755e149680c9" providerId="ADAL" clId="{4A4D12F4-25F0-4DC3-8755-13CF4EFB28EA}" dt="2026-03-30T18:45:59.626" v="3765" actId="700"/>
          <ac:spMkLst>
            <pc:docMk/>
            <pc:sldMk cId="2598746773" sldId="4842"/>
            <ac:spMk id="4" creationId="{F01D3A76-A2F3-9BEA-0BBF-ED3C55D7B018}"/>
          </ac:spMkLst>
        </pc:spChg>
        <pc:spChg chg="add del mod ord">
          <ac:chgData name="Prazyan, Levon" userId="ed024b0e-4a1a-418a-8ca0-755e149680c9" providerId="ADAL" clId="{4A4D12F4-25F0-4DC3-8755-13CF4EFB28EA}" dt="2026-03-30T18:45:59.626" v="3765" actId="700"/>
          <ac:spMkLst>
            <pc:docMk/>
            <pc:sldMk cId="2598746773" sldId="4842"/>
            <ac:spMk id="5" creationId="{E5E819B1-15E1-9B67-BBD4-687290050A79}"/>
          </ac:spMkLst>
        </pc:spChg>
        <pc:spChg chg="add del mod ord">
          <ac:chgData name="Prazyan, Levon" userId="ed024b0e-4a1a-418a-8ca0-755e149680c9" providerId="ADAL" clId="{4A4D12F4-25F0-4DC3-8755-13CF4EFB28EA}" dt="2026-03-30T18:45:59.626" v="3765" actId="700"/>
          <ac:spMkLst>
            <pc:docMk/>
            <pc:sldMk cId="2598746773" sldId="4842"/>
            <ac:spMk id="6" creationId="{642DFC7F-9CE7-C968-A136-70CAA544B6AF}"/>
          </ac:spMkLst>
        </pc:spChg>
        <pc:spChg chg="add del mod ord">
          <ac:chgData name="Prazyan, Levon" userId="ed024b0e-4a1a-418a-8ca0-755e149680c9" providerId="ADAL" clId="{4A4D12F4-25F0-4DC3-8755-13CF4EFB28EA}" dt="2026-03-30T18:46:39.594" v="3772" actId="22"/>
          <ac:spMkLst>
            <pc:docMk/>
            <pc:sldMk cId="2598746773" sldId="4842"/>
            <ac:spMk id="7" creationId="{AF798CEF-A4F5-3915-19F8-239A8B4020D1}"/>
          </ac:spMkLst>
        </pc:spChg>
        <pc:picChg chg="add mod ord">
          <ac:chgData name="Prazyan, Levon" userId="ed024b0e-4a1a-418a-8ca0-755e149680c9" providerId="ADAL" clId="{4A4D12F4-25F0-4DC3-8755-13CF4EFB28EA}" dt="2026-03-30T18:47:07.112" v="3775" actId="1076"/>
          <ac:picMkLst>
            <pc:docMk/>
            <pc:sldMk cId="2598746773" sldId="4842"/>
            <ac:picMk id="9" creationId="{50B658BC-C75D-A0CA-9B7C-1F2C86283A9A}"/>
          </ac:picMkLst>
        </pc:picChg>
        <pc:picChg chg="del mod ord">
          <ac:chgData name="Prazyan, Levon" userId="ed024b0e-4a1a-418a-8ca0-755e149680c9" providerId="ADAL" clId="{4A4D12F4-25F0-4DC3-8755-13CF4EFB28EA}" dt="2026-03-30T18:28:26.720" v="3628" actId="478"/>
          <ac:picMkLst>
            <pc:docMk/>
            <pc:sldMk cId="2598746773" sldId="4842"/>
            <ac:picMk id="1026" creationId="{0F0A5EEE-75E3-0705-BBF3-4805E775DE38}"/>
          </ac:picMkLst>
        </pc:picChg>
        <pc:picChg chg="del mod ord">
          <ac:chgData name="Prazyan, Levon" userId="ed024b0e-4a1a-418a-8ca0-755e149680c9" providerId="ADAL" clId="{4A4D12F4-25F0-4DC3-8755-13CF4EFB28EA}" dt="2026-03-30T18:28:26.209" v="3627" actId="478"/>
          <ac:picMkLst>
            <pc:docMk/>
            <pc:sldMk cId="2598746773" sldId="4842"/>
            <ac:picMk id="1028" creationId="{3C8E331C-B378-B67A-D622-23BDB4B6EC2E}"/>
          </ac:picMkLst>
        </pc:picChg>
      </pc:sldChg>
      <pc:sldChg chg="modSp add mod">
        <pc:chgData name="Prazyan, Levon" userId="ed024b0e-4a1a-418a-8ca0-755e149680c9" providerId="ADAL" clId="{4A4D12F4-25F0-4DC3-8755-13CF4EFB28EA}" dt="2026-03-30T18:58:30.735" v="4055" actId="20577"/>
        <pc:sldMkLst>
          <pc:docMk/>
          <pc:sldMk cId="3226224812" sldId="4843"/>
        </pc:sldMkLst>
        <pc:spChg chg="mod">
          <ac:chgData name="Prazyan, Levon" userId="ed024b0e-4a1a-418a-8ca0-755e149680c9" providerId="ADAL" clId="{4A4D12F4-25F0-4DC3-8755-13CF4EFB28EA}" dt="2026-03-30T18:48:58.501" v="3836" actId="20577"/>
          <ac:spMkLst>
            <pc:docMk/>
            <pc:sldMk cId="3226224812" sldId="4843"/>
            <ac:spMk id="2" creationId="{EC82BED7-A950-F603-B3D9-E3FE5A7F488A}"/>
          </ac:spMkLst>
        </pc:spChg>
        <pc:spChg chg="mod">
          <ac:chgData name="Prazyan, Levon" userId="ed024b0e-4a1a-418a-8ca0-755e149680c9" providerId="ADAL" clId="{4A4D12F4-25F0-4DC3-8755-13CF4EFB28EA}" dt="2026-03-30T18:58:30.735" v="4055" actId="20577"/>
          <ac:spMkLst>
            <pc:docMk/>
            <pc:sldMk cId="3226224812" sldId="4843"/>
            <ac:spMk id="3" creationId="{AA29AF17-19D4-9F92-460D-B1F6398953B0}"/>
          </ac:spMkLst>
        </pc:spChg>
      </pc:sldChg>
      <pc:sldChg chg="addSp delSp modSp add mod modNotesTx">
        <pc:chgData name="Prazyan, Levon" userId="ed024b0e-4a1a-418a-8ca0-755e149680c9" providerId="ADAL" clId="{4A4D12F4-25F0-4DC3-8755-13CF4EFB28EA}" dt="2026-03-30T19:30:01.124" v="4579" actId="20577"/>
        <pc:sldMkLst>
          <pc:docMk/>
          <pc:sldMk cId="435324488" sldId="4844"/>
        </pc:sldMkLst>
        <pc:spChg chg="mod">
          <ac:chgData name="Prazyan, Levon" userId="ed024b0e-4a1a-418a-8ca0-755e149680c9" providerId="ADAL" clId="{4A4D12F4-25F0-4DC3-8755-13CF4EFB28EA}" dt="2026-03-30T19:30:01.124" v="4579" actId="20577"/>
          <ac:spMkLst>
            <pc:docMk/>
            <pc:sldMk cId="435324488" sldId="4844"/>
            <ac:spMk id="2" creationId="{31C25841-F4CB-4FB3-ED5E-B68C702C5DE4}"/>
          </ac:spMkLst>
        </pc:spChg>
        <pc:spChg chg="del">
          <ac:chgData name="Prazyan, Levon" userId="ed024b0e-4a1a-418a-8ca0-755e149680c9" providerId="ADAL" clId="{4A4D12F4-25F0-4DC3-8755-13CF4EFB28EA}" dt="2026-03-30T18:59:24.049" v="4071" actId="478"/>
          <ac:spMkLst>
            <pc:docMk/>
            <pc:sldMk cId="435324488" sldId="4844"/>
            <ac:spMk id="3" creationId="{7820F3CD-B9D1-B40A-D215-02BE40B8A99D}"/>
          </ac:spMkLst>
        </pc:spChg>
        <pc:spChg chg="add del mod">
          <ac:chgData name="Prazyan, Levon" userId="ed024b0e-4a1a-418a-8ca0-755e149680c9" providerId="ADAL" clId="{4A4D12F4-25F0-4DC3-8755-13CF4EFB28EA}" dt="2026-03-30T18:59:48.297" v="4072" actId="22"/>
          <ac:spMkLst>
            <pc:docMk/>
            <pc:sldMk cId="435324488" sldId="4844"/>
            <ac:spMk id="5" creationId="{C0FF23CA-3521-12C3-12FB-91E69F014BDE}"/>
          </ac:spMkLst>
        </pc:spChg>
        <pc:picChg chg="add mod ord">
          <ac:chgData name="Prazyan, Levon" userId="ed024b0e-4a1a-418a-8ca0-755e149680c9" providerId="ADAL" clId="{4A4D12F4-25F0-4DC3-8755-13CF4EFB28EA}" dt="2026-03-30T19:00:27.814" v="4080" actId="1076"/>
          <ac:picMkLst>
            <pc:docMk/>
            <pc:sldMk cId="435324488" sldId="4844"/>
            <ac:picMk id="7" creationId="{A646229B-0D55-2633-872B-06D38D7D598D}"/>
          </ac:picMkLst>
        </pc:picChg>
        <pc:picChg chg="mod">
          <ac:chgData name="Prazyan, Levon" userId="ed024b0e-4a1a-418a-8ca0-755e149680c9" providerId="ADAL" clId="{4A4D12F4-25F0-4DC3-8755-13CF4EFB28EA}" dt="2026-03-30T19:00:17.348" v="4079" actId="14100"/>
          <ac:picMkLst>
            <pc:docMk/>
            <pc:sldMk cId="435324488" sldId="4844"/>
            <ac:picMk id="9" creationId="{D71D11E8-7F9C-05BC-D403-C4A57A1BEB82}"/>
          </ac:picMkLst>
        </pc:picChg>
      </pc:sldChg>
      <pc:sldChg chg="addSp delSp modSp new mod">
        <pc:chgData name="Prazyan, Levon" userId="ed024b0e-4a1a-418a-8ca0-755e149680c9" providerId="ADAL" clId="{4A4D12F4-25F0-4DC3-8755-13CF4EFB28EA}" dt="2026-03-30T20:20:49.318" v="4665" actId="20577"/>
        <pc:sldMkLst>
          <pc:docMk/>
          <pc:sldMk cId="545080812" sldId="4845"/>
        </pc:sldMkLst>
        <pc:spChg chg="mod">
          <ac:chgData name="Prazyan, Levon" userId="ed024b0e-4a1a-418a-8ca0-755e149680c9" providerId="ADAL" clId="{4A4D12F4-25F0-4DC3-8755-13CF4EFB28EA}" dt="2026-03-30T20:16:22.900" v="4618" actId="20577"/>
          <ac:spMkLst>
            <pc:docMk/>
            <pc:sldMk cId="545080812" sldId="4845"/>
            <ac:spMk id="2" creationId="{B42C735B-2A2A-7530-5132-5F0C167912D5}"/>
          </ac:spMkLst>
        </pc:spChg>
        <pc:spChg chg="del">
          <ac:chgData name="Prazyan, Levon" userId="ed024b0e-4a1a-418a-8ca0-755e149680c9" providerId="ADAL" clId="{4A4D12F4-25F0-4DC3-8755-13CF4EFB28EA}" dt="2026-03-30T20:17:27.136" v="4619" actId="22"/>
          <ac:spMkLst>
            <pc:docMk/>
            <pc:sldMk cId="545080812" sldId="4845"/>
            <ac:spMk id="3" creationId="{3BDA84A0-C371-5226-B1AB-4270F1D51756}"/>
          </ac:spMkLst>
        </pc:spChg>
        <pc:spChg chg="mod">
          <ac:chgData name="Prazyan, Levon" userId="ed024b0e-4a1a-418a-8ca0-755e149680c9" providerId="ADAL" clId="{4A4D12F4-25F0-4DC3-8755-13CF4EFB28EA}" dt="2026-03-30T20:20:49.318" v="4665" actId="20577"/>
          <ac:spMkLst>
            <pc:docMk/>
            <pc:sldMk cId="545080812" sldId="4845"/>
            <ac:spMk id="4" creationId="{DB631911-4F40-F614-E2F5-EAFC001E6911}"/>
          </ac:spMkLst>
        </pc:spChg>
        <pc:picChg chg="add mod ord">
          <ac:chgData name="Prazyan, Levon" userId="ed024b0e-4a1a-418a-8ca0-755e149680c9" providerId="ADAL" clId="{4A4D12F4-25F0-4DC3-8755-13CF4EFB28EA}" dt="2026-03-30T20:17:43.418" v="4621" actId="14100"/>
          <ac:picMkLst>
            <pc:docMk/>
            <pc:sldMk cId="545080812" sldId="4845"/>
            <ac:picMk id="6" creationId="{26A710BA-7DAD-3615-6CB0-3290DC32D031}"/>
          </ac:picMkLst>
        </pc:picChg>
      </pc:sldChg>
      <pc:sldChg chg="addSp delSp modSp add mod modClrScheme chgLayout modNotesTx">
        <pc:chgData name="Prazyan, Levon" userId="ed024b0e-4a1a-418a-8ca0-755e149680c9" providerId="ADAL" clId="{4A4D12F4-25F0-4DC3-8755-13CF4EFB28EA}" dt="2026-03-30T19:37:38.803" v="4587" actId="20577"/>
        <pc:sldMkLst>
          <pc:docMk/>
          <pc:sldMk cId="1627850583" sldId="4846"/>
        </pc:sldMkLst>
        <pc:spChg chg="mod ord">
          <ac:chgData name="Prazyan, Levon" userId="ed024b0e-4a1a-418a-8ca0-755e149680c9" providerId="ADAL" clId="{4A4D12F4-25F0-4DC3-8755-13CF4EFB28EA}" dt="2026-03-30T19:37:38.803" v="4587" actId="20577"/>
          <ac:spMkLst>
            <pc:docMk/>
            <pc:sldMk cId="1627850583" sldId="4846"/>
            <ac:spMk id="2" creationId="{5FCA441E-A1E0-6A61-0DBD-9CCF034BBD81}"/>
          </ac:spMkLst>
        </pc:spChg>
        <pc:spChg chg="add del mod">
          <ac:chgData name="Prazyan, Levon" userId="ed024b0e-4a1a-418a-8ca0-755e149680c9" providerId="ADAL" clId="{4A4D12F4-25F0-4DC3-8755-13CF4EFB28EA}" dt="2026-03-30T19:17:09.585" v="4116" actId="700"/>
          <ac:spMkLst>
            <pc:docMk/>
            <pc:sldMk cId="1627850583" sldId="4846"/>
            <ac:spMk id="4" creationId="{13C1844A-EA2E-638E-28A6-BC4354DACCF8}"/>
          </ac:spMkLst>
        </pc:spChg>
        <pc:spChg chg="add del mod ord">
          <ac:chgData name="Prazyan, Levon" userId="ed024b0e-4a1a-418a-8ca0-755e149680c9" providerId="ADAL" clId="{4A4D12F4-25F0-4DC3-8755-13CF4EFB28EA}" dt="2026-03-30T19:17:09.585" v="4116" actId="700"/>
          <ac:spMkLst>
            <pc:docMk/>
            <pc:sldMk cId="1627850583" sldId="4846"/>
            <ac:spMk id="6" creationId="{D0F44B4A-1ED9-EE6F-AB69-76912A06D57B}"/>
          </ac:spMkLst>
        </pc:spChg>
        <pc:spChg chg="add mod ord">
          <ac:chgData name="Prazyan, Levon" userId="ed024b0e-4a1a-418a-8ca0-755e149680c9" providerId="ADAL" clId="{4A4D12F4-25F0-4DC3-8755-13CF4EFB28EA}" dt="2026-03-30T19:29:31.903" v="4575" actId="114"/>
          <ac:spMkLst>
            <pc:docMk/>
            <pc:sldMk cId="1627850583" sldId="4846"/>
            <ac:spMk id="8" creationId="{814BF544-75F7-FAB0-60E2-2F5EDFBEB73F}"/>
          </ac:spMkLst>
        </pc:spChg>
        <pc:picChg chg="del">
          <ac:chgData name="Prazyan, Levon" userId="ed024b0e-4a1a-418a-8ca0-755e149680c9" providerId="ADAL" clId="{4A4D12F4-25F0-4DC3-8755-13CF4EFB28EA}" dt="2026-03-30T19:16:31.099" v="4115" actId="478"/>
          <ac:picMkLst>
            <pc:docMk/>
            <pc:sldMk cId="1627850583" sldId="4846"/>
            <ac:picMk id="7" creationId="{F448A7BB-2D78-89FD-1513-3EEE6AFBEE01}"/>
          </ac:picMkLst>
        </pc:picChg>
        <pc:picChg chg="del">
          <ac:chgData name="Prazyan, Levon" userId="ed024b0e-4a1a-418a-8ca0-755e149680c9" providerId="ADAL" clId="{4A4D12F4-25F0-4DC3-8755-13CF4EFB28EA}" dt="2026-03-30T19:16:30.087" v="4114" actId="478"/>
          <ac:picMkLst>
            <pc:docMk/>
            <pc:sldMk cId="1627850583" sldId="4846"/>
            <ac:picMk id="9" creationId="{C6F2D329-1CBC-DC35-6D4B-577B3B0FA885}"/>
          </ac:picMkLst>
        </pc:picChg>
      </pc:sldChg>
      <pc:sldChg chg="addSp delSp modSp new mod chgLayout">
        <pc:chgData name="Prazyan, Levon" userId="ed024b0e-4a1a-418a-8ca0-755e149680c9" providerId="ADAL" clId="{4A4D12F4-25F0-4DC3-8755-13CF4EFB28EA}" dt="2026-03-30T20:22:53.146" v="4724" actId="20577"/>
        <pc:sldMkLst>
          <pc:docMk/>
          <pc:sldMk cId="2795385185" sldId="4847"/>
        </pc:sldMkLst>
        <pc:spChg chg="mod ord">
          <ac:chgData name="Prazyan, Levon" userId="ed024b0e-4a1a-418a-8ca0-755e149680c9" providerId="ADAL" clId="{4A4D12F4-25F0-4DC3-8755-13CF4EFB28EA}" dt="2026-03-30T20:22:53.146" v="4724" actId="20577"/>
          <ac:spMkLst>
            <pc:docMk/>
            <pc:sldMk cId="2795385185" sldId="4847"/>
            <ac:spMk id="2" creationId="{081C79B1-634E-4C7A-5B5B-275BBA7F7969}"/>
          </ac:spMkLst>
        </pc:spChg>
        <pc:spChg chg="del">
          <ac:chgData name="Prazyan, Levon" userId="ed024b0e-4a1a-418a-8ca0-755e149680c9" providerId="ADAL" clId="{4A4D12F4-25F0-4DC3-8755-13CF4EFB28EA}" dt="2026-03-30T20:22:08.850" v="4715" actId="700"/>
          <ac:spMkLst>
            <pc:docMk/>
            <pc:sldMk cId="2795385185" sldId="4847"/>
            <ac:spMk id="3" creationId="{C5D9CD05-E9A3-36B4-AB1E-F4C704F6680A}"/>
          </ac:spMkLst>
        </pc:spChg>
        <pc:spChg chg="del">
          <ac:chgData name="Prazyan, Levon" userId="ed024b0e-4a1a-418a-8ca0-755e149680c9" providerId="ADAL" clId="{4A4D12F4-25F0-4DC3-8755-13CF4EFB28EA}" dt="2026-03-30T20:22:04.411" v="4714" actId="478"/>
          <ac:spMkLst>
            <pc:docMk/>
            <pc:sldMk cId="2795385185" sldId="4847"/>
            <ac:spMk id="4" creationId="{F51E58C5-428B-2CE4-A5CA-4A63DB4EB489}"/>
          </ac:spMkLst>
        </pc:spChg>
        <pc:spChg chg="add del mod ord">
          <ac:chgData name="Prazyan, Levon" userId="ed024b0e-4a1a-418a-8ca0-755e149680c9" providerId="ADAL" clId="{4A4D12F4-25F0-4DC3-8755-13CF4EFB28EA}" dt="2026-03-30T20:22:36.717" v="4716" actId="22"/>
          <ac:spMkLst>
            <pc:docMk/>
            <pc:sldMk cId="2795385185" sldId="4847"/>
            <ac:spMk id="5" creationId="{FF2A1D0A-A69F-C201-13A3-DD022802753D}"/>
          </ac:spMkLst>
        </pc:spChg>
        <pc:spChg chg="add del mod ord">
          <ac:chgData name="Prazyan, Levon" userId="ed024b0e-4a1a-418a-8ca0-755e149680c9" providerId="ADAL" clId="{4A4D12F4-25F0-4DC3-8755-13CF4EFB28EA}" dt="2026-03-30T20:22:39.616" v="4717" actId="478"/>
          <ac:spMkLst>
            <pc:docMk/>
            <pc:sldMk cId="2795385185" sldId="4847"/>
            <ac:spMk id="6" creationId="{D182EAD6-A7DF-A063-F4EE-F8962CB83426}"/>
          </ac:spMkLst>
        </pc:spChg>
        <pc:picChg chg="add mod ord">
          <ac:chgData name="Prazyan, Levon" userId="ed024b0e-4a1a-418a-8ca0-755e149680c9" providerId="ADAL" clId="{4A4D12F4-25F0-4DC3-8755-13CF4EFB28EA}" dt="2026-03-30T20:22:48.938" v="4720" actId="14100"/>
          <ac:picMkLst>
            <pc:docMk/>
            <pc:sldMk cId="2795385185" sldId="4847"/>
            <ac:picMk id="8" creationId="{EB40DEC3-B521-401C-FF86-24CB84F1F3E0}"/>
          </ac:picMkLst>
        </pc:picChg>
      </pc:sldChg>
      <pc:sldChg chg="addSp delSp modSp add mod">
        <pc:chgData name="Prazyan, Levon" userId="ed024b0e-4a1a-418a-8ca0-755e149680c9" providerId="ADAL" clId="{4A4D12F4-25F0-4DC3-8755-13CF4EFB28EA}" dt="2026-03-30T20:23:29.238" v="4730" actId="14100"/>
        <pc:sldMkLst>
          <pc:docMk/>
          <pc:sldMk cId="4151752808" sldId="4848"/>
        </pc:sldMkLst>
        <pc:spChg chg="mod">
          <ac:chgData name="Prazyan, Levon" userId="ed024b0e-4a1a-418a-8ca0-755e149680c9" providerId="ADAL" clId="{4A4D12F4-25F0-4DC3-8755-13CF4EFB28EA}" dt="2026-03-30T20:23:03.966" v="4726" actId="20577"/>
          <ac:spMkLst>
            <pc:docMk/>
            <pc:sldMk cId="4151752808" sldId="4848"/>
            <ac:spMk id="2" creationId="{2D3B2B79-A125-551C-5FB8-99C07CAD2016}"/>
          </ac:spMkLst>
        </pc:spChg>
        <pc:spChg chg="add del mod">
          <ac:chgData name="Prazyan, Levon" userId="ed024b0e-4a1a-418a-8ca0-755e149680c9" providerId="ADAL" clId="{4A4D12F4-25F0-4DC3-8755-13CF4EFB28EA}" dt="2026-03-30T20:23:19.363" v="4728" actId="22"/>
          <ac:spMkLst>
            <pc:docMk/>
            <pc:sldMk cId="4151752808" sldId="4848"/>
            <ac:spMk id="4" creationId="{272C2BF8-6E15-7031-099F-3629261099CF}"/>
          </ac:spMkLst>
        </pc:spChg>
        <pc:picChg chg="add mod ord">
          <ac:chgData name="Prazyan, Levon" userId="ed024b0e-4a1a-418a-8ca0-755e149680c9" providerId="ADAL" clId="{4A4D12F4-25F0-4DC3-8755-13CF4EFB28EA}" dt="2026-03-30T20:23:29.238" v="4730" actId="14100"/>
          <ac:picMkLst>
            <pc:docMk/>
            <pc:sldMk cId="4151752808" sldId="4848"/>
            <ac:picMk id="6" creationId="{F50FD69A-44CE-3B8A-65B2-E35396BE88CF}"/>
          </ac:picMkLst>
        </pc:picChg>
        <pc:picChg chg="del">
          <ac:chgData name="Prazyan, Levon" userId="ed024b0e-4a1a-418a-8ca0-755e149680c9" providerId="ADAL" clId="{4A4D12F4-25F0-4DC3-8755-13CF4EFB28EA}" dt="2026-03-30T20:23:17.894" v="4727" actId="478"/>
          <ac:picMkLst>
            <pc:docMk/>
            <pc:sldMk cId="4151752808" sldId="4848"/>
            <ac:picMk id="8" creationId="{A3BDCDB0-15DD-F621-5283-0DDAE69E1F3B}"/>
          </ac:picMkLst>
        </pc:picChg>
      </pc:sldChg>
      <pc:sldChg chg="addSp delSp modSp new mod modClrScheme chgLayout">
        <pc:chgData name="Prazyan, Levon" userId="ed024b0e-4a1a-418a-8ca0-755e149680c9" providerId="ADAL" clId="{4A4D12F4-25F0-4DC3-8755-13CF4EFB28EA}" dt="2026-03-30T20:59:36.357" v="5523" actId="16959"/>
        <pc:sldMkLst>
          <pc:docMk/>
          <pc:sldMk cId="328690333" sldId="4849"/>
        </pc:sldMkLst>
        <pc:spChg chg="mod ord">
          <ac:chgData name="Prazyan, Levon" userId="ed024b0e-4a1a-418a-8ca0-755e149680c9" providerId="ADAL" clId="{4A4D12F4-25F0-4DC3-8755-13CF4EFB28EA}" dt="2026-03-30T20:24:22.422" v="4773" actId="700"/>
          <ac:spMkLst>
            <pc:docMk/>
            <pc:sldMk cId="328690333" sldId="4849"/>
            <ac:spMk id="2" creationId="{748B4B51-BFFF-E175-CCD0-CB28ABEBB8A9}"/>
          </ac:spMkLst>
        </pc:spChg>
        <pc:spChg chg="del mod ord">
          <ac:chgData name="Prazyan, Levon" userId="ed024b0e-4a1a-418a-8ca0-755e149680c9" providerId="ADAL" clId="{4A4D12F4-25F0-4DC3-8755-13CF4EFB28EA}" dt="2026-03-30T20:24:22.422" v="4773" actId="700"/>
          <ac:spMkLst>
            <pc:docMk/>
            <pc:sldMk cId="328690333" sldId="4849"/>
            <ac:spMk id="3" creationId="{4A58C750-517A-5D93-3F51-67E9FF127B65}"/>
          </ac:spMkLst>
        </pc:spChg>
        <pc:spChg chg="del">
          <ac:chgData name="Prazyan, Levon" userId="ed024b0e-4a1a-418a-8ca0-755e149680c9" providerId="ADAL" clId="{4A4D12F4-25F0-4DC3-8755-13CF4EFB28EA}" dt="2026-03-30T20:24:22.422" v="4773" actId="700"/>
          <ac:spMkLst>
            <pc:docMk/>
            <pc:sldMk cId="328690333" sldId="4849"/>
            <ac:spMk id="4" creationId="{457851F0-6A26-E10D-020F-A4ECE5D66890}"/>
          </ac:spMkLst>
        </pc:spChg>
        <pc:spChg chg="add mod ord">
          <ac:chgData name="Prazyan, Levon" userId="ed024b0e-4a1a-418a-8ca0-755e149680c9" providerId="ADAL" clId="{4A4D12F4-25F0-4DC3-8755-13CF4EFB28EA}" dt="2026-03-30T20:59:36.357" v="5523" actId="16959"/>
          <ac:spMkLst>
            <pc:docMk/>
            <pc:sldMk cId="328690333" sldId="4849"/>
            <ac:spMk id="5" creationId="{AC9717EF-B541-4785-4B09-7F4AD9DE2E51}"/>
          </ac:spMkLst>
        </pc:spChg>
      </pc:sldChg>
      <pc:sldChg chg="addSp delSp modSp add mod modClrScheme chgLayout modNotesTx">
        <pc:chgData name="Prazyan, Levon" userId="ed024b0e-4a1a-418a-8ca0-755e149680c9" providerId="ADAL" clId="{4A4D12F4-25F0-4DC3-8755-13CF4EFB28EA}" dt="2026-03-30T21:26:33.188" v="6005"/>
        <pc:sldMkLst>
          <pc:docMk/>
          <pc:sldMk cId="3370923423" sldId="4850"/>
        </pc:sldMkLst>
        <pc:spChg chg="mod ord">
          <ac:chgData name="Prazyan, Levon" userId="ed024b0e-4a1a-418a-8ca0-755e149680c9" providerId="ADAL" clId="{4A4D12F4-25F0-4DC3-8755-13CF4EFB28EA}" dt="2026-03-30T21:00:14.927" v="5528" actId="700"/>
          <ac:spMkLst>
            <pc:docMk/>
            <pc:sldMk cId="3370923423" sldId="4850"/>
            <ac:spMk id="2" creationId="{D43DA3D3-F69B-C0D1-383A-5ED2DAF4F8B4}"/>
          </ac:spMkLst>
        </pc:spChg>
        <pc:spChg chg="del mod">
          <ac:chgData name="Prazyan, Levon" userId="ed024b0e-4a1a-418a-8ca0-755e149680c9" providerId="ADAL" clId="{4A4D12F4-25F0-4DC3-8755-13CF4EFB28EA}" dt="2026-03-30T21:00:08.896" v="5527" actId="22"/>
          <ac:spMkLst>
            <pc:docMk/>
            <pc:sldMk cId="3370923423" sldId="4850"/>
            <ac:spMk id="5" creationId="{946C466A-BF79-96AC-1BB2-D3659AFE4E34}"/>
          </ac:spMkLst>
        </pc:spChg>
        <pc:spChg chg="add mod ord">
          <ac:chgData name="Prazyan, Levon" userId="ed024b0e-4a1a-418a-8ca0-755e149680c9" providerId="ADAL" clId="{4A4D12F4-25F0-4DC3-8755-13CF4EFB28EA}" dt="2026-03-30T21:26:33.188" v="6005"/>
          <ac:spMkLst>
            <pc:docMk/>
            <pc:sldMk cId="3370923423" sldId="4850"/>
            <ac:spMk id="6" creationId="{CC143DA1-68B4-B276-9A25-092D72E9DC85}"/>
          </ac:spMkLst>
        </pc:spChg>
        <pc:picChg chg="add mod ord">
          <ac:chgData name="Prazyan, Levon" userId="ed024b0e-4a1a-418a-8ca0-755e149680c9" providerId="ADAL" clId="{4A4D12F4-25F0-4DC3-8755-13CF4EFB28EA}" dt="2026-03-30T21:00:28.746" v="5531" actId="14100"/>
          <ac:picMkLst>
            <pc:docMk/>
            <pc:sldMk cId="3370923423" sldId="4850"/>
            <ac:picMk id="4" creationId="{34E156B7-3996-AA84-CD92-EC419D87AF13}"/>
          </ac:picMkLst>
        </pc:picChg>
      </pc:sldChg>
      <pc:sldChg chg="modSp add mod ord">
        <pc:chgData name="Prazyan, Levon" userId="ed024b0e-4a1a-418a-8ca0-755e149680c9" providerId="ADAL" clId="{4A4D12F4-25F0-4DC3-8755-13CF4EFB28EA}" dt="2026-03-30T21:37:47.804" v="6295" actId="20577"/>
        <pc:sldMkLst>
          <pc:docMk/>
          <pc:sldMk cId="683299263" sldId="4851"/>
        </pc:sldMkLst>
        <pc:spChg chg="mod">
          <ac:chgData name="Prazyan, Levon" userId="ed024b0e-4a1a-418a-8ca0-755e149680c9" providerId="ADAL" clId="{4A4D12F4-25F0-4DC3-8755-13CF4EFB28EA}" dt="2026-03-30T21:14:04.853" v="5879" actId="20577"/>
          <ac:spMkLst>
            <pc:docMk/>
            <pc:sldMk cId="683299263" sldId="4851"/>
            <ac:spMk id="2" creationId="{64395CE3-7FC2-10B3-4EAD-36D5A14121E7}"/>
          </ac:spMkLst>
        </pc:spChg>
        <pc:spChg chg="mod">
          <ac:chgData name="Prazyan, Levon" userId="ed024b0e-4a1a-418a-8ca0-755e149680c9" providerId="ADAL" clId="{4A4D12F4-25F0-4DC3-8755-13CF4EFB28EA}" dt="2026-03-30T21:37:47.804" v="6295" actId="20577"/>
          <ac:spMkLst>
            <pc:docMk/>
            <pc:sldMk cId="683299263" sldId="4851"/>
            <ac:spMk id="5" creationId="{2B9D972B-B1F2-BCF3-9BD2-E31FDC362F34}"/>
          </ac:spMkLst>
        </pc:spChg>
      </pc:sldChg>
      <pc:sldChg chg="new del">
        <pc:chgData name="Prazyan, Levon" userId="ed024b0e-4a1a-418a-8ca0-755e149680c9" providerId="ADAL" clId="{4A4D12F4-25F0-4DC3-8755-13CF4EFB28EA}" dt="2026-03-30T21:43:15.457" v="6358" actId="47"/>
        <pc:sldMkLst>
          <pc:docMk/>
          <pc:sldMk cId="883735160" sldId="4852"/>
        </pc:sldMkLst>
      </pc:sldChg>
      <pc:sldChg chg="add">
        <pc:chgData name="Prazyan, Levon" userId="ed024b0e-4a1a-418a-8ca0-755e149680c9" providerId="ADAL" clId="{4A4D12F4-25F0-4DC3-8755-13CF4EFB28EA}" dt="2026-03-30T21:19:40.972" v="5881" actId="2890"/>
        <pc:sldMkLst>
          <pc:docMk/>
          <pc:sldMk cId="3728262847" sldId="4853"/>
        </pc:sldMkLst>
      </pc:sldChg>
      <pc:sldChg chg="modSp add mod">
        <pc:chgData name="Prazyan, Levon" userId="ed024b0e-4a1a-418a-8ca0-755e149680c9" providerId="ADAL" clId="{4A4D12F4-25F0-4DC3-8755-13CF4EFB28EA}" dt="2026-03-30T21:40:05.725" v="6357"/>
        <pc:sldMkLst>
          <pc:docMk/>
          <pc:sldMk cId="1908286833" sldId="4854"/>
        </pc:sldMkLst>
        <pc:spChg chg="mod">
          <ac:chgData name="Prazyan, Levon" userId="ed024b0e-4a1a-418a-8ca0-755e149680c9" providerId="ADAL" clId="{4A4D12F4-25F0-4DC3-8755-13CF4EFB28EA}" dt="2026-03-30T21:31:03.120" v="6049" actId="20577"/>
          <ac:spMkLst>
            <pc:docMk/>
            <pc:sldMk cId="1908286833" sldId="4854"/>
            <ac:spMk id="2" creationId="{99F7D357-A57D-74A6-DEBC-F2298FB1A4FC}"/>
          </ac:spMkLst>
        </pc:spChg>
        <pc:spChg chg="mod">
          <ac:chgData name="Prazyan, Levon" userId="ed024b0e-4a1a-418a-8ca0-755e149680c9" providerId="ADAL" clId="{4A4D12F4-25F0-4DC3-8755-13CF4EFB28EA}" dt="2026-03-30T21:40:05.725" v="6357"/>
          <ac:spMkLst>
            <pc:docMk/>
            <pc:sldMk cId="1908286833" sldId="4854"/>
            <ac:spMk id="5" creationId="{97ACEE63-9184-B060-C1E5-435B19F21F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5" tIns="45718" rIns="91435" bIns="45718"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35" tIns="45718" rIns="91435" bIns="45718" rtlCol="0"/>
          <a:lstStyle>
            <a:lvl1pPr algn="r">
              <a:defRPr sz="1200"/>
            </a:lvl1pPr>
          </a:lstStyle>
          <a:p>
            <a:fld id="{D0DB5702-F164-4492-9EF6-882193065F88}" type="datetimeFigureOut">
              <a:rPr lang="en-US" smtClean="0"/>
              <a:t>3/30/2026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35" tIns="45718" rIns="91435" bIns="45718"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5" tIns="45718" rIns="91435" bIns="4571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0" cy="458787"/>
          </a:xfrm>
          <a:prstGeom prst="rect">
            <a:avLst/>
          </a:prstGeom>
        </p:spPr>
        <p:txBody>
          <a:bodyPr vert="horz" lIns="91435" tIns="45718" rIns="91435" bIns="4571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4"/>
            <a:ext cx="2971800" cy="458787"/>
          </a:xfrm>
          <a:prstGeom prst="rect">
            <a:avLst/>
          </a:prstGeom>
        </p:spPr>
        <p:txBody>
          <a:bodyPr vert="horz" lIns="91435" tIns="45718" rIns="91435" bIns="45718" rtlCol="0" anchor="b"/>
          <a:lstStyle>
            <a:lvl1pPr algn="r">
              <a:defRPr sz="1200"/>
            </a:lvl1pPr>
          </a:lstStyle>
          <a:p>
            <a:fld id="{BD22A58C-8E2F-4CF4-BCC2-14D73B27F336}" type="slidenum">
              <a:rPr lang="en-US" smtClean="0"/>
              <a:t>‹#›</a:t>
            </a:fld>
            <a:endParaRPr lang="en-US" dirty="0"/>
          </a:p>
        </p:txBody>
      </p:sp>
    </p:spTree>
    <p:extLst>
      <p:ext uri="{BB962C8B-B14F-4D97-AF65-F5344CB8AC3E}">
        <p14:creationId xmlns:p14="http://schemas.microsoft.com/office/powerpoint/2010/main" val="78035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Strategy: pick activity with earliest finishing time</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7</a:t>
            </a:fld>
            <a:endParaRPr lang="en-US" dirty="0"/>
          </a:p>
        </p:txBody>
      </p:sp>
    </p:spTree>
    <p:extLst>
      <p:ext uri="{BB962C8B-B14F-4D97-AF65-F5344CB8AC3E}">
        <p14:creationId xmlns:p14="http://schemas.microsoft.com/office/powerpoint/2010/main" val="2159762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S</m:t>
                        </m:r>
                      </m:e>
                      <m:sub>
                        <m:r>
                          <m:rPr>
                            <m:sty m:val="p"/>
                          </m:rPr>
                          <a:rPr lang="en-US" b="0" i="1" smtClean="0">
                            <a:latin typeface="Cambria Math" panose="02040503050406030204" pitchFamily="18" charset="0"/>
                          </a:rPr>
                          <m:t>ij</m:t>
                        </m:r>
                      </m:sub>
                    </m:sSub>
                  </m:oMath>
                </a14:m>
                <a:r>
                  <a:rPr lang="en-US" dirty="0"/>
                  <a:t> - </a:t>
                </a:r>
                <a:r>
                  <a:rPr lang="en-US" sz="1200" b="0" i="0" u="none" strike="noStrike" kern="1200" baseline="0" dirty="0">
                    <a:solidFill>
                      <a:schemeClr val="tx1"/>
                    </a:solidFill>
                    <a:latin typeface="+mn-lt"/>
                    <a:ea typeface="+mn-ea"/>
                    <a:cs typeface="+mn-cs"/>
                  </a:rPr>
                  <a:t>set of activities that start after activity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i</m:t>
                        </m:r>
                      </m:sub>
                    </m:sSub>
                  </m:oMath>
                </a14:m>
                <a:r>
                  <a:rPr lang="en-US" sz="1200" b="0" i="0" u="none" strike="noStrike" kern="1200" baseline="0" dirty="0">
                    <a:solidFill>
                      <a:schemeClr val="tx1"/>
                    </a:solidFill>
                    <a:latin typeface="+mn-lt"/>
                    <a:ea typeface="+mn-ea"/>
                    <a:cs typeface="+mn-cs"/>
                  </a:rPr>
                  <a:t> finishes and that finish before activity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j</m:t>
                        </m:r>
                      </m:sub>
                    </m:sSub>
                  </m:oMath>
                </a14:m>
                <a:r>
                  <a:rPr lang="en-US" sz="1200" b="0" i="0" u="none" strike="noStrike" kern="1200" baseline="0" dirty="0">
                    <a:solidFill>
                      <a:schemeClr val="tx1"/>
                    </a:solidFill>
                    <a:latin typeface="+mn-lt"/>
                    <a:ea typeface="+mn-ea"/>
                    <a:cs typeface="+mn-cs"/>
                  </a:rPr>
                  <a:t> starts.</a:t>
                </a:r>
                <a:endParaRPr lang="en-US" dirty="0"/>
              </a:p>
            </p:txBody>
          </p:sp>
        </mc:Choice>
        <mc:Fallback xmlns="">
          <p:sp>
            <p:nvSpPr>
              <p:cNvPr id="3" name="Notes Placeholder 2"/>
              <p:cNvSpPr>
                <a:spLocks noGrp="1"/>
              </p:cNvSpPr>
              <p:nvPr>
                <p:ph type="body" idx="1"/>
              </p:nvPr>
            </p:nvSpPr>
            <p:spPr/>
            <p:txBody>
              <a:bodyPr/>
              <a:lstStyle/>
              <a:p>
                <a:r>
                  <a:rPr lang="en-US" b="0" i="0">
                    <a:latin typeface="Cambria Math" panose="02040503050406030204" pitchFamily="18" charset="0"/>
                  </a:rPr>
                  <a:t>S_ij</a:t>
                </a:r>
                <a:r>
                  <a:rPr lang="en-US" dirty="0"/>
                  <a:t> - </a:t>
                </a:r>
                <a:r>
                  <a:rPr lang="en-US" sz="1200" b="0" i="0" u="none" strike="noStrike" kern="1200" baseline="0" dirty="0">
                    <a:solidFill>
                      <a:schemeClr val="tx1"/>
                    </a:solidFill>
                    <a:latin typeface="+mn-lt"/>
                    <a:ea typeface="+mn-ea"/>
                    <a:cs typeface="+mn-cs"/>
                  </a:rPr>
                  <a:t>set of activities that start after activity </a:t>
                </a:r>
                <a:r>
                  <a:rPr lang="en-US" b="0" i="0">
                    <a:latin typeface="Cambria Math" panose="02040503050406030204" pitchFamily="18" charset="0"/>
                  </a:rPr>
                  <a:t>a_i</a:t>
                </a:r>
                <a:r>
                  <a:rPr lang="en-US" sz="1200" b="0" i="0" u="none" strike="noStrike" kern="1200" baseline="0" dirty="0">
                    <a:solidFill>
                      <a:schemeClr val="tx1"/>
                    </a:solidFill>
                    <a:latin typeface="+mn-lt"/>
                    <a:ea typeface="+mn-ea"/>
                    <a:cs typeface="+mn-cs"/>
                  </a:rPr>
                  <a:t> finishes and that finish before activity </a:t>
                </a:r>
                <a:r>
                  <a:rPr lang="en-US" b="0" i="0">
                    <a:latin typeface="Cambria Math" panose="02040503050406030204" pitchFamily="18" charset="0"/>
                  </a:rPr>
                  <a:t>a_j</a:t>
                </a:r>
                <a:r>
                  <a:rPr lang="en-US" sz="1200" b="0" i="0" u="none" strike="noStrike" kern="1200" baseline="0" dirty="0">
                    <a:solidFill>
                      <a:schemeClr val="tx1"/>
                    </a:solidFill>
                    <a:latin typeface="+mn-lt"/>
                    <a:ea typeface="+mn-ea"/>
                    <a:cs typeface="+mn-cs"/>
                  </a:rPr>
                  <a:t> starts.</a:t>
                </a:r>
                <a:endParaRPr lang="en-US" dirty="0"/>
              </a:p>
            </p:txBody>
          </p:sp>
        </mc:Fallback>
      </mc:AlternateContent>
      <p:sp>
        <p:nvSpPr>
          <p:cNvPr id="4" name="Slide Number Placeholder 3"/>
          <p:cNvSpPr>
            <a:spLocks noGrp="1"/>
          </p:cNvSpPr>
          <p:nvPr>
            <p:ph type="sldNum" sz="quarter" idx="5"/>
          </p:nvPr>
        </p:nvSpPr>
        <p:spPr/>
        <p:txBody>
          <a:bodyPr/>
          <a:lstStyle/>
          <a:p>
            <a:fld id="{BD22A58C-8E2F-4CF4-BCC2-14D73B27F336}" type="slidenum">
              <a:rPr lang="en-US" smtClean="0"/>
              <a:t>9</a:t>
            </a:fld>
            <a:endParaRPr lang="en-US" dirty="0"/>
          </a:p>
        </p:txBody>
      </p:sp>
    </p:spTree>
    <p:extLst>
      <p:ext uri="{BB962C8B-B14F-4D97-AF65-F5344CB8AC3E}">
        <p14:creationId xmlns:p14="http://schemas.microsoft.com/office/powerpoint/2010/main" val="1327037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71F1-A73C-D10B-5425-B83D6A943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4AA09-94D8-F60E-75E4-4A5F114BD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FE13BB-34EA-6ED6-7FF0-458781BA2E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897A86-92DF-7DEC-560D-244CCCC48861}"/>
              </a:ext>
            </a:extLst>
          </p:cNvPr>
          <p:cNvSpPr>
            <a:spLocks noGrp="1"/>
          </p:cNvSpPr>
          <p:nvPr>
            <p:ph type="sldNum" sz="quarter" idx="5"/>
          </p:nvPr>
        </p:nvSpPr>
        <p:spPr/>
        <p:txBody>
          <a:bodyPr/>
          <a:lstStyle/>
          <a:p>
            <a:fld id="{BD22A58C-8E2F-4CF4-BCC2-14D73B27F336}" type="slidenum">
              <a:rPr lang="en-US" smtClean="0"/>
              <a:t>10</a:t>
            </a:fld>
            <a:endParaRPr lang="en-US" dirty="0"/>
          </a:p>
        </p:txBody>
      </p:sp>
    </p:spTree>
    <p:extLst>
      <p:ext uri="{BB962C8B-B14F-4D97-AF65-F5344CB8AC3E}">
        <p14:creationId xmlns:p14="http://schemas.microsoft.com/office/powerpoint/2010/main" val="3213939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B2EF0-A56F-234D-9AC0-C600AEFE0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2EBF3-7E77-2D95-15A6-E7737D92E15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1E5D803-BCD5-52E9-1310-5195AE432273}"/>
                  </a:ext>
                </a:extLst>
              </p:cNvPr>
              <p:cNvSpPr>
                <a:spLocks noGrp="1"/>
              </p:cNvSpPr>
              <p:nvPr>
                <p:ph type="body" idx="1"/>
              </p:nvPr>
            </p:nvSpPr>
            <p:spPr/>
            <p:txBody>
              <a:bodyPr/>
              <a:lstStyle/>
              <a:p>
                <a:r>
                  <a:rPr lang="en-US" dirty="0"/>
                  <a:t>Choose </a:t>
                </a:r>
                <a14:m>
                  <m:oMath xmlns:m="http://schemas.openxmlformats.org/officeDocument/2006/math">
                    <m:r>
                      <a:rPr lang="en-US" i="1" dirty="0" smtClean="0">
                        <a:latin typeface="Cambria Math" panose="02040503050406030204" pitchFamily="18" charset="0"/>
                      </a:rPr>
                      <m:t>𝑎</m:t>
                    </m:r>
                    <m:r>
                      <a:rPr lang="en-US" b="0" i="1" dirty="0" smtClean="0">
                        <a:latin typeface="Cambria Math" panose="02040503050406030204" pitchFamily="18" charset="0"/>
                      </a:rPr>
                      <m:t>1 </m:t>
                    </m:r>
                  </m:oMath>
                </a14:m>
                <a:endParaRPr lang="en-US" dirty="0"/>
              </a:p>
            </p:txBody>
          </p:sp>
        </mc:Choice>
        <mc:Fallback xmlns="">
          <p:sp>
            <p:nvSpPr>
              <p:cNvPr id="3" name="Notes Placeholder 2">
                <a:extLst>
                  <a:ext uri="{FF2B5EF4-FFF2-40B4-BE49-F238E27FC236}">
                    <a16:creationId xmlns:a16="http://schemas.microsoft.com/office/drawing/2014/main" id="{D1E5D803-BCD5-52E9-1310-5195AE432273}"/>
                  </a:ext>
                </a:extLst>
              </p:cNvPr>
              <p:cNvSpPr>
                <a:spLocks noGrp="1"/>
              </p:cNvSpPr>
              <p:nvPr>
                <p:ph type="body" idx="1"/>
              </p:nvPr>
            </p:nvSpPr>
            <p:spPr/>
            <p:txBody>
              <a:bodyPr/>
              <a:lstStyle/>
              <a:p>
                <a:r>
                  <a:rPr lang="en-US" dirty="0"/>
                  <a:t>Choose </a:t>
                </a:r>
                <a:r>
                  <a:rPr lang="en-US" i="0" dirty="0">
                    <a:latin typeface="Cambria Math" panose="02040503050406030204" pitchFamily="18" charset="0"/>
                  </a:rPr>
                  <a:t>𝑎</a:t>
                </a:r>
                <a:r>
                  <a:rPr lang="en-US" b="0" i="0" dirty="0">
                    <a:latin typeface="Cambria Math" panose="02040503050406030204" pitchFamily="18" charset="0"/>
                  </a:rPr>
                  <a:t>1 </a:t>
                </a:r>
                <a:endParaRPr lang="en-US" dirty="0"/>
              </a:p>
            </p:txBody>
          </p:sp>
        </mc:Fallback>
      </mc:AlternateContent>
      <p:sp>
        <p:nvSpPr>
          <p:cNvPr id="4" name="Slide Number Placeholder 3">
            <a:extLst>
              <a:ext uri="{FF2B5EF4-FFF2-40B4-BE49-F238E27FC236}">
                <a16:creationId xmlns:a16="http://schemas.microsoft.com/office/drawing/2014/main" id="{6858A8BE-D549-CA20-5C5A-535CC1CFD8E2}"/>
              </a:ext>
            </a:extLst>
          </p:cNvPr>
          <p:cNvSpPr>
            <a:spLocks noGrp="1"/>
          </p:cNvSpPr>
          <p:nvPr>
            <p:ph type="sldNum" sz="quarter" idx="5"/>
          </p:nvPr>
        </p:nvSpPr>
        <p:spPr/>
        <p:txBody>
          <a:bodyPr/>
          <a:lstStyle/>
          <a:p>
            <a:fld id="{BD22A58C-8E2F-4CF4-BCC2-14D73B27F336}" type="slidenum">
              <a:rPr lang="en-US" smtClean="0"/>
              <a:t>11</a:t>
            </a:fld>
            <a:endParaRPr lang="en-US" dirty="0"/>
          </a:p>
        </p:txBody>
      </p:sp>
    </p:spTree>
    <p:extLst>
      <p:ext uri="{BB962C8B-B14F-4D97-AF65-F5344CB8AC3E}">
        <p14:creationId xmlns:p14="http://schemas.microsoft.com/office/powerpoint/2010/main" val="2980136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B7B25-D4E2-FEC8-B247-291E71DFE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48C0D-8511-F7EC-FB97-104DFBEA9DF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69D6689-E492-65FB-5DB8-05041D538497}"/>
                  </a:ext>
                </a:extLst>
              </p:cNvPr>
              <p:cNvSpPr>
                <a:spLocks noGrp="1"/>
              </p:cNvSpPr>
              <p:nvPr>
                <p:ph type="body" idx="1"/>
              </p:nvPr>
            </p:nvSpPr>
            <p:spPr/>
            <p:txBody>
              <a:bodyPr/>
              <a:lstStyle/>
              <a:p>
                <a:r>
                  <a:rPr lang="en-US" dirty="0"/>
                  <a:t>Choose </a:t>
                </a:r>
                <a14:m>
                  <m:oMath xmlns:m="http://schemas.openxmlformats.org/officeDocument/2006/math">
                    <m:r>
                      <a:rPr lang="en-US" i="1" dirty="0" smtClean="0">
                        <a:latin typeface="Cambria Math" panose="02040503050406030204" pitchFamily="18" charset="0"/>
                      </a:rPr>
                      <m:t>𝑎</m:t>
                    </m:r>
                    <m:r>
                      <a:rPr lang="en-US" b="0" i="1" dirty="0" smtClean="0">
                        <a:latin typeface="Cambria Math" panose="02040503050406030204" pitchFamily="18" charset="0"/>
                      </a:rPr>
                      <m:t>1 </m:t>
                    </m:r>
                  </m:oMath>
                </a14:m>
                <a:endParaRPr lang="en-US" dirty="0"/>
              </a:p>
            </p:txBody>
          </p:sp>
        </mc:Choice>
        <mc:Fallback xmlns="">
          <p:sp>
            <p:nvSpPr>
              <p:cNvPr id="3" name="Notes Placeholder 2">
                <a:extLst>
                  <a:ext uri="{FF2B5EF4-FFF2-40B4-BE49-F238E27FC236}">
                    <a16:creationId xmlns:a16="http://schemas.microsoft.com/office/drawing/2014/main" id="{F69D6689-E492-65FB-5DB8-05041D538497}"/>
                  </a:ext>
                </a:extLst>
              </p:cNvPr>
              <p:cNvSpPr>
                <a:spLocks noGrp="1"/>
              </p:cNvSpPr>
              <p:nvPr>
                <p:ph type="body" idx="1"/>
              </p:nvPr>
            </p:nvSpPr>
            <p:spPr/>
            <p:txBody>
              <a:bodyPr/>
              <a:lstStyle/>
              <a:p>
                <a:r>
                  <a:rPr lang="en-US" dirty="0"/>
                  <a:t>Choose </a:t>
                </a:r>
                <a:r>
                  <a:rPr lang="en-US" i="0" dirty="0">
                    <a:latin typeface="Cambria Math" panose="02040503050406030204" pitchFamily="18" charset="0"/>
                  </a:rPr>
                  <a:t>𝑎</a:t>
                </a:r>
                <a:r>
                  <a:rPr lang="en-US" b="0" i="0" dirty="0">
                    <a:latin typeface="Cambria Math" panose="02040503050406030204" pitchFamily="18" charset="0"/>
                  </a:rPr>
                  <a:t>1 </a:t>
                </a:r>
                <a:endParaRPr lang="en-US" dirty="0"/>
              </a:p>
            </p:txBody>
          </p:sp>
        </mc:Fallback>
      </mc:AlternateContent>
      <p:sp>
        <p:nvSpPr>
          <p:cNvPr id="4" name="Slide Number Placeholder 3">
            <a:extLst>
              <a:ext uri="{FF2B5EF4-FFF2-40B4-BE49-F238E27FC236}">
                <a16:creationId xmlns:a16="http://schemas.microsoft.com/office/drawing/2014/main" id="{A9FA3AE8-BEFC-1CAB-72C7-71B76380BA24}"/>
              </a:ext>
            </a:extLst>
          </p:cNvPr>
          <p:cNvSpPr>
            <a:spLocks noGrp="1"/>
          </p:cNvSpPr>
          <p:nvPr>
            <p:ph type="sldNum" sz="quarter" idx="5"/>
          </p:nvPr>
        </p:nvSpPr>
        <p:spPr/>
        <p:txBody>
          <a:bodyPr/>
          <a:lstStyle/>
          <a:p>
            <a:fld id="{BD22A58C-8E2F-4CF4-BCC2-14D73B27F336}" type="slidenum">
              <a:rPr lang="en-US" smtClean="0"/>
              <a:t>12</a:t>
            </a:fld>
            <a:endParaRPr lang="en-US" dirty="0"/>
          </a:p>
        </p:txBody>
      </p:sp>
    </p:spTree>
    <p:extLst>
      <p:ext uri="{BB962C8B-B14F-4D97-AF65-F5344CB8AC3E}">
        <p14:creationId xmlns:p14="http://schemas.microsoft.com/office/powerpoint/2010/main" val="581641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3E8AA-AC44-3255-29B7-CE23DB0A7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AB636-F45F-9BDE-EE17-25186797971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54A995F-ED89-C74A-8901-C8AED9BFD26F}"/>
                  </a:ext>
                </a:extLst>
              </p:cNvPr>
              <p:cNvSpPr>
                <a:spLocks noGrp="1"/>
              </p:cNvSpPr>
              <p:nvPr>
                <p:ph type="body" idx="1"/>
              </p:nvPr>
            </p:nvSpPr>
            <p:spPr/>
            <p:txBody>
              <a:bodyPr/>
              <a:lstStyle/>
              <a:p>
                <a:r>
                  <a:rPr lang="en-US" dirty="0"/>
                  <a:t>Time: </a:t>
                </a:r>
                <a14:m>
                  <m:oMath xmlns:m="http://schemas.openxmlformats.org/officeDocument/2006/math">
                    <m:r>
                      <a:rPr lang="en-US" i="1" smtClean="0">
                        <a:latin typeface="Cambria Math" panose="02040503050406030204" pitchFamily="18" charset="0"/>
                        <a:ea typeface="Cambria Math" panose="02040503050406030204" pitchFamily="18" charset="0"/>
                      </a:rPr>
                      <m:t>𝜃</m:t>
                    </m:r>
                    <m:d>
                      <m:dPr>
                        <m:ctrlPr>
                          <a:rPr lang="en-US" i="1" smtClean="0">
                            <a:latin typeface="Cambria Math" panose="02040503050406030204" pitchFamily="18" charset="0"/>
                            <a:ea typeface="Cambria Math" panose="02040503050406030204" pitchFamily="18" charset="0"/>
                          </a:rPr>
                        </m:ctrlPr>
                      </m:dPr>
                      <m:e>
                        <m:r>
                          <m:rPr>
                            <m:sty m:val="p"/>
                          </m:rPr>
                          <a:rPr lang="en-US" b="0" i="1" smtClean="0">
                            <a:latin typeface="Cambria Math" panose="02040503050406030204" pitchFamily="18" charset="0"/>
                            <a:ea typeface="Cambria Math" panose="02040503050406030204" pitchFamily="18" charset="0"/>
                          </a:rPr>
                          <m:t>n</m:t>
                        </m:r>
                      </m:e>
                    </m:d>
                  </m:oMath>
                </a14:m>
                <a:endParaRPr lang="en-US" dirty="0"/>
              </a:p>
            </p:txBody>
          </p:sp>
        </mc:Choice>
        <mc:Fallback xmlns="">
          <p:sp>
            <p:nvSpPr>
              <p:cNvPr id="3" name="Notes Placeholder 2">
                <a:extLst>
                  <a:ext uri="{FF2B5EF4-FFF2-40B4-BE49-F238E27FC236}">
                    <a16:creationId xmlns:a16="http://schemas.microsoft.com/office/drawing/2014/main" id="{654A995F-ED89-C74A-8901-C8AED9BFD26F}"/>
                  </a:ext>
                </a:extLst>
              </p:cNvPr>
              <p:cNvSpPr>
                <a:spLocks noGrp="1"/>
              </p:cNvSpPr>
              <p:nvPr>
                <p:ph type="body" idx="1"/>
              </p:nvPr>
            </p:nvSpPr>
            <p:spPr/>
            <p:txBody>
              <a:bodyPr/>
              <a:lstStyle/>
              <a:p>
                <a:r>
                  <a:rPr lang="en-US" dirty="0"/>
                  <a:t>Time: </a:t>
                </a:r>
                <a:r>
                  <a:rPr lang="en-US" i="0">
                    <a:latin typeface="Cambria Math" panose="02040503050406030204" pitchFamily="18" charset="0"/>
                    <a:ea typeface="Cambria Math" panose="02040503050406030204" pitchFamily="18" charset="0"/>
                  </a:rPr>
                  <a:t>𝜃(</a:t>
                </a:r>
                <a:r>
                  <a:rPr lang="en-US" b="0" i="0">
                    <a:latin typeface="Cambria Math" panose="02040503050406030204" pitchFamily="18" charset="0"/>
                    <a:ea typeface="Cambria Math" panose="02040503050406030204" pitchFamily="18" charset="0"/>
                  </a:rPr>
                  <a:t>n)</a:t>
                </a:r>
                <a:endParaRPr lang="en-US" dirty="0"/>
              </a:p>
            </p:txBody>
          </p:sp>
        </mc:Fallback>
      </mc:AlternateContent>
      <p:sp>
        <p:nvSpPr>
          <p:cNvPr id="4" name="Slide Number Placeholder 3">
            <a:extLst>
              <a:ext uri="{FF2B5EF4-FFF2-40B4-BE49-F238E27FC236}">
                <a16:creationId xmlns:a16="http://schemas.microsoft.com/office/drawing/2014/main" id="{469BA6F3-7242-028C-CB34-7EEC619D527F}"/>
              </a:ext>
            </a:extLst>
          </p:cNvPr>
          <p:cNvSpPr>
            <a:spLocks noGrp="1"/>
          </p:cNvSpPr>
          <p:nvPr>
            <p:ph type="sldNum" sz="quarter" idx="5"/>
          </p:nvPr>
        </p:nvSpPr>
        <p:spPr/>
        <p:txBody>
          <a:bodyPr/>
          <a:lstStyle/>
          <a:p>
            <a:fld id="{BD22A58C-8E2F-4CF4-BCC2-14D73B27F336}" type="slidenum">
              <a:rPr lang="en-US" smtClean="0"/>
              <a:t>13</a:t>
            </a:fld>
            <a:endParaRPr lang="en-US" dirty="0"/>
          </a:p>
        </p:txBody>
      </p:sp>
    </p:spTree>
    <p:extLst>
      <p:ext uri="{BB962C8B-B14F-4D97-AF65-F5344CB8AC3E}">
        <p14:creationId xmlns:p14="http://schemas.microsoft.com/office/powerpoint/2010/main" val="1105780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9A136-AF8C-5F6D-EEC8-B781FA9F7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0D6AE-5A01-FA25-470D-631ED471054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2BBF30A-95EF-C18A-E0C7-7A7142EA1162}"/>
                  </a:ext>
                </a:extLst>
              </p:cNvPr>
              <p:cNvSpPr>
                <a:spLocks noGrp="1"/>
              </p:cNvSpPr>
              <p:nvPr>
                <p:ph type="body" idx="1"/>
              </p:nvPr>
            </p:nvSpPr>
            <p:spPr/>
            <p:txBody>
              <a:bodyPr/>
              <a:lstStyle/>
              <a:p>
                <a:r>
                  <a:rPr lang="en-US" dirty="0"/>
                  <a:t>Time: </a:t>
                </a:r>
                <a14:m>
                  <m:oMath xmlns:m="http://schemas.openxmlformats.org/officeDocument/2006/math">
                    <m:r>
                      <a:rPr lang="en-US" i="1" smtClean="0">
                        <a:latin typeface="Cambria Math" panose="02040503050406030204" pitchFamily="18" charset="0"/>
                        <a:ea typeface="Cambria Math" panose="02040503050406030204" pitchFamily="18" charset="0"/>
                      </a:rPr>
                      <m:t>𝜃</m:t>
                    </m:r>
                    <m:d>
                      <m:dPr>
                        <m:ctrlPr>
                          <a:rPr lang="en-US" i="1" smtClean="0">
                            <a:latin typeface="Cambria Math" panose="02040503050406030204" pitchFamily="18" charset="0"/>
                            <a:ea typeface="Cambria Math" panose="02040503050406030204" pitchFamily="18" charset="0"/>
                          </a:rPr>
                        </m:ctrlPr>
                      </m:dPr>
                      <m:e>
                        <m:r>
                          <m:rPr>
                            <m:sty m:val="p"/>
                          </m:rPr>
                          <a:rPr lang="en-US" b="0" i="1" smtClean="0">
                            <a:latin typeface="Cambria Math" panose="02040503050406030204" pitchFamily="18" charset="0"/>
                            <a:ea typeface="Cambria Math" panose="02040503050406030204" pitchFamily="18" charset="0"/>
                          </a:rPr>
                          <m:t>n</m:t>
                        </m:r>
                      </m:e>
                    </m:d>
                  </m:oMath>
                </a14:m>
                <a:endParaRPr lang="en-US" dirty="0"/>
              </a:p>
            </p:txBody>
          </p:sp>
        </mc:Choice>
        <mc:Fallback xmlns="">
          <p:sp>
            <p:nvSpPr>
              <p:cNvPr id="3" name="Notes Placeholder 2">
                <a:extLst>
                  <a:ext uri="{FF2B5EF4-FFF2-40B4-BE49-F238E27FC236}">
                    <a16:creationId xmlns:a16="http://schemas.microsoft.com/office/drawing/2014/main" id="{82BBF30A-95EF-C18A-E0C7-7A7142EA1162}"/>
                  </a:ext>
                </a:extLst>
              </p:cNvPr>
              <p:cNvSpPr>
                <a:spLocks noGrp="1"/>
              </p:cNvSpPr>
              <p:nvPr>
                <p:ph type="body" idx="1"/>
              </p:nvPr>
            </p:nvSpPr>
            <p:spPr/>
            <p:txBody>
              <a:bodyPr/>
              <a:lstStyle/>
              <a:p>
                <a:r>
                  <a:rPr lang="en-US" dirty="0"/>
                  <a:t>Time: </a:t>
                </a:r>
                <a:r>
                  <a:rPr lang="en-US" i="0">
                    <a:latin typeface="Cambria Math" panose="02040503050406030204" pitchFamily="18" charset="0"/>
                    <a:ea typeface="Cambria Math" panose="02040503050406030204" pitchFamily="18" charset="0"/>
                  </a:rPr>
                  <a:t>𝜃(</a:t>
                </a:r>
                <a:r>
                  <a:rPr lang="en-US" b="0" i="0">
                    <a:latin typeface="Cambria Math" panose="02040503050406030204" pitchFamily="18" charset="0"/>
                    <a:ea typeface="Cambria Math" panose="02040503050406030204" pitchFamily="18" charset="0"/>
                  </a:rPr>
                  <a:t>n)</a:t>
                </a:r>
                <a:endParaRPr lang="en-US" dirty="0"/>
              </a:p>
            </p:txBody>
          </p:sp>
        </mc:Fallback>
      </mc:AlternateContent>
      <p:sp>
        <p:nvSpPr>
          <p:cNvPr id="4" name="Slide Number Placeholder 3">
            <a:extLst>
              <a:ext uri="{FF2B5EF4-FFF2-40B4-BE49-F238E27FC236}">
                <a16:creationId xmlns:a16="http://schemas.microsoft.com/office/drawing/2014/main" id="{64DE7D65-897F-EAA7-901A-51ACEED2985A}"/>
              </a:ext>
            </a:extLst>
          </p:cNvPr>
          <p:cNvSpPr>
            <a:spLocks noGrp="1"/>
          </p:cNvSpPr>
          <p:nvPr>
            <p:ph type="sldNum" sz="quarter" idx="5"/>
          </p:nvPr>
        </p:nvSpPr>
        <p:spPr/>
        <p:txBody>
          <a:bodyPr/>
          <a:lstStyle/>
          <a:p>
            <a:fld id="{BD22A58C-8E2F-4CF4-BCC2-14D73B27F336}" type="slidenum">
              <a:rPr lang="en-US" smtClean="0"/>
              <a:t>14</a:t>
            </a:fld>
            <a:endParaRPr lang="en-US" dirty="0"/>
          </a:p>
        </p:txBody>
      </p:sp>
    </p:spTree>
    <p:extLst>
      <p:ext uri="{BB962C8B-B14F-4D97-AF65-F5344CB8AC3E}">
        <p14:creationId xmlns:p14="http://schemas.microsoft.com/office/powerpoint/2010/main" val="1919519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EA129-3AC2-F5D4-DCA3-F575BC99B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4E7B3-F0E9-E83C-4F1E-FCF575CB962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C7C1503-FB4C-655C-BDDA-024501BA7345}"/>
                  </a:ext>
                </a:extLst>
              </p:cNvPr>
              <p:cNvSpPr>
                <a:spLocks noGrp="1"/>
              </p:cNvSpPr>
              <p:nvPr>
                <p:ph type="body" idx="1"/>
              </p:nvPr>
            </p:nvSpPr>
            <p:spPr/>
            <p:txBody>
              <a:bodyPr/>
              <a:lstStyle/>
              <a:p>
                <a:r>
                  <a:rPr lang="en-US" dirty="0"/>
                  <a:t>Time: </a:t>
                </a:r>
                <a14:m>
                  <m:oMath xmlns:m="http://schemas.openxmlformats.org/officeDocument/2006/math">
                    <m:r>
                      <a:rPr lang="en-US" i="1" smtClean="0">
                        <a:latin typeface="Cambria Math" panose="02040503050406030204" pitchFamily="18" charset="0"/>
                        <a:ea typeface="Cambria Math" panose="02040503050406030204" pitchFamily="18" charset="0"/>
                      </a:rPr>
                      <m:t>𝜃</m:t>
                    </m:r>
                    <m:d>
                      <m:dPr>
                        <m:ctrlPr>
                          <a:rPr lang="en-US" i="1" smtClean="0">
                            <a:latin typeface="Cambria Math" panose="02040503050406030204" pitchFamily="18" charset="0"/>
                            <a:ea typeface="Cambria Math" panose="02040503050406030204" pitchFamily="18" charset="0"/>
                          </a:rPr>
                        </m:ctrlPr>
                      </m:dPr>
                      <m:e>
                        <m:r>
                          <m:rPr>
                            <m:sty m:val="p"/>
                          </m:rPr>
                          <a:rPr lang="en-US" b="0" i="1" smtClean="0">
                            <a:latin typeface="Cambria Math" panose="02040503050406030204" pitchFamily="18" charset="0"/>
                            <a:ea typeface="Cambria Math" panose="02040503050406030204" pitchFamily="18" charset="0"/>
                          </a:rPr>
                          <m:t>n</m:t>
                        </m:r>
                      </m:e>
                    </m:d>
                  </m:oMath>
                </a14:m>
                <a:endParaRPr lang="en-US" dirty="0"/>
              </a:p>
            </p:txBody>
          </p:sp>
        </mc:Choice>
        <mc:Fallback xmlns="">
          <p:sp>
            <p:nvSpPr>
              <p:cNvPr id="3" name="Notes Placeholder 2">
                <a:extLst>
                  <a:ext uri="{FF2B5EF4-FFF2-40B4-BE49-F238E27FC236}">
                    <a16:creationId xmlns:a16="http://schemas.microsoft.com/office/drawing/2014/main" id="{AC7C1503-FB4C-655C-BDDA-024501BA7345}"/>
                  </a:ext>
                </a:extLst>
              </p:cNvPr>
              <p:cNvSpPr>
                <a:spLocks noGrp="1"/>
              </p:cNvSpPr>
              <p:nvPr>
                <p:ph type="body" idx="1"/>
              </p:nvPr>
            </p:nvSpPr>
            <p:spPr/>
            <p:txBody>
              <a:bodyPr/>
              <a:lstStyle/>
              <a:p>
                <a:r>
                  <a:rPr lang="en-US" dirty="0"/>
                  <a:t>Time: </a:t>
                </a:r>
                <a:r>
                  <a:rPr lang="en-US" i="0">
                    <a:latin typeface="Cambria Math" panose="02040503050406030204" pitchFamily="18" charset="0"/>
                    <a:ea typeface="Cambria Math" panose="02040503050406030204" pitchFamily="18" charset="0"/>
                  </a:rPr>
                  <a:t>𝜃(</a:t>
                </a:r>
                <a:r>
                  <a:rPr lang="en-US" b="0" i="0">
                    <a:latin typeface="Cambria Math" panose="02040503050406030204" pitchFamily="18" charset="0"/>
                    <a:ea typeface="Cambria Math" panose="02040503050406030204" pitchFamily="18" charset="0"/>
                  </a:rPr>
                  <a:t>n)</a:t>
                </a:r>
                <a:endParaRPr lang="en-US" dirty="0"/>
              </a:p>
            </p:txBody>
          </p:sp>
        </mc:Fallback>
      </mc:AlternateContent>
      <p:sp>
        <p:nvSpPr>
          <p:cNvPr id="4" name="Slide Number Placeholder 3">
            <a:extLst>
              <a:ext uri="{FF2B5EF4-FFF2-40B4-BE49-F238E27FC236}">
                <a16:creationId xmlns:a16="http://schemas.microsoft.com/office/drawing/2014/main" id="{B12568B5-FC75-9ED4-F3C2-7984927629E6}"/>
              </a:ext>
            </a:extLst>
          </p:cNvPr>
          <p:cNvSpPr>
            <a:spLocks noGrp="1"/>
          </p:cNvSpPr>
          <p:nvPr>
            <p:ph type="sldNum" sz="quarter" idx="5"/>
          </p:nvPr>
        </p:nvSpPr>
        <p:spPr/>
        <p:txBody>
          <a:bodyPr/>
          <a:lstStyle/>
          <a:p>
            <a:fld id="{BD22A58C-8E2F-4CF4-BCC2-14D73B27F336}" type="slidenum">
              <a:rPr lang="en-US" smtClean="0"/>
              <a:t>15</a:t>
            </a:fld>
            <a:endParaRPr lang="en-US" dirty="0"/>
          </a:p>
        </p:txBody>
      </p:sp>
    </p:spTree>
    <p:extLst>
      <p:ext uri="{BB962C8B-B14F-4D97-AF65-F5344CB8AC3E}">
        <p14:creationId xmlns:p14="http://schemas.microsoft.com/office/powerpoint/2010/main" val="131561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problem has the </a:t>
            </a:r>
            <a:r>
              <a:rPr lang="en-US" b="1" dirty="0"/>
              <a:t>greedy-choice property</a:t>
            </a:r>
            <a:r>
              <a:rPr lang="en-US" dirty="0"/>
              <a:t> if a </a:t>
            </a:r>
            <a:r>
              <a:rPr lang="en-US" b="1" dirty="0"/>
              <a:t>globally optimal solution can be obtained by making a locally optimal choice at each step</a:t>
            </a:r>
            <a:r>
              <a:rPr lang="en-US" dirty="0"/>
              <a:t>, without reconsidering previous decisions.</a:t>
            </a:r>
          </a:p>
          <a:p>
            <a:endParaRPr lang="en-US" dirty="0"/>
          </a:p>
          <a:p>
            <a:endParaRPr lang="en-US" dirty="0"/>
          </a:p>
          <a:p>
            <a:r>
              <a:rPr lang="en-US" sz="1200" b="0" i="0" u="none" strike="noStrike" kern="1200" baseline="0" dirty="0">
                <a:solidFill>
                  <a:schemeClr val="tx1"/>
                </a:solidFill>
                <a:latin typeface="+mn-lt"/>
                <a:ea typeface="+mn-ea"/>
                <a:cs typeface="+mn-cs"/>
              </a:rPr>
              <a:t>A problem exhibits </a:t>
            </a:r>
            <a:r>
              <a:rPr lang="en-US" sz="1200" b="1" i="1" u="none" strike="noStrike" kern="1200" baseline="0" dirty="0">
                <a:solidFill>
                  <a:schemeClr val="tx1"/>
                </a:solidFill>
                <a:latin typeface="+mn-lt"/>
                <a:ea typeface="+mn-ea"/>
                <a:cs typeface="+mn-cs"/>
              </a:rPr>
              <a:t>optimal substructure </a:t>
            </a:r>
            <a:r>
              <a:rPr lang="en-US" sz="1200" b="0" i="0" u="none" strike="noStrike" kern="1200" baseline="0" dirty="0">
                <a:solidFill>
                  <a:schemeClr val="tx1"/>
                </a:solidFill>
                <a:latin typeface="+mn-lt"/>
                <a:ea typeface="+mn-ea"/>
                <a:cs typeface="+mn-cs"/>
              </a:rPr>
              <a:t>if an optimal</a:t>
            </a:r>
          </a:p>
          <a:p>
            <a:r>
              <a:rPr lang="en-US" sz="1200" b="0" i="0" u="none" strike="noStrike" kern="1200" baseline="0" dirty="0">
                <a:solidFill>
                  <a:schemeClr val="tx1"/>
                </a:solidFill>
                <a:latin typeface="+mn-lt"/>
                <a:ea typeface="+mn-ea"/>
                <a:cs typeface="+mn-cs"/>
              </a:rPr>
              <a:t>solution to the problem contains within it optimal solutions to subproblems.</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18</a:t>
            </a:fld>
            <a:endParaRPr lang="en-US" dirty="0"/>
          </a:p>
        </p:txBody>
      </p:sp>
    </p:spTree>
    <p:extLst>
      <p:ext uri="{BB962C8B-B14F-4D97-AF65-F5344CB8AC3E}">
        <p14:creationId xmlns:p14="http://schemas.microsoft.com/office/powerpoint/2010/main" val="551865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Knapsack_01</a:t>
            </a:r>
          </a:p>
          <a:p>
            <a:r>
              <a:rPr lang="en-US" dirty="0" err="1"/>
              <a:t>Knapsack_fractional</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19</a:t>
            </a:fld>
            <a:endParaRPr lang="en-US" dirty="0"/>
          </a:p>
        </p:txBody>
      </p:sp>
    </p:spTree>
    <p:extLst>
      <p:ext uri="{BB962C8B-B14F-4D97-AF65-F5344CB8AC3E}">
        <p14:creationId xmlns:p14="http://schemas.microsoft.com/office/powerpoint/2010/main" val="2700809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savings of 20% to 90% are typical</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20</a:t>
            </a:fld>
            <a:endParaRPr lang="en-US" dirty="0"/>
          </a:p>
        </p:txBody>
      </p:sp>
    </p:spTree>
    <p:extLst>
      <p:ext uri="{BB962C8B-B14F-4D97-AF65-F5344CB8AC3E}">
        <p14:creationId xmlns:p14="http://schemas.microsoft.com/office/powerpoint/2010/main" val="2634113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BC94-2098-7F9E-77F8-3F75FAB02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BBB2A-1295-70E0-C501-860308CC6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46FD8-2BA5-E5E2-8757-4899CAF841D7}"/>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savings of 20% to 90% are typical</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Fixed-length  - 300,000 bits</a:t>
            </a:r>
          </a:p>
          <a:p>
            <a:r>
              <a:rPr lang="en-US" sz="1200" b="0" i="0" u="none" strike="noStrike" kern="1200" baseline="0" dirty="0">
                <a:solidFill>
                  <a:schemeClr val="tx1"/>
                </a:solidFill>
                <a:latin typeface="+mn-lt"/>
                <a:ea typeface="+mn-ea"/>
                <a:cs typeface="+mn-cs"/>
              </a:rPr>
              <a:t>Var-length – 224,000 bits</a:t>
            </a:r>
            <a:endParaRPr lang="en-US" dirty="0"/>
          </a:p>
        </p:txBody>
      </p:sp>
      <p:sp>
        <p:nvSpPr>
          <p:cNvPr id="4" name="Slide Number Placeholder 3">
            <a:extLst>
              <a:ext uri="{FF2B5EF4-FFF2-40B4-BE49-F238E27FC236}">
                <a16:creationId xmlns:a16="http://schemas.microsoft.com/office/drawing/2014/main" id="{F6E0AFB5-298A-BEE7-BC8B-073FAB70F132}"/>
              </a:ext>
            </a:extLst>
          </p:cNvPr>
          <p:cNvSpPr>
            <a:spLocks noGrp="1"/>
          </p:cNvSpPr>
          <p:nvPr>
            <p:ph type="sldNum" sz="quarter" idx="5"/>
          </p:nvPr>
        </p:nvSpPr>
        <p:spPr/>
        <p:txBody>
          <a:bodyPr/>
          <a:lstStyle/>
          <a:p>
            <a:fld id="{BD22A58C-8E2F-4CF4-BCC2-14D73B27F336}" type="slidenum">
              <a:rPr lang="en-US" smtClean="0"/>
              <a:t>21</a:t>
            </a:fld>
            <a:endParaRPr lang="en-US" dirty="0"/>
          </a:p>
        </p:txBody>
      </p:sp>
    </p:spTree>
    <p:extLst>
      <p:ext uri="{BB962C8B-B14F-4D97-AF65-F5344CB8AC3E}">
        <p14:creationId xmlns:p14="http://schemas.microsoft.com/office/powerpoint/2010/main" val="3905384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1D3A-27E8-D109-B505-70BB5BF52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21749-6D6E-4AFF-D236-5C532BB7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81D2F-3629-C7ED-3273-7BA54E5C7BBB}"/>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savings of 20% to 90% are typical</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Fixed-length  - 300,000 bits</a:t>
            </a:r>
          </a:p>
          <a:p>
            <a:r>
              <a:rPr lang="en-US" sz="1200" b="0" i="0" u="none" strike="noStrike" kern="1200" baseline="0" dirty="0">
                <a:solidFill>
                  <a:schemeClr val="tx1"/>
                </a:solidFill>
                <a:latin typeface="+mn-lt"/>
                <a:ea typeface="+mn-ea"/>
                <a:cs typeface="+mn-cs"/>
              </a:rPr>
              <a:t>Var-length – 224,000 bits</a:t>
            </a:r>
            <a:endParaRPr lang="en-US" dirty="0"/>
          </a:p>
        </p:txBody>
      </p:sp>
      <p:sp>
        <p:nvSpPr>
          <p:cNvPr id="4" name="Slide Number Placeholder 3">
            <a:extLst>
              <a:ext uri="{FF2B5EF4-FFF2-40B4-BE49-F238E27FC236}">
                <a16:creationId xmlns:a16="http://schemas.microsoft.com/office/drawing/2014/main" id="{A2CE2EB7-3C07-AB84-E3DE-8097CC76D7F2}"/>
              </a:ext>
            </a:extLst>
          </p:cNvPr>
          <p:cNvSpPr>
            <a:spLocks noGrp="1"/>
          </p:cNvSpPr>
          <p:nvPr>
            <p:ph type="sldNum" sz="quarter" idx="5"/>
          </p:nvPr>
        </p:nvSpPr>
        <p:spPr/>
        <p:txBody>
          <a:bodyPr/>
          <a:lstStyle/>
          <a:p>
            <a:fld id="{BD22A58C-8E2F-4CF4-BCC2-14D73B27F336}" type="slidenum">
              <a:rPr lang="en-US" smtClean="0"/>
              <a:t>22</a:t>
            </a:fld>
            <a:endParaRPr lang="en-US" dirty="0"/>
          </a:p>
        </p:txBody>
      </p:sp>
    </p:spTree>
    <p:extLst>
      <p:ext uri="{BB962C8B-B14F-4D97-AF65-F5344CB8AC3E}">
        <p14:creationId xmlns:p14="http://schemas.microsoft.com/office/powerpoint/2010/main" val="1554728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7453-78E8-E8CA-B5BC-576A161DB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A464C-6EF9-3925-059F-3CE8CE94A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5234-8D96-EBAF-235D-B7DEBFBB819D}"/>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Each leaf is labeled with a character and its frequency of occurrence.</a:t>
            </a:r>
          </a:p>
          <a:p>
            <a:r>
              <a:rPr lang="en-US" sz="1200" b="0" i="0" u="none" strike="noStrike" kern="1200" baseline="0" dirty="0">
                <a:solidFill>
                  <a:schemeClr val="tx1"/>
                </a:solidFill>
                <a:latin typeface="+mn-lt"/>
                <a:ea typeface="+mn-ea"/>
                <a:cs typeface="+mn-cs"/>
              </a:rPr>
              <a:t>Each internal node is labeled with the sum of the frequencies of the leaves in its subtree.3</a:t>
            </a:r>
          </a:p>
          <a:p>
            <a:r>
              <a:rPr lang="en-US" sz="1200" b="1" i="0" u="none" strike="noStrike" kern="1200" baseline="0" dirty="0">
                <a:solidFill>
                  <a:schemeClr val="tx1"/>
                </a:solidFill>
                <a:latin typeface="+mn-lt"/>
                <a:ea typeface="+mn-ea"/>
                <a:cs typeface="+mn-cs"/>
              </a:rPr>
              <a:t>0</a:t>
            </a:r>
            <a:r>
              <a:rPr lang="en-US" sz="1200" b="0" i="0" u="none" strike="noStrike" kern="1200" baseline="0" dirty="0">
                <a:solidFill>
                  <a:schemeClr val="tx1"/>
                </a:solidFill>
                <a:latin typeface="+mn-lt"/>
                <a:ea typeface="+mn-ea"/>
                <a:cs typeface="+mn-cs"/>
              </a:rPr>
              <a:t> means “go to the </a:t>
            </a:r>
            <a:r>
              <a:rPr lang="en-US" sz="1200" b="1" i="0" u="none" strike="noStrike" kern="1200" baseline="0" dirty="0">
                <a:solidFill>
                  <a:schemeClr val="tx1"/>
                </a:solidFill>
                <a:latin typeface="+mn-lt"/>
                <a:ea typeface="+mn-ea"/>
                <a:cs typeface="+mn-cs"/>
              </a:rPr>
              <a:t>left</a:t>
            </a:r>
            <a:r>
              <a:rPr lang="en-US" sz="1200" b="0" i="0" u="none" strike="noStrike" kern="1200" baseline="0" dirty="0">
                <a:solidFill>
                  <a:schemeClr val="tx1"/>
                </a:solidFill>
                <a:latin typeface="+mn-lt"/>
                <a:ea typeface="+mn-ea"/>
                <a:cs typeface="+mn-cs"/>
              </a:rPr>
              <a:t> child”  and </a:t>
            </a:r>
            <a:r>
              <a:rPr lang="en-US" sz="1200" b="1" i="0" u="none" strike="noStrike" kern="1200" baseline="0" dirty="0">
                <a:solidFill>
                  <a:schemeClr val="tx1"/>
                </a:solidFill>
                <a:latin typeface="+mn-lt"/>
                <a:ea typeface="+mn-ea"/>
                <a:cs typeface="+mn-cs"/>
              </a:rPr>
              <a:t>1</a:t>
            </a:r>
            <a:r>
              <a:rPr lang="en-US" sz="1200" b="0" i="0" u="none" strike="noStrike" kern="1200" baseline="0" dirty="0">
                <a:solidFill>
                  <a:schemeClr val="tx1"/>
                </a:solidFill>
                <a:latin typeface="+mn-lt"/>
                <a:ea typeface="+mn-ea"/>
                <a:cs typeface="+mn-cs"/>
              </a:rPr>
              <a:t> means  “go to the </a:t>
            </a:r>
            <a:r>
              <a:rPr lang="en-US" sz="1200" b="1" i="0" u="none" strike="noStrike" kern="1200" baseline="0" dirty="0">
                <a:solidFill>
                  <a:schemeClr val="tx1"/>
                </a:solidFill>
                <a:latin typeface="+mn-lt"/>
                <a:ea typeface="+mn-ea"/>
                <a:cs typeface="+mn-cs"/>
              </a:rPr>
              <a:t>right</a:t>
            </a:r>
            <a:r>
              <a:rPr lang="en-US" sz="1200" b="0" i="0" u="none" strike="noStrike" kern="1200" baseline="0" dirty="0">
                <a:solidFill>
                  <a:schemeClr val="tx1"/>
                </a:solidFill>
                <a:latin typeface="+mn-lt"/>
                <a:ea typeface="+mn-ea"/>
                <a:cs typeface="+mn-cs"/>
              </a:rPr>
              <a:t> child”.</a:t>
            </a:r>
          </a:p>
        </p:txBody>
      </p:sp>
      <p:sp>
        <p:nvSpPr>
          <p:cNvPr id="4" name="Slide Number Placeholder 3">
            <a:extLst>
              <a:ext uri="{FF2B5EF4-FFF2-40B4-BE49-F238E27FC236}">
                <a16:creationId xmlns:a16="http://schemas.microsoft.com/office/drawing/2014/main" id="{4DB88CF4-FDB2-A7FA-53BF-FE894A3CFFD3}"/>
              </a:ext>
            </a:extLst>
          </p:cNvPr>
          <p:cNvSpPr>
            <a:spLocks noGrp="1"/>
          </p:cNvSpPr>
          <p:nvPr>
            <p:ph type="sldNum" sz="quarter" idx="5"/>
          </p:nvPr>
        </p:nvSpPr>
        <p:spPr/>
        <p:txBody>
          <a:bodyPr/>
          <a:lstStyle/>
          <a:p>
            <a:fld id="{BD22A58C-8E2F-4CF4-BCC2-14D73B27F336}" type="slidenum">
              <a:rPr lang="en-US" smtClean="0"/>
              <a:t>23</a:t>
            </a:fld>
            <a:endParaRPr lang="en-US" dirty="0"/>
          </a:p>
        </p:txBody>
      </p:sp>
    </p:spTree>
    <p:extLst>
      <p:ext uri="{BB962C8B-B14F-4D97-AF65-F5344CB8AC3E}">
        <p14:creationId xmlns:p14="http://schemas.microsoft.com/office/powerpoint/2010/main" val="1106308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50064-2AAB-EE87-E30E-7A7D1ABFE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A8DEC-06F8-367B-A1C3-022F86DEE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AF998-3312-512A-7DA0-DD77D2B45EFE}"/>
              </a:ext>
            </a:extLst>
          </p:cNvPr>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2EF50B08-FA76-DEB7-04BF-F2C0E024BE91}"/>
              </a:ext>
            </a:extLst>
          </p:cNvPr>
          <p:cNvSpPr>
            <a:spLocks noGrp="1"/>
          </p:cNvSpPr>
          <p:nvPr>
            <p:ph type="sldNum" sz="quarter" idx="5"/>
          </p:nvPr>
        </p:nvSpPr>
        <p:spPr/>
        <p:txBody>
          <a:bodyPr/>
          <a:lstStyle/>
          <a:p>
            <a:fld id="{BD22A58C-8E2F-4CF4-BCC2-14D73B27F336}" type="slidenum">
              <a:rPr lang="en-US" smtClean="0"/>
              <a:t>24</a:t>
            </a:fld>
            <a:endParaRPr lang="en-US" dirty="0"/>
          </a:p>
        </p:txBody>
      </p:sp>
    </p:spTree>
    <p:extLst>
      <p:ext uri="{BB962C8B-B14F-4D97-AF65-F5344CB8AC3E}">
        <p14:creationId xmlns:p14="http://schemas.microsoft.com/office/powerpoint/2010/main" val="199502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Lemma implies that the process of building up an optimal tree by mergers</a:t>
            </a:r>
          </a:p>
          <a:p>
            <a:r>
              <a:rPr lang="en-US" sz="1200" b="0" i="0" u="none" strike="noStrike" kern="1200" baseline="0" dirty="0">
                <a:solidFill>
                  <a:schemeClr val="tx1"/>
                </a:solidFill>
                <a:latin typeface="+mn-lt"/>
                <a:ea typeface="+mn-ea"/>
                <a:cs typeface="+mn-cs"/>
              </a:rPr>
              <a:t>can, without loss of generality, begin with the greedy choice of merging together</a:t>
            </a:r>
          </a:p>
          <a:p>
            <a:r>
              <a:rPr lang="en-US" sz="1200" b="0" i="0" u="none" strike="noStrike" kern="1200" baseline="0" dirty="0">
                <a:solidFill>
                  <a:schemeClr val="tx1"/>
                </a:solidFill>
                <a:latin typeface="+mn-lt"/>
                <a:ea typeface="+mn-ea"/>
                <a:cs typeface="+mn-cs"/>
              </a:rPr>
              <a:t>those two characters of lowest frequency.</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29</a:t>
            </a:fld>
            <a:endParaRPr lang="en-US" dirty="0"/>
          </a:p>
        </p:txBody>
      </p:sp>
    </p:spTree>
    <p:extLst>
      <p:ext uri="{BB962C8B-B14F-4D97-AF65-F5344CB8AC3E}">
        <p14:creationId xmlns:p14="http://schemas.microsoft.com/office/powerpoint/2010/main" val="3874019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51D-1AB8-4A55-9051-A4850FF0D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6D16F-41EB-C530-78CE-0B18178A86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6AA832-E3FE-8947-C7FA-0D781C4540D4}"/>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5" name="Footer Placeholder 4">
            <a:extLst>
              <a:ext uri="{FF2B5EF4-FFF2-40B4-BE49-F238E27FC236}">
                <a16:creationId xmlns:a16="http://schemas.microsoft.com/office/drawing/2014/main" id="{8DD9FE3B-1087-D5D0-361B-FC104D4AC1B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D8F0A0-7733-E96F-DC79-DACDE949979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1860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5360-8393-F8A7-9B4E-A5F91C25F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38C8A-E199-A705-6FB1-EFB25F255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872B8-8F94-B6C1-3137-90E3C7B59C81}"/>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5" name="Footer Placeholder 4">
            <a:extLst>
              <a:ext uri="{FF2B5EF4-FFF2-40B4-BE49-F238E27FC236}">
                <a16:creationId xmlns:a16="http://schemas.microsoft.com/office/drawing/2014/main" id="{C267A7F3-F5E8-E21B-CA86-E578C83C98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D81585B-DFE4-AA74-C10F-1BDADACE73C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6473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8-8243-B0E9-A019-1B9445C34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F40F6-9706-8C8D-2DF2-B51050C322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A4183-BAA7-0B79-A0AA-A700AAB253C1}"/>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5" name="Footer Placeholder 4">
            <a:extLst>
              <a:ext uri="{FF2B5EF4-FFF2-40B4-BE49-F238E27FC236}">
                <a16:creationId xmlns:a16="http://schemas.microsoft.com/office/drawing/2014/main" id="{9910D003-B433-16F0-6348-16048167AA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C807A1-7565-6E01-2D59-D66D5A01D829}"/>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809636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AAA8-63B4-C2F0-8CA3-B8F798B633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962E5-19BA-1876-5AE3-9E174F29AE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83F4F3-8D6D-20EF-D16A-9D4CF970F1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A0B1A-0D87-5C43-32C0-1358CFD136DF}"/>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6" name="Footer Placeholder 5">
            <a:extLst>
              <a:ext uri="{FF2B5EF4-FFF2-40B4-BE49-F238E27FC236}">
                <a16:creationId xmlns:a16="http://schemas.microsoft.com/office/drawing/2014/main" id="{6187086C-C7D0-4D1F-FA23-54332C668A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BD90FBE-A8B2-329E-CCA0-94DB075C283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58074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A20B-C9A8-6031-2DC7-6B412D8DE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4FC9F-7BEC-554C-4B1F-3D5125729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B22F46-6193-B43E-0D4C-6F5BC1B6D5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E8F3A4-E020-78E9-B267-50E92C529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0B438-BB33-DF3F-BA12-F7C1B8C4CC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D0D84-87B3-C51C-AC29-D9845F466299}"/>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8" name="Footer Placeholder 7">
            <a:extLst>
              <a:ext uri="{FF2B5EF4-FFF2-40B4-BE49-F238E27FC236}">
                <a16:creationId xmlns:a16="http://schemas.microsoft.com/office/drawing/2014/main" id="{9DA2DCA0-A536-8D48-7378-A626BECDB8B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B876080-45E6-416C-00C6-347A8A98AB0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2132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A7D1-749D-7264-FEEC-BD7FD8728D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59877B-B058-565C-757C-2907747E10F9}"/>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4" name="Footer Placeholder 3">
            <a:extLst>
              <a:ext uri="{FF2B5EF4-FFF2-40B4-BE49-F238E27FC236}">
                <a16:creationId xmlns:a16="http://schemas.microsoft.com/office/drawing/2014/main" id="{85444686-960D-94DB-FEB0-DA72E035D9C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9A8E631-05EE-2866-77A5-78C8249547A6}"/>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31939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388AF-A5D5-0A2A-82A6-9CD7A811F9CF}"/>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3" name="Footer Placeholder 2">
            <a:extLst>
              <a:ext uri="{FF2B5EF4-FFF2-40B4-BE49-F238E27FC236}">
                <a16:creationId xmlns:a16="http://schemas.microsoft.com/office/drawing/2014/main" id="{3FBF5736-623E-B24E-3971-2F6AD9FFFD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EDBE808-390D-38AE-4A34-B1E033B13D7D}"/>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486480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E8AA-1F34-5D9C-A547-B828AF209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A2B504-3687-EE8F-6159-9F4195A21E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7951D-8F58-D234-7143-C946F4901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11AA36-9E0C-BAF8-2AF6-495CF68A9303}"/>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6" name="Footer Placeholder 5">
            <a:extLst>
              <a:ext uri="{FF2B5EF4-FFF2-40B4-BE49-F238E27FC236}">
                <a16:creationId xmlns:a16="http://schemas.microsoft.com/office/drawing/2014/main" id="{D8CC3457-1A37-75E2-CDEF-A08D51C8333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46739D-88BC-0A95-048E-487986B62A3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67239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85F3-E3A2-0034-D209-A44746D56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72E9A8-1577-EDFF-BA82-F43C0786B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8D70423-A7D2-FD06-9B28-CE2A07D75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9DF61-F71D-5569-F144-7856376755FC}"/>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6" name="Footer Placeholder 5">
            <a:extLst>
              <a:ext uri="{FF2B5EF4-FFF2-40B4-BE49-F238E27FC236}">
                <a16:creationId xmlns:a16="http://schemas.microsoft.com/office/drawing/2014/main" id="{65EF9E7B-F0D5-2CF7-553A-892F1053CD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41547A-AB84-C515-772E-0B7683FD330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80758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F46B-8307-541C-E9CF-83AF33F6A7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E2592-5CE7-58A5-373B-321A1130F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F874E-49CB-B018-23C5-E5897AC8E5EF}"/>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5" name="Footer Placeholder 4">
            <a:extLst>
              <a:ext uri="{FF2B5EF4-FFF2-40B4-BE49-F238E27FC236}">
                <a16:creationId xmlns:a16="http://schemas.microsoft.com/office/drawing/2014/main" id="{8DAB249B-5A2E-3F8C-C0D2-08BF531302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7D5739-EB31-644D-B898-70968DCE944E}"/>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89804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DBD635-112D-AB74-DA68-5A8F79D582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A7F6-B791-16DD-20EC-DB18789367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9D594-7827-EE34-6C2E-F620C151B61A}"/>
              </a:ext>
            </a:extLst>
          </p:cNvPr>
          <p:cNvSpPr>
            <a:spLocks noGrp="1"/>
          </p:cNvSpPr>
          <p:nvPr>
            <p:ph type="dt" sz="half" idx="10"/>
          </p:nvPr>
        </p:nvSpPr>
        <p:spPr/>
        <p:txBody>
          <a:bodyPr/>
          <a:lstStyle/>
          <a:p>
            <a:fld id="{40AC09B7-BC59-4FDF-B344-E8A7C51BB8C6}" type="datetimeFigureOut">
              <a:rPr lang="en-US" smtClean="0"/>
              <a:t>3/30/2026</a:t>
            </a:fld>
            <a:endParaRPr lang="en-US" dirty="0"/>
          </a:p>
        </p:txBody>
      </p:sp>
      <p:sp>
        <p:nvSpPr>
          <p:cNvPr id="5" name="Footer Placeholder 4">
            <a:extLst>
              <a:ext uri="{FF2B5EF4-FFF2-40B4-BE49-F238E27FC236}">
                <a16:creationId xmlns:a16="http://schemas.microsoft.com/office/drawing/2014/main" id="{05044812-33F0-EAB7-7CE0-3153610CC2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CFADD4-1D22-273D-EEA9-2710F284B43A}"/>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92901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62182-6389-D39E-EB48-051E9B7F6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71F1FB-EE6D-B1EF-1BFC-F76DDD70C1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1F4C2-B8D9-56AA-BF23-257D597AF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C09B7-BC59-4FDF-B344-E8A7C51BB8C6}" type="datetimeFigureOut">
              <a:rPr lang="en-US" smtClean="0"/>
              <a:t>3/30/2026</a:t>
            </a:fld>
            <a:endParaRPr lang="en-US" dirty="0"/>
          </a:p>
        </p:txBody>
      </p:sp>
      <p:sp>
        <p:nvSpPr>
          <p:cNvPr id="5" name="Footer Placeholder 4">
            <a:extLst>
              <a:ext uri="{FF2B5EF4-FFF2-40B4-BE49-F238E27FC236}">
                <a16:creationId xmlns:a16="http://schemas.microsoft.com/office/drawing/2014/main" id="{2F11E698-2BE3-B173-F1AE-1366188D3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80946E3-415D-563B-A77E-FA512FACD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93447A-3B3E-403A-8835-99E0FFC7C0C8}" type="slidenum">
              <a:rPr lang="en-US" smtClean="0"/>
              <a:t>‹#›</a:t>
            </a:fld>
            <a:endParaRPr lang="en-US" dirty="0"/>
          </a:p>
        </p:txBody>
      </p:sp>
    </p:spTree>
    <p:extLst>
      <p:ext uri="{BB962C8B-B14F-4D97-AF65-F5344CB8AC3E}">
        <p14:creationId xmlns:p14="http://schemas.microsoft.com/office/powerpoint/2010/main" val="414764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CD6C4D-9BB3-2AA1-B3BD-B852BA6BA07B}"/>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Introduction to Algorithms</a:t>
            </a:r>
          </a:p>
        </p:txBody>
      </p:sp>
      <p:sp>
        <p:nvSpPr>
          <p:cNvPr id="3" name="Subtitle 2">
            <a:extLst>
              <a:ext uri="{FF2B5EF4-FFF2-40B4-BE49-F238E27FC236}">
                <a16:creationId xmlns:a16="http://schemas.microsoft.com/office/drawing/2014/main" id="{FB9410EE-202B-D036-4508-61A95E9374C1}"/>
              </a:ext>
            </a:extLst>
          </p:cNvPr>
          <p:cNvSpPr>
            <a:spLocks noGrp="1"/>
          </p:cNvSpPr>
          <p:nvPr>
            <p:ph type="subTitle" idx="1"/>
          </p:nvPr>
        </p:nvSpPr>
        <p:spPr>
          <a:xfrm>
            <a:off x="1350682" y="4870824"/>
            <a:ext cx="10005951" cy="1458258"/>
          </a:xfrm>
        </p:spPr>
        <p:txBody>
          <a:bodyPr anchor="ctr">
            <a:normAutofit/>
          </a:bodyPr>
          <a:lstStyle/>
          <a:p>
            <a:pPr algn="l"/>
            <a:r>
              <a:rPr lang="en-US" dirty="0"/>
              <a:t>Levon Prazyan</a:t>
            </a:r>
          </a:p>
        </p:txBody>
      </p:sp>
    </p:spTree>
    <p:extLst>
      <p:ext uri="{BB962C8B-B14F-4D97-AF65-F5344CB8AC3E}">
        <p14:creationId xmlns:p14="http://schemas.microsoft.com/office/powerpoint/2010/main" val="36004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1CF4-2135-E26A-87F1-B3EE885508E2}"/>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4BC1998C-E6BD-C71A-C3E7-04FF6D66E39F}"/>
              </a:ext>
            </a:extLst>
          </p:cNvPr>
          <p:cNvSpPr>
            <a:spLocks noGrp="1"/>
          </p:cNvSpPr>
          <p:nvPr>
            <p:ph idx="1"/>
          </p:nvPr>
        </p:nvSpPr>
        <p:spPr/>
        <p:txBody>
          <a:bodyPr>
            <a:normAutofit lnSpcReduction="10000"/>
          </a:bodyPr>
          <a:lstStyle/>
          <a:p>
            <a:r>
              <a:rPr lang="en-US" sz="1800" b="1" dirty="0">
                <a:latin typeface="Arial" panose="020B0604020202020204" pitchFamily="34" charset="0"/>
                <a:ea typeface="MS Mincho" panose="02020609040205080304" pitchFamily="49" charset="-128"/>
              </a:rPr>
              <a:t>Introduction</a:t>
            </a:r>
          </a:p>
          <a:p>
            <a:r>
              <a:rPr lang="en-US" sz="1800" b="1" dirty="0">
                <a:latin typeface="Arial" panose="020B0604020202020204" pitchFamily="34" charset="0"/>
                <a:ea typeface="MS Mincho" panose="02020609040205080304" pitchFamily="49" charset="-128"/>
              </a:rPr>
              <a:t>Sorting and Searching</a:t>
            </a:r>
          </a:p>
          <a:p>
            <a:r>
              <a:rPr lang="en-US" sz="1800" b="1" dirty="0">
                <a:latin typeface="Arial" panose="020B0604020202020204" pitchFamily="34" charset="0"/>
                <a:ea typeface="MS Mincho" panose="02020609040205080304" pitchFamily="49" charset="-128"/>
              </a:rPr>
              <a:t>Arrays and Lists</a:t>
            </a:r>
          </a:p>
          <a:p>
            <a:r>
              <a:rPr lang="en-US" sz="1800" b="1" dirty="0">
                <a:latin typeface="Arial" panose="020B0604020202020204" pitchFamily="34" charset="0"/>
                <a:ea typeface="MS Mincho" panose="02020609040205080304" pitchFamily="49" charset="-128"/>
              </a:rPr>
              <a:t>Stacks and Queues, Double Ended Queue</a:t>
            </a:r>
          </a:p>
          <a:p>
            <a:r>
              <a:rPr lang="en-US" sz="1800" b="1" dirty="0">
                <a:latin typeface="Arial" panose="020B0604020202020204" pitchFamily="34" charset="0"/>
                <a:ea typeface="MS Mincho" panose="02020609040205080304" pitchFamily="49" charset="-128"/>
              </a:rPr>
              <a:t>Heaps</a:t>
            </a:r>
          </a:p>
          <a:p>
            <a:r>
              <a:rPr lang="en-US" sz="1800" b="1" dirty="0">
                <a:latin typeface="Arial" panose="020B0604020202020204" pitchFamily="34" charset="0"/>
              </a:rPr>
              <a:t>Trees</a:t>
            </a:r>
          </a:p>
          <a:p>
            <a:r>
              <a:rPr lang="en-US" sz="1800" b="1" dirty="0">
                <a:latin typeface="Arial" panose="020B0604020202020204" pitchFamily="34" charset="0"/>
              </a:rPr>
              <a:t>Hash Tables</a:t>
            </a:r>
          </a:p>
          <a:p>
            <a:r>
              <a:rPr lang="en-US" sz="1800" b="1" dirty="0">
                <a:latin typeface="Arial" panose="020B0604020202020204" pitchFamily="34" charset="0"/>
              </a:rPr>
              <a:t>Dynamic Programming</a:t>
            </a:r>
          </a:p>
          <a:p>
            <a:r>
              <a:rPr lang="en-US" sz="1800" b="1" dirty="0">
                <a:solidFill>
                  <a:schemeClr val="tx2">
                    <a:lumMod val="50000"/>
                    <a:lumOff val="50000"/>
                  </a:schemeClr>
                </a:solidFill>
                <a:latin typeface="Arial" panose="020B0604020202020204" pitchFamily="34" charset="0"/>
              </a:rPr>
              <a:t>Greedy Algorithms</a:t>
            </a:r>
          </a:p>
          <a:p>
            <a:r>
              <a:rPr lang="en-US" sz="1800" b="1" dirty="0">
                <a:effectLst/>
                <a:latin typeface="Arial" panose="020B0604020202020204" pitchFamily="34" charset="0"/>
                <a:ea typeface="Times New Roman" panose="02020603050405020304" pitchFamily="18" charset="0"/>
              </a:rPr>
              <a:t>Graph Algorithms</a:t>
            </a:r>
            <a:endParaRPr lang="en-US" sz="1800" b="1" dirty="0">
              <a:effectLst/>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Network Flow</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NP-Completeness</a:t>
            </a:r>
            <a:endParaRPr lang="en-US" sz="1800" b="1" dirty="0">
              <a:latin typeface="Arial" panose="020B0604020202020204" pitchFamily="34" charset="0"/>
            </a:endParaRPr>
          </a:p>
          <a:p>
            <a:pPr lvl="1"/>
            <a:endParaRPr lang="en-US" sz="1800" b="1" dirty="0">
              <a:latin typeface="Arial" panose="020B0604020202020204" pitchFamily="34" charset="0"/>
            </a:endParaRPr>
          </a:p>
          <a:p>
            <a:endParaRPr lang="en-US" b="1" dirty="0">
              <a:latin typeface="Arial" panose="020B0604020202020204" pitchFamily="34" charset="0"/>
            </a:endParaRPr>
          </a:p>
        </p:txBody>
      </p:sp>
    </p:spTree>
    <p:extLst>
      <p:ext uri="{BB962C8B-B14F-4D97-AF65-F5344CB8AC3E}">
        <p14:creationId xmlns:p14="http://schemas.microsoft.com/office/powerpoint/2010/main" val="41704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1E037-94F6-3D53-F1D7-859F7E6E50B7}"/>
              </a:ext>
            </a:extLst>
          </p:cNvPr>
          <p:cNvSpPr>
            <a:spLocks noGrp="1"/>
          </p:cNvSpPr>
          <p:nvPr>
            <p:ph type="title"/>
          </p:nvPr>
        </p:nvSpPr>
        <p:spPr/>
        <p:txBody>
          <a:bodyPr/>
          <a:lstStyle/>
          <a:p>
            <a:r>
              <a:rPr lang="en-US" dirty="0"/>
              <a:t>Greedy Algorithms</a:t>
            </a:r>
          </a:p>
        </p:txBody>
      </p:sp>
      <p:sp>
        <p:nvSpPr>
          <p:cNvPr id="3" name="Content Placeholder 2">
            <a:extLst>
              <a:ext uri="{FF2B5EF4-FFF2-40B4-BE49-F238E27FC236}">
                <a16:creationId xmlns:a16="http://schemas.microsoft.com/office/drawing/2014/main" id="{A07C3E71-851B-9606-2F2C-C6BB3A5D1D69}"/>
              </a:ext>
            </a:extLst>
          </p:cNvPr>
          <p:cNvSpPr>
            <a:spLocks noGrp="1"/>
          </p:cNvSpPr>
          <p:nvPr>
            <p:ph sz="half" idx="1"/>
          </p:nvPr>
        </p:nvSpPr>
        <p:spPr/>
        <p:txBody>
          <a:bodyPr/>
          <a:lstStyle/>
          <a:p>
            <a:r>
              <a:rPr lang="en-US" dirty="0"/>
              <a:t>A </a:t>
            </a:r>
            <a:r>
              <a:rPr lang="en-US" b="1" dirty="0"/>
              <a:t>greedy algorithm</a:t>
            </a:r>
            <a:r>
              <a:rPr lang="en-US" dirty="0"/>
              <a:t> is a strategy for solving optimization problems by </a:t>
            </a:r>
            <a:r>
              <a:rPr lang="en-US" b="1" dirty="0"/>
              <a:t>making the best possible (locally optimal) choice at each step</a:t>
            </a:r>
            <a:r>
              <a:rPr lang="en-US" dirty="0"/>
              <a:t>, with the hope that these local choices lead to a </a:t>
            </a:r>
            <a:r>
              <a:rPr lang="en-US" b="1" dirty="0"/>
              <a:t>globally optimal solution</a:t>
            </a:r>
            <a:r>
              <a:rPr lang="en-US" dirty="0"/>
              <a:t>.</a:t>
            </a:r>
          </a:p>
          <a:p>
            <a:r>
              <a:rPr lang="en-US" dirty="0"/>
              <a:t>Greedy algorithms do not always yield optimal solutions, but for many problems they do.</a:t>
            </a:r>
          </a:p>
        </p:txBody>
      </p:sp>
      <p:pic>
        <p:nvPicPr>
          <p:cNvPr id="1026" name="Picture 2">
            <a:extLst>
              <a:ext uri="{FF2B5EF4-FFF2-40B4-BE49-F238E27FC236}">
                <a16:creationId xmlns:a16="http://schemas.microsoft.com/office/drawing/2014/main" id="{1D82380E-2217-D92A-A53A-65BFB8FE78B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14484"/>
            <a:ext cx="5181600" cy="3973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08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7D68-742B-B466-0388-84A40CE36BB6}"/>
              </a:ext>
            </a:extLst>
          </p:cNvPr>
          <p:cNvSpPr>
            <a:spLocks noGrp="1"/>
          </p:cNvSpPr>
          <p:nvPr>
            <p:ph type="title"/>
          </p:nvPr>
        </p:nvSpPr>
        <p:spPr/>
        <p:txBody>
          <a:bodyPr/>
          <a:lstStyle/>
          <a:p>
            <a:r>
              <a:rPr lang="en-US" dirty="0"/>
              <a:t>Greedy Approach: Main Characteristics (1)</a:t>
            </a:r>
          </a:p>
        </p:txBody>
      </p:sp>
      <p:sp>
        <p:nvSpPr>
          <p:cNvPr id="3" name="Content Placeholder 2">
            <a:extLst>
              <a:ext uri="{FF2B5EF4-FFF2-40B4-BE49-F238E27FC236}">
                <a16:creationId xmlns:a16="http://schemas.microsoft.com/office/drawing/2014/main" id="{A7A9D773-813F-3A3F-3758-9FE6FBA09DB2}"/>
              </a:ext>
            </a:extLst>
          </p:cNvPr>
          <p:cNvSpPr>
            <a:spLocks noGrp="1"/>
          </p:cNvSpPr>
          <p:nvPr>
            <p:ph idx="1"/>
          </p:nvPr>
        </p:nvSpPr>
        <p:spPr/>
        <p:txBody>
          <a:bodyPr>
            <a:normAutofit/>
          </a:bodyPr>
          <a:lstStyle/>
          <a:p>
            <a:pPr marL="514350" indent="-514350">
              <a:buFont typeface="+mj-lt"/>
              <a:buAutoNum type="arabicPeriod"/>
            </a:pPr>
            <a:r>
              <a:rPr lang="en-US" dirty="0"/>
              <a:t>Local Optimal Choice:</a:t>
            </a:r>
            <a:br>
              <a:rPr lang="en-US" dirty="0"/>
            </a:br>
            <a:r>
              <a:rPr lang="en-US" sz="2400" dirty="0"/>
              <a:t>At each step, the algorithm chooses the option that seems best at that moment.</a:t>
            </a:r>
          </a:p>
          <a:p>
            <a:pPr lvl="1"/>
            <a:r>
              <a:rPr lang="en-US" dirty="0"/>
              <a:t>No backtracking</a:t>
            </a:r>
          </a:p>
          <a:p>
            <a:pPr lvl="1"/>
            <a:r>
              <a:rPr lang="en-US" dirty="0"/>
              <a:t>No reconsidering past decisions</a:t>
            </a:r>
          </a:p>
          <a:p>
            <a:pPr marL="514350" indent="-514350">
              <a:buFont typeface="+mj-lt"/>
              <a:buAutoNum type="arabicPeriod"/>
            </a:pPr>
            <a:r>
              <a:rPr lang="en-US" dirty="0"/>
              <a:t>Irrevocable Decisions:</a:t>
            </a:r>
            <a:br>
              <a:rPr lang="en-US" dirty="0"/>
            </a:br>
            <a:r>
              <a:rPr lang="en-US" sz="2400" dirty="0"/>
              <a:t>Once a choice is made, it is never changed. </a:t>
            </a:r>
            <a:br>
              <a:rPr lang="en-US" sz="2400" dirty="0"/>
            </a:br>
            <a:r>
              <a:rPr lang="en-US" sz="2400" dirty="0"/>
              <a:t>This makes greedy algorithms:</a:t>
            </a:r>
          </a:p>
          <a:p>
            <a:pPr marL="971550" lvl="1" indent="-514350">
              <a:buFont typeface="+mj-lt"/>
              <a:buAutoNum type="arabicPeriod"/>
            </a:pPr>
            <a:r>
              <a:rPr lang="en-US" dirty="0"/>
              <a:t>Fast</a:t>
            </a:r>
          </a:p>
          <a:p>
            <a:pPr marL="971550" lvl="1" indent="-514350">
              <a:buFont typeface="+mj-lt"/>
              <a:buAutoNum type="arabicPeriod"/>
            </a:pPr>
            <a:r>
              <a:rPr lang="en-US" dirty="0"/>
              <a:t>Simple to implement</a:t>
            </a:r>
            <a:br>
              <a:rPr lang="en-US" dirty="0"/>
            </a:br>
            <a:r>
              <a:rPr lang="en-US" dirty="0"/>
              <a:t>But sometimes risky if the problem doesn’t support greedy behavior</a:t>
            </a:r>
          </a:p>
          <a:p>
            <a:pPr marL="514350" indent="-514350">
              <a:buFont typeface="+mj-lt"/>
              <a:buAutoNum type="arabicPeriod"/>
            </a:pPr>
            <a:endParaRPr lang="en-US" dirty="0"/>
          </a:p>
        </p:txBody>
      </p:sp>
    </p:spTree>
    <p:extLst>
      <p:ext uri="{BB962C8B-B14F-4D97-AF65-F5344CB8AC3E}">
        <p14:creationId xmlns:p14="http://schemas.microsoft.com/office/powerpoint/2010/main" val="244042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CED55-C40D-BF94-A5B3-B988458BC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E99E9-907C-25D7-9EA4-67819078CD62}"/>
              </a:ext>
            </a:extLst>
          </p:cNvPr>
          <p:cNvSpPr>
            <a:spLocks noGrp="1"/>
          </p:cNvSpPr>
          <p:nvPr>
            <p:ph type="title"/>
          </p:nvPr>
        </p:nvSpPr>
        <p:spPr/>
        <p:txBody>
          <a:bodyPr/>
          <a:lstStyle/>
          <a:p>
            <a:r>
              <a:rPr lang="en-US" dirty="0"/>
              <a:t>Greedy Approach: Main Characteristics (2)</a:t>
            </a:r>
          </a:p>
        </p:txBody>
      </p:sp>
      <p:sp>
        <p:nvSpPr>
          <p:cNvPr id="3" name="Content Placeholder 2">
            <a:extLst>
              <a:ext uri="{FF2B5EF4-FFF2-40B4-BE49-F238E27FC236}">
                <a16:creationId xmlns:a16="http://schemas.microsoft.com/office/drawing/2014/main" id="{56408519-EEAE-C70E-F6E5-AD74C0FFB638}"/>
              </a:ext>
            </a:extLst>
          </p:cNvPr>
          <p:cNvSpPr>
            <a:spLocks noGrp="1"/>
          </p:cNvSpPr>
          <p:nvPr>
            <p:ph idx="1"/>
          </p:nvPr>
        </p:nvSpPr>
        <p:spPr/>
        <p:txBody>
          <a:bodyPr>
            <a:normAutofit/>
          </a:bodyPr>
          <a:lstStyle/>
          <a:p>
            <a:pPr marL="514350" indent="-514350">
              <a:buFont typeface="+mj-lt"/>
              <a:buAutoNum type="arabicPeriod" startAt="3"/>
            </a:pPr>
            <a:r>
              <a:rPr lang="en-US" dirty="0"/>
              <a:t>Efficiency: </a:t>
            </a:r>
            <a:br>
              <a:rPr lang="en-US" dirty="0"/>
            </a:br>
            <a:r>
              <a:rPr lang="en-US" sz="2400" dirty="0"/>
              <a:t>Greedy</a:t>
            </a:r>
            <a:r>
              <a:rPr lang="en-US" dirty="0"/>
              <a:t> algorithms are typically:</a:t>
            </a:r>
          </a:p>
          <a:p>
            <a:pPr lvl="1"/>
            <a:r>
              <a:rPr lang="en-US" dirty="0"/>
              <a:t>Time-efficient (often 𝑂(𝑛) or 𝑂(𝑛log⁡𝑛))</a:t>
            </a:r>
          </a:p>
          <a:p>
            <a:pPr lvl="1"/>
            <a:r>
              <a:rPr lang="en-US" dirty="0"/>
              <a:t>Use little memory</a:t>
            </a:r>
          </a:p>
          <a:p>
            <a:pPr marL="514350" indent="-514350">
              <a:buFont typeface="+mj-lt"/>
              <a:buAutoNum type="arabicPeriod" startAt="3"/>
            </a:pPr>
            <a:r>
              <a:rPr lang="en-US" dirty="0"/>
              <a:t>Not Always Optimal:</a:t>
            </a:r>
            <a:br>
              <a:rPr lang="en-US" dirty="0"/>
            </a:br>
            <a:r>
              <a:rPr lang="en-US" sz="2400" dirty="0"/>
              <a:t>Greedy works only for specific problems.</a:t>
            </a:r>
            <a:br>
              <a:rPr lang="en-US" sz="2400" dirty="0"/>
            </a:br>
            <a:r>
              <a:rPr lang="en-US" sz="2400" dirty="0"/>
              <a:t>For some problems, greedy choices can lead to suboptimal results.</a:t>
            </a:r>
            <a:endParaRPr lang="en-US" dirty="0"/>
          </a:p>
        </p:txBody>
      </p:sp>
    </p:spTree>
    <p:extLst>
      <p:ext uri="{BB962C8B-B14F-4D97-AF65-F5344CB8AC3E}">
        <p14:creationId xmlns:p14="http://schemas.microsoft.com/office/powerpoint/2010/main" val="371595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38999-50CA-E397-CDF0-883308B2D2CC}"/>
              </a:ext>
            </a:extLst>
          </p:cNvPr>
          <p:cNvSpPr>
            <a:spLocks noGrp="1"/>
          </p:cNvSpPr>
          <p:nvPr>
            <p:ph type="title"/>
          </p:nvPr>
        </p:nvSpPr>
        <p:spPr/>
        <p:txBody>
          <a:bodyPr/>
          <a:lstStyle/>
          <a:p>
            <a:r>
              <a:rPr lang="en-US" dirty="0" err="1"/>
              <a:t>Greddy</a:t>
            </a:r>
            <a:r>
              <a:rPr lang="en-US" dirty="0"/>
              <a:t> Algorithms and DP</a:t>
            </a:r>
          </a:p>
        </p:txBody>
      </p:sp>
      <p:graphicFrame>
        <p:nvGraphicFramePr>
          <p:cNvPr id="4" name="Content Placeholder 3">
            <a:extLst>
              <a:ext uri="{FF2B5EF4-FFF2-40B4-BE49-F238E27FC236}">
                <a16:creationId xmlns:a16="http://schemas.microsoft.com/office/drawing/2014/main" id="{74267BB4-CE1B-8336-C789-1C4244755556}"/>
              </a:ext>
            </a:extLst>
          </p:cNvPr>
          <p:cNvGraphicFramePr>
            <a:graphicFrameLocks noGrp="1"/>
          </p:cNvGraphicFramePr>
          <p:nvPr>
            <p:ph sz="half" idx="1"/>
            <p:extLst>
              <p:ext uri="{D42A27DB-BD31-4B8C-83A1-F6EECF244321}">
                <p14:modId xmlns:p14="http://schemas.microsoft.com/office/powerpoint/2010/main" val="841731177"/>
              </p:ext>
            </p:extLst>
          </p:nvPr>
        </p:nvGraphicFramePr>
        <p:xfrm>
          <a:off x="838198" y="1825624"/>
          <a:ext cx="10184607" cy="3175001"/>
        </p:xfrm>
        <a:graphic>
          <a:graphicData uri="http://schemas.openxmlformats.org/drawingml/2006/table">
            <a:tbl>
              <a:tblPr firstRow="1" bandRow="1">
                <a:tableStyleId>{5C22544A-7EE6-4342-B048-85BDC9FD1C3A}</a:tableStyleId>
              </a:tblPr>
              <a:tblGrid>
                <a:gridCol w="3394869">
                  <a:extLst>
                    <a:ext uri="{9D8B030D-6E8A-4147-A177-3AD203B41FA5}">
                      <a16:colId xmlns:a16="http://schemas.microsoft.com/office/drawing/2014/main" val="2533356986"/>
                    </a:ext>
                  </a:extLst>
                </a:gridCol>
                <a:gridCol w="3394869">
                  <a:extLst>
                    <a:ext uri="{9D8B030D-6E8A-4147-A177-3AD203B41FA5}">
                      <a16:colId xmlns:a16="http://schemas.microsoft.com/office/drawing/2014/main" val="3457436264"/>
                    </a:ext>
                  </a:extLst>
                </a:gridCol>
                <a:gridCol w="3394869">
                  <a:extLst>
                    <a:ext uri="{9D8B030D-6E8A-4147-A177-3AD203B41FA5}">
                      <a16:colId xmlns:a16="http://schemas.microsoft.com/office/drawing/2014/main" val="3837912995"/>
                    </a:ext>
                  </a:extLst>
                </a:gridCol>
              </a:tblGrid>
              <a:tr h="768608">
                <a:tc>
                  <a:txBody>
                    <a:bodyPr/>
                    <a:lstStyle/>
                    <a:p>
                      <a:r>
                        <a:rPr lang="en-US" dirty="0"/>
                        <a:t>Aspect</a:t>
                      </a:r>
                    </a:p>
                  </a:txBody>
                  <a:tcPr/>
                </a:tc>
                <a:tc>
                  <a:txBody>
                    <a:bodyPr/>
                    <a:lstStyle/>
                    <a:p>
                      <a:r>
                        <a:rPr lang="en-US" dirty="0"/>
                        <a:t>Greedy</a:t>
                      </a:r>
                    </a:p>
                  </a:txBody>
                  <a:tcPr/>
                </a:tc>
                <a:tc>
                  <a:txBody>
                    <a:bodyPr/>
                    <a:lstStyle/>
                    <a:p>
                      <a:r>
                        <a:rPr lang="en-US" dirty="0"/>
                        <a:t>Dynamic Programming</a:t>
                      </a:r>
                    </a:p>
                  </a:txBody>
                  <a:tcPr/>
                </a:tc>
                <a:extLst>
                  <a:ext uri="{0D108BD9-81ED-4DB2-BD59-A6C34878D82A}">
                    <a16:rowId xmlns:a16="http://schemas.microsoft.com/office/drawing/2014/main" val="1060828687"/>
                  </a:ext>
                </a:extLst>
              </a:tr>
              <a:tr h="445305">
                <a:tc>
                  <a:txBody>
                    <a:bodyPr/>
                    <a:lstStyle/>
                    <a:p>
                      <a:pPr>
                        <a:buNone/>
                      </a:pPr>
                      <a:r>
                        <a:rPr lang="en-US" dirty="0"/>
                        <a:t>Decision making</a:t>
                      </a:r>
                    </a:p>
                  </a:txBody>
                  <a:tcPr anchor="ctr"/>
                </a:tc>
                <a:tc>
                  <a:txBody>
                    <a:bodyPr/>
                    <a:lstStyle/>
                    <a:p>
                      <a:pPr>
                        <a:buNone/>
                      </a:pPr>
                      <a:r>
                        <a:rPr lang="en-US"/>
                        <a:t>Local</a:t>
                      </a:r>
                    </a:p>
                  </a:txBody>
                  <a:tcPr anchor="ctr"/>
                </a:tc>
                <a:tc>
                  <a:txBody>
                    <a:bodyPr/>
                    <a:lstStyle/>
                    <a:p>
                      <a:pPr>
                        <a:buNone/>
                      </a:pPr>
                      <a:r>
                        <a:rPr lang="en-US"/>
                        <a:t>Global</a:t>
                      </a:r>
                    </a:p>
                  </a:txBody>
                  <a:tcPr anchor="ctr"/>
                </a:tc>
                <a:extLst>
                  <a:ext uri="{0D108BD9-81ED-4DB2-BD59-A6C34878D82A}">
                    <a16:rowId xmlns:a16="http://schemas.microsoft.com/office/drawing/2014/main" val="1644877994"/>
                  </a:ext>
                </a:extLst>
              </a:tr>
              <a:tr h="768608">
                <a:tc>
                  <a:txBody>
                    <a:bodyPr/>
                    <a:lstStyle/>
                    <a:p>
                      <a:pPr>
                        <a:buNone/>
                      </a:pPr>
                      <a:r>
                        <a:rPr lang="en-US" dirty="0"/>
                        <a:t>Revisits decisions</a:t>
                      </a:r>
                    </a:p>
                  </a:txBody>
                  <a:tcPr anchor="ctr"/>
                </a:tc>
                <a:tc>
                  <a:txBody>
                    <a:bodyPr/>
                    <a:lstStyle/>
                    <a:p>
                      <a:pPr>
                        <a:buNone/>
                      </a:pPr>
                      <a:r>
                        <a:rPr lang="en-US" dirty="0"/>
                        <a:t>No</a:t>
                      </a:r>
                    </a:p>
                  </a:txBody>
                  <a:tcPr anchor="ctr"/>
                </a:tc>
                <a:tc>
                  <a:txBody>
                    <a:bodyPr/>
                    <a:lstStyle/>
                    <a:p>
                      <a:pPr>
                        <a:buNone/>
                      </a:pPr>
                      <a:r>
                        <a:rPr lang="en-US" dirty="0"/>
                        <a:t>Yes</a:t>
                      </a:r>
                    </a:p>
                  </a:txBody>
                  <a:tcPr anchor="ctr"/>
                </a:tc>
                <a:extLst>
                  <a:ext uri="{0D108BD9-81ED-4DB2-BD59-A6C34878D82A}">
                    <a16:rowId xmlns:a16="http://schemas.microsoft.com/office/drawing/2014/main" val="1612631237"/>
                  </a:ext>
                </a:extLst>
              </a:tr>
              <a:tr h="445305">
                <a:tc>
                  <a:txBody>
                    <a:bodyPr/>
                    <a:lstStyle/>
                    <a:p>
                      <a:pPr>
                        <a:buNone/>
                      </a:pPr>
                      <a:r>
                        <a:rPr lang="en-US" dirty="0"/>
                        <a:t>Complexity</a:t>
                      </a:r>
                    </a:p>
                  </a:txBody>
                  <a:tcPr anchor="ctr"/>
                </a:tc>
                <a:tc>
                  <a:txBody>
                    <a:bodyPr/>
                    <a:lstStyle/>
                    <a:p>
                      <a:pPr>
                        <a:buNone/>
                      </a:pPr>
                      <a:r>
                        <a:rPr lang="en-US" dirty="0"/>
                        <a:t>Lower</a:t>
                      </a:r>
                    </a:p>
                  </a:txBody>
                  <a:tcPr anchor="ctr"/>
                </a:tc>
                <a:tc>
                  <a:txBody>
                    <a:bodyPr/>
                    <a:lstStyle/>
                    <a:p>
                      <a:pPr>
                        <a:buNone/>
                      </a:pPr>
                      <a:r>
                        <a:rPr lang="en-US" dirty="0"/>
                        <a:t>Higher</a:t>
                      </a:r>
                    </a:p>
                  </a:txBody>
                  <a:tcPr anchor="ctr"/>
                </a:tc>
                <a:extLst>
                  <a:ext uri="{0D108BD9-81ED-4DB2-BD59-A6C34878D82A}">
                    <a16:rowId xmlns:a16="http://schemas.microsoft.com/office/drawing/2014/main" val="3854268742"/>
                  </a:ext>
                </a:extLst>
              </a:tr>
              <a:tr h="747175">
                <a:tc>
                  <a:txBody>
                    <a:bodyPr/>
                    <a:lstStyle/>
                    <a:p>
                      <a:pPr>
                        <a:buNone/>
                      </a:pPr>
                      <a:r>
                        <a:rPr lang="en-US"/>
                        <a:t>Optimality</a:t>
                      </a:r>
                    </a:p>
                  </a:txBody>
                  <a:tcPr anchor="ctr"/>
                </a:tc>
                <a:tc>
                  <a:txBody>
                    <a:bodyPr/>
                    <a:lstStyle/>
                    <a:p>
                      <a:pPr>
                        <a:buNone/>
                      </a:pPr>
                      <a:r>
                        <a:rPr lang="en-US"/>
                        <a:t>Not guaranteed</a:t>
                      </a:r>
                    </a:p>
                  </a:txBody>
                  <a:tcPr anchor="ctr"/>
                </a:tc>
                <a:tc>
                  <a:txBody>
                    <a:bodyPr/>
                    <a:lstStyle/>
                    <a:p>
                      <a:pPr>
                        <a:buNone/>
                      </a:pPr>
                      <a:r>
                        <a:rPr lang="en-US" dirty="0"/>
                        <a:t>Guaranteed (if applicable)</a:t>
                      </a:r>
                    </a:p>
                  </a:txBody>
                  <a:tcPr anchor="ctr"/>
                </a:tc>
                <a:extLst>
                  <a:ext uri="{0D108BD9-81ED-4DB2-BD59-A6C34878D82A}">
                    <a16:rowId xmlns:a16="http://schemas.microsoft.com/office/drawing/2014/main" val="1414534132"/>
                  </a:ext>
                </a:extLst>
              </a:tr>
            </a:tbl>
          </a:graphicData>
        </a:graphic>
      </p:graphicFrame>
      <p:sp>
        <p:nvSpPr>
          <p:cNvPr id="6" name="Content Placeholder 5">
            <a:extLst>
              <a:ext uri="{FF2B5EF4-FFF2-40B4-BE49-F238E27FC236}">
                <a16:creationId xmlns:a16="http://schemas.microsoft.com/office/drawing/2014/main" id="{442EC7CE-F39D-4584-84F2-0F812B1817B8}"/>
              </a:ext>
            </a:extLst>
          </p:cNvPr>
          <p:cNvSpPr>
            <a:spLocks noGrp="1"/>
          </p:cNvSpPr>
          <p:nvPr>
            <p:ph sz="half" idx="2"/>
          </p:nvPr>
        </p:nvSpPr>
        <p:spPr>
          <a:xfrm>
            <a:off x="838200" y="5264943"/>
            <a:ext cx="10515600" cy="912019"/>
          </a:xfrm>
        </p:spPr>
        <p:txBody>
          <a:bodyPr/>
          <a:lstStyle/>
          <a:p>
            <a:pPr marL="0" indent="0">
              <a:buNone/>
            </a:pPr>
            <a:r>
              <a:rPr lang="en-US" dirty="0"/>
              <a:t>If you’re unsure whether greedy works →</a:t>
            </a:r>
            <a:br>
              <a:rPr lang="en-US" dirty="0"/>
            </a:br>
            <a:r>
              <a:rPr lang="en-US" dirty="0"/>
              <a:t>it's often safer to think in terms of </a:t>
            </a:r>
            <a:r>
              <a:rPr lang="en-US" b="1" dirty="0"/>
              <a:t>dynamic programming</a:t>
            </a:r>
            <a:r>
              <a:rPr lang="en-US" dirty="0"/>
              <a:t>.</a:t>
            </a:r>
          </a:p>
        </p:txBody>
      </p:sp>
    </p:spTree>
    <p:extLst>
      <p:ext uri="{BB962C8B-B14F-4D97-AF65-F5344CB8AC3E}">
        <p14:creationId xmlns:p14="http://schemas.microsoft.com/office/powerpoint/2010/main" val="1458472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5BA4-18D0-E7F9-8289-84DDECAF0287}"/>
              </a:ext>
            </a:extLst>
          </p:cNvPr>
          <p:cNvSpPr>
            <a:spLocks noGrp="1"/>
          </p:cNvSpPr>
          <p:nvPr>
            <p:ph type="title"/>
          </p:nvPr>
        </p:nvSpPr>
        <p:spPr/>
        <p:txBody>
          <a:bodyPr/>
          <a:lstStyle/>
          <a:p>
            <a:r>
              <a:rPr lang="en-US" dirty="0"/>
              <a:t>Activity Selection Problem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5E9CF8-8783-B78D-6838-ADF9D6575EFB}"/>
                  </a:ext>
                </a:extLst>
              </p:cNvPr>
              <p:cNvSpPr>
                <a:spLocks noGrp="1"/>
              </p:cNvSpPr>
              <p:nvPr>
                <p:ph idx="1"/>
              </p:nvPr>
            </p:nvSpPr>
            <p:spPr/>
            <p:txBody>
              <a:bodyPr>
                <a:normAutofit/>
              </a:bodyPr>
              <a:lstStyle/>
              <a:p>
                <a:pPr marL="0" indent="0" algn="just">
                  <a:buNone/>
                </a:pPr>
                <a:r>
                  <a:rPr lang="en-US" dirty="0"/>
                  <a:t>Select maximum number of non-overlapping activities.</a:t>
                </a:r>
              </a:p>
              <a:p>
                <a:pPr algn="just"/>
                <a:r>
                  <a:rPr lang="en-US" sz="2400" dirty="0"/>
                  <a:t>A set </a:t>
                </a:r>
                <a14:m>
                  <m:oMath xmlns:m="http://schemas.openxmlformats.org/officeDocument/2006/math">
                    <m:r>
                      <m:rPr>
                        <m:sty m:val="p"/>
                      </m:rPr>
                      <a:rPr lang="en-US" sz="2400" b="0" i="1" smtClean="0">
                        <a:latin typeface="Cambria Math" panose="02040503050406030204" pitchFamily="18" charset="0"/>
                      </a:rPr>
                      <m:t>S</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a</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a</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 ,</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a</m:t>
                            </m:r>
                          </m:e>
                          <m:sub>
                            <m:r>
                              <m:rPr>
                                <m:sty m:val="p"/>
                              </m:rPr>
                              <a:rPr lang="en-US" sz="2400" b="0" i="1" smtClean="0">
                                <a:latin typeface="Cambria Math" panose="02040503050406030204" pitchFamily="18" charset="0"/>
                              </a:rPr>
                              <m:t>n</m:t>
                            </m:r>
                          </m:sub>
                        </m:sSub>
                      </m:e>
                    </m:d>
                  </m:oMath>
                </a14:m>
                <a:r>
                  <a:rPr lang="en-US" sz="2400" dirty="0"/>
                  <a:t> </a:t>
                </a:r>
                <a14:m>
                  <m:oMath xmlns:m="http://schemas.openxmlformats.org/officeDocument/2006/math">
                    <m:r>
                      <a:rPr lang="en-US" sz="2400" i="1" dirty="0" smtClean="0">
                        <a:latin typeface="Cambria Math" panose="02040503050406030204" pitchFamily="18" charset="0"/>
                      </a:rPr>
                      <m:t>𝑛</m:t>
                    </m:r>
                  </m:oMath>
                </a14:m>
                <a:r>
                  <a:rPr lang="en-US" sz="2400" dirty="0"/>
                  <a:t> proposed activities that wish to reserve the conference room, and the room can serve only one activity at a time.</a:t>
                </a:r>
              </a:p>
              <a:p>
                <a:pPr algn="just"/>
                <a:r>
                  <a:rPr lang="en-US" sz="2400" dirty="0"/>
                  <a:t>Each activity </a:t>
                </a:r>
                <a14:m>
                  <m:oMath xmlns:m="http://schemas.openxmlformats.org/officeDocument/2006/math">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a</m:t>
                        </m:r>
                      </m:e>
                      <m:sub>
                        <m:r>
                          <m:rPr>
                            <m:sty m:val="p"/>
                          </m:rPr>
                          <a:rPr lang="en-US" sz="2400" b="0" i="1" smtClean="0">
                            <a:latin typeface="Cambria Math" panose="02040503050406030204" pitchFamily="18" charset="0"/>
                          </a:rPr>
                          <m:t>i</m:t>
                        </m:r>
                      </m:sub>
                    </m:sSub>
                  </m:oMath>
                </a14:m>
                <a:r>
                  <a:rPr lang="en-US" sz="2400" dirty="0"/>
                  <a:t> has a start time </a:t>
                </a:r>
                <a14:m>
                  <m:oMath xmlns:m="http://schemas.openxmlformats.org/officeDocument/2006/math">
                    <m:sSub>
                      <m:sSubPr>
                        <m:ctrlPr>
                          <a:rPr lang="en-US" sz="2400" i="1">
                            <a:latin typeface="Cambria Math" panose="02040503050406030204" pitchFamily="18" charset="0"/>
                          </a:rPr>
                        </m:ctrlPr>
                      </m:sSubPr>
                      <m:e>
                        <m:r>
                          <m:rPr>
                            <m:sty m:val="p"/>
                          </m:rPr>
                          <a:rPr lang="en-US" sz="2400" b="0" i="1" smtClean="0">
                            <a:latin typeface="Cambria Math" panose="02040503050406030204" pitchFamily="18" charset="0"/>
                          </a:rPr>
                          <m:t>s</m:t>
                        </m:r>
                      </m:e>
                      <m:sub>
                        <m:r>
                          <m:rPr>
                            <m:sty m:val="p"/>
                          </m:rPr>
                          <a:rPr lang="en-US" sz="2400" b="0" i="1" smtClean="0">
                            <a:latin typeface="Cambria Math" panose="02040503050406030204" pitchFamily="18" charset="0"/>
                          </a:rPr>
                          <m:t>i</m:t>
                        </m:r>
                      </m:sub>
                    </m:sSub>
                  </m:oMath>
                </a14:m>
                <a:r>
                  <a:rPr lang="en-US" sz="2400" dirty="0"/>
                  <a:t> and a finish time </a:t>
                </a:r>
                <a14:m>
                  <m:oMath xmlns:m="http://schemas.openxmlformats.org/officeDocument/2006/math">
                    <m:sSub>
                      <m:sSubPr>
                        <m:ctrlPr>
                          <a:rPr lang="en-US" sz="2400" i="1">
                            <a:latin typeface="Cambria Math" panose="02040503050406030204" pitchFamily="18" charset="0"/>
                          </a:rPr>
                        </m:ctrlPr>
                      </m:sSubPr>
                      <m:e>
                        <m:r>
                          <m:rPr>
                            <m:sty m:val="p"/>
                          </m:rPr>
                          <a:rPr lang="en-US" sz="2400" b="0" i="1" smtClean="0">
                            <a:latin typeface="Cambria Math" panose="02040503050406030204" pitchFamily="18" charset="0"/>
                          </a:rPr>
                          <m:t>f</m:t>
                        </m:r>
                      </m:e>
                      <m:sub>
                        <m:r>
                          <m:rPr>
                            <m:sty m:val="p"/>
                          </m:rPr>
                          <a:rPr lang="en-US" sz="2400" b="0" i="1" smtClean="0">
                            <a:latin typeface="Cambria Math" panose="02040503050406030204" pitchFamily="18" charset="0"/>
                          </a:rPr>
                          <m:t>i</m:t>
                        </m:r>
                      </m:sub>
                    </m:sSub>
                  </m:oMath>
                </a14:m>
                <a:r>
                  <a:rPr lang="en-US" sz="2400" dirty="0"/>
                  <a:t> ; </a:t>
                </a:r>
                <a14:m>
                  <m:oMath xmlns:m="http://schemas.openxmlformats.org/officeDocument/2006/math">
                    <m:r>
                      <a:rPr lang="en-US" sz="2400" i="1" dirty="0" smtClean="0">
                        <a:latin typeface="Cambria Math" panose="02040503050406030204" pitchFamily="18" charset="0"/>
                      </a:rPr>
                      <m:t>0</m:t>
                    </m:r>
                    <m:r>
                      <a:rPr lang="en-US" sz="2400" b="0" i="1" dirty="0" smtClean="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s</m:t>
                        </m:r>
                      </m:e>
                      <m:sub>
                        <m:r>
                          <m:rPr>
                            <m:sty m:val="p"/>
                          </m:rPr>
                          <a:rPr lang="en-US" sz="2400" i="1">
                            <a:latin typeface="Cambria Math" panose="02040503050406030204" pitchFamily="18" charset="0"/>
                          </a:rPr>
                          <m:t>i</m:t>
                        </m:r>
                      </m:sub>
                    </m:sSub>
                    <m:r>
                      <a:rPr lang="en-US" sz="2400" i="1" dirty="0" smtClean="0">
                        <a:latin typeface="Cambria Math" panose="02040503050406030204" pitchFamily="18" charset="0"/>
                      </a:rPr>
                      <m:t>&lt;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f</m:t>
                        </m:r>
                      </m:e>
                      <m:sub>
                        <m:r>
                          <m:rPr>
                            <m:sty m:val="p"/>
                          </m:rPr>
                          <a:rPr lang="en-US" sz="2400" i="1">
                            <a:latin typeface="Cambria Math" panose="02040503050406030204" pitchFamily="18" charset="0"/>
                          </a:rPr>
                          <m:t>i</m:t>
                        </m:r>
                      </m:sub>
                    </m:sSub>
                    <m:r>
                      <a:rPr lang="en-US" sz="2400" i="1" dirty="0" smtClean="0">
                        <a:latin typeface="Cambria Math" panose="02040503050406030204" pitchFamily="18" charset="0"/>
                      </a:rPr>
                      <m:t>≤</m:t>
                    </m:r>
                    <m:r>
                      <a:rPr lang="en-US" sz="2400" i="1" dirty="0" smtClean="0">
                        <a:latin typeface="Cambria Math" panose="02040503050406030204" pitchFamily="18" charset="0"/>
                        <a:ea typeface="Cambria Math" panose="02040503050406030204" pitchFamily="18" charset="0"/>
                      </a:rPr>
                      <m:t>∞</m:t>
                    </m:r>
                  </m:oMath>
                </a14:m>
                <a:r>
                  <a:rPr lang="en-US" sz="2400" dirty="0"/>
                  <a:t>.</a:t>
                </a:r>
              </a:p>
              <a:p>
                <a:pPr algn="just"/>
                <a:r>
                  <a:rPr lang="en-US" sz="2400" dirty="0"/>
                  <a:t>If selected, activity </a:t>
                </a:r>
                <a14:m>
                  <m:oMath xmlns:m="http://schemas.openxmlformats.org/officeDocument/2006/math">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a</m:t>
                        </m:r>
                      </m:e>
                      <m:sub>
                        <m:r>
                          <m:rPr>
                            <m:sty m:val="p"/>
                          </m:rPr>
                          <a:rPr lang="en-US" sz="2400" i="1">
                            <a:latin typeface="Cambria Math" panose="02040503050406030204" pitchFamily="18" charset="0"/>
                          </a:rPr>
                          <m:t>i</m:t>
                        </m:r>
                      </m:sub>
                    </m:sSub>
                  </m:oMath>
                </a14:m>
                <a:r>
                  <a:rPr lang="en-US" sz="2400" dirty="0"/>
                  <a:t> takes place during the half-open time interval </a:t>
                </a:r>
                <a14:m>
                  <m:oMath xmlns:m="http://schemas.openxmlformats.org/officeDocument/2006/math">
                    <m:d>
                      <m:dPr>
                        <m:begChr m:val="["/>
                        <m:endChr m:val=""/>
                        <m:ctrlPr>
                          <a:rPr lang="en-US" sz="2400" i="1" dirty="0" smtClean="0">
                            <a:latin typeface="Cambria Math" panose="02040503050406030204" pitchFamily="18" charset="0"/>
                          </a:rPr>
                        </m:ctrlPr>
                      </m:dPr>
                      <m:e>
                        <m:d>
                          <m:dPr>
                            <m:begChr m:val=""/>
                            <m:ctrlPr>
                              <a:rPr lang="en-US" sz="2400" i="1" dirty="0" smtClean="0">
                                <a:latin typeface="Cambria Math" panose="02040503050406030204" pitchFamily="18" charset="0"/>
                              </a:rPr>
                            </m:ctrlPr>
                          </m:dPr>
                          <m:e>
                            <m:sSub>
                              <m:sSubPr>
                                <m:ctrlPr>
                                  <a:rPr lang="en-US" sz="2400" i="1" dirty="0" smtClean="0">
                                    <a:latin typeface="Cambria Math" panose="02040503050406030204" pitchFamily="18" charset="0"/>
                                  </a:rPr>
                                </m:ctrlPr>
                              </m:sSubPr>
                              <m:e>
                                <m:r>
                                  <m:rPr>
                                    <m:sty m:val="p"/>
                                  </m:rPr>
                                  <a:rPr lang="en-US" sz="2400" b="0" i="1" dirty="0" smtClean="0">
                                    <a:latin typeface="Cambria Math" panose="02040503050406030204" pitchFamily="18" charset="0"/>
                                  </a:rPr>
                                  <m:t>s</m:t>
                                </m:r>
                              </m:e>
                              <m:sub>
                                <m:r>
                                  <m:rPr>
                                    <m:sty m:val="p"/>
                                  </m:rPr>
                                  <a:rPr lang="en-US" sz="2400" b="0" i="1" dirty="0" smtClean="0">
                                    <a:latin typeface="Cambria Math" panose="02040503050406030204" pitchFamily="18" charset="0"/>
                                  </a:rPr>
                                  <m:t>i</m:t>
                                </m:r>
                              </m:sub>
                            </m:sSub>
                            <m:r>
                              <a:rPr lang="en-US" sz="2400" b="0" i="1" dirty="0" smtClean="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f</m:t>
                                </m:r>
                              </m:e>
                              <m:sub>
                                <m:r>
                                  <m:rPr>
                                    <m:sty m:val="p"/>
                                  </m:rPr>
                                  <a:rPr lang="en-US" sz="2400" i="1">
                                    <a:latin typeface="Cambria Math" panose="02040503050406030204" pitchFamily="18" charset="0"/>
                                  </a:rPr>
                                  <m:t>i</m:t>
                                </m:r>
                              </m:sub>
                            </m:sSub>
                          </m:e>
                        </m:d>
                      </m:e>
                    </m:d>
                  </m:oMath>
                </a14:m>
                <a:r>
                  <a:rPr lang="en-US" sz="2400" dirty="0"/>
                  <a:t>.</a:t>
                </a:r>
              </a:p>
              <a:p>
                <a:pPr algn="just"/>
                <a:r>
                  <a:rPr lang="en-US" sz="2400" dirty="0"/>
                  <a:t>Activities </a:t>
                </a:r>
                <a14:m>
                  <m:oMath xmlns:m="http://schemas.openxmlformats.org/officeDocument/2006/math">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a</m:t>
                        </m:r>
                      </m:e>
                      <m:sub>
                        <m:r>
                          <m:rPr>
                            <m:sty m:val="p"/>
                          </m:rPr>
                          <a:rPr lang="en-US" sz="2400" i="1">
                            <a:latin typeface="Cambria Math" panose="02040503050406030204" pitchFamily="18" charset="0"/>
                          </a:rPr>
                          <m:t>i</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a</m:t>
                        </m:r>
                      </m:e>
                      <m:sub>
                        <m:r>
                          <m:rPr>
                            <m:sty m:val="p"/>
                          </m:rPr>
                          <a:rPr lang="en-US" sz="2400" b="0" i="1" smtClean="0">
                            <a:latin typeface="Cambria Math" panose="02040503050406030204" pitchFamily="18" charset="0"/>
                          </a:rPr>
                          <m:t>j</m:t>
                        </m:r>
                      </m:sub>
                    </m:sSub>
                  </m:oMath>
                </a14:m>
                <a:r>
                  <a:rPr lang="en-US" sz="2400" dirty="0"/>
                  <a:t> are </a:t>
                </a:r>
                <a:r>
                  <a:rPr lang="en-US" sz="2400" b="1" i="1" dirty="0"/>
                  <a:t>compatible </a:t>
                </a:r>
                <a:r>
                  <a:rPr lang="en-US" sz="2400" dirty="0"/>
                  <a:t>if the intervals </a:t>
                </a:r>
                <a14:m>
                  <m:oMath xmlns:m="http://schemas.openxmlformats.org/officeDocument/2006/math">
                    <m:d>
                      <m:dPr>
                        <m:begChr m:val="["/>
                        <m:endChr m:val=""/>
                        <m:ctrlPr>
                          <a:rPr lang="en-US" sz="2400" i="1" dirty="0">
                            <a:latin typeface="Cambria Math" panose="02040503050406030204" pitchFamily="18" charset="0"/>
                          </a:rPr>
                        </m:ctrlPr>
                      </m:dPr>
                      <m:e>
                        <m:d>
                          <m:dPr>
                            <m:beg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s</m:t>
                                </m:r>
                              </m:e>
                              <m:sub>
                                <m:r>
                                  <m:rPr>
                                    <m:sty m:val="p"/>
                                  </m:rPr>
                                  <a:rPr lang="en-US" sz="2400" i="1" dirty="0">
                                    <a:latin typeface="Cambria Math" panose="02040503050406030204" pitchFamily="18" charset="0"/>
                                  </a:rPr>
                                  <m:t>i</m:t>
                                </m:r>
                              </m:sub>
                            </m:sSub>
                            <m:r>
                              <a:rPr lang="en-US" sz="2400" i="1" dirty="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f</m:t>
                                </m:r>
                              </m:e>
                              <m:sub>
                                <m:r>
                                  <m:rPr>
                                    <m:sty m:val="p"/>
                                  </m:rPr>
                                  <a:rPr lang="en-US" sz="2400" i="1">
                                    <a:latin typeface="Cambria Math" panose="02040503050406030204" pitchFamily="18" charset="0"/>
                                  </a:rPr>
                                  <m:t>i</m:t>
                                </m:r>
                              </m:sub>
                            </m:sSub>
                          </m:e>
                        </m:d>
                      </m:e>
                    </m:d>
                  </m:oMath>
                </a14:m>
                <a:r>
                  <a:rPr lang="en-US" sz="2400" dirty="0"/>
                  <a:t> and </a:t>
                </a:r>
                <a14:m>
                  <m:oMath xmlns:m="http://schemas.openxmlformats.org/officeDocument/2006/math">
                    <m:d>
                      <m:dPr>
                        <m:begChr m:val="["/>
                        <m:endChr m:val=""/>
                        <m:ctrlPr>
                          <a:rPr lang="en-US" sz="2400" i="1" dirty="0">
                            <a:latin typeface="Cambria Math" panose="02040503050406030204" pitchFamily="18" charset="0"/>
                          </a:rPr>
                        </m:ctrlPr>
                      </m:dPr>
                      <m:e>
                        <m:d>
                          <m:dPr>
                            <m:beg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s</m:t>
                                </m:r>
                              </m:e>
                              <m:sub>
                                <m:r>
                                  <m:rPr>
                                    <m:sty m:val="p"/>
                                  </m:rPr>
                                  <a:rPr lang="en-US" sz="2400" b="0" i="1" dirty="0" smtClean="0">
                                    <a:latin typeface="Cambria Math" panose="02040503050406030204" pitchFamily="18" charset="0"/>
                                  </a:rPr>
                                  <m:t>j</m:t>
                                </m:r>
                              </m:sub>
                            </m:sSub>
                            <m:r>
                              <a:rPr lang="en-US" sz="2400" i="1" dirty="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f</m:t>
                                </m:r>
                              </m:e>
                              <m:sub>
                                <m:r>
                                  <m:rPr>
                                    <m:sty m:val="p"/>
                                  </m:rPr>
                                  <a:rPr lang="en-US" sz="2400" b="0" i="1" smtClean="0">
                                    <a:latin typeface="Cambria Math" panose="02040503050406030204" pitchFamily="18" charset="0"/>
                                  </a:rPr>
                                  <m:t>j</m:t>
                                </m:r>
                              </m:sub>
                            </m:sSub>
                          </m:e>
                        </m:d>
                      </m:e>
                    </m:d>
                  </m:oMath>
                </a14:m>
                <a:r>
                  <a:rPr lang="en-US" sz="2400" dirty="0"/>
                  <a:t> don’t overlap.</a:t>
                </a:r>
              </a:p>
              <a:p>
                <a:pPr algn="just"/>
                <a:r>
                  <a:rPr lang="en-US" sz="2400" dirty="0"/>
                  <a:t>Assume </a:t>
                </a:r>
                <a14:m>
                  <m:oMath xmlns:m="http://schemas.openxmlformats.org/officeDocument/2006/math">
                    <m:sSub>
                      <m:sSubPr>
                        <m:ctrlPr>
                          <a:rPr lang="en-US" sz="2400" i="1">
                            <a:latin typeface="Cambria Math" panose="02040503050406030204" pitchFamily="18" charset="0"/>
                          </a:rPr>
                        </m:ctrlPr>
                      </m:sSubPr>
                      <m:e>
                        <m:r>
                          <m:rPr>
                            <m:sty m:val="p"/>
                          </m:rPr>
                          <a:rPr lang="en-US" sz="2400" b="0" i="1" smtClean="0">
                            <a:latin typeface="Cambria Math" panose="02040503050406030204" pitchFamily="18" charset="0"/>
                          </a:rPr>
                          <m:t>f</m:t>
                        </m:r>
                      </m:e>
                      <m:sub>
                        <m:r>
                          <a:rPr lang="en-US" sz="2400" b="0" i="1" smtClean="0">
                            <a:latin typeface="Cambria Math" panose="02040503050406030204" pitchFamily="18" charset="0"/>
                          </a:rPr>
                          <m:t>1</m:t>
                        </m:r>
                      </m:sub>
                    </m:sSub>
                    <m:r>
                      <a:rPr lang="en-US" sz="2400" i="1" dirty="0" smtClean="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f</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1">
                            <a:latin typeface="Cambria Math" panose="02040503050406030204" pitchFamily="18" charset="0"/>
                          </a:rPr>
                          <m:t>f</m:t>
                        </m:r>
                      </m:e>
                      <m:sub>
                        <m:r>
                          <m:rPr>
                            <m:sty m:val="p"/>
                          </m:rPr>
                          <a:rPr lang="en-US" sz="2000" b="0" i="1" smtClean="0">
                            <a:latin typeface="Cambria Math" panose="02040503050406030204" pitchFamily="18" charset="0"/>
                          </a:rPr>
                          <m:t>n</m:t>
                        </m:r>
                      </m:sub>
                    </m:sSub>
                  </m:oMath>
                </a14:m>
                <a:endParaRPr lang="en-US" sz="2000" dirty="0"/>
              </a:p>
            </p:txBody>
          </p:sp>
        </mc:Choice>
        <mc:Fallback xmlns="">
          <p:sp>
            <p:nvSpPr>
              <p:cNvPr id="3" name="Content Placeholder 2">
                <a:extLst>
                  <a:ext uri="{FF2B5EF4-FFF2-40B4-BE49-F238E27FC236}">
                    <a16:creationId xmlns:a16="http://schemas.microsoft.com/office/drawing/2014/main" id="{BB5E9CF8-8783-B78D-6838-ADF9D6575EFB}"/>
                  </a:ext>
                </a:extLst>
              </p:cNvPr>
              <p:cNvSpPr>
                <a:spLocks noGrp="1" noRot="1" noChangeAspect="1" noMove="1" noResize="1" noEditPoints="1" noAdjustHandles="1" noChangeArrowheads="1" noChangeShapeType="1" noTextEdit="1"/>
              </p:cNvSpPr>
              <p:nvPr>
                <p:ph idx="1"/>
              </p:nvPr>
            </p:nvSpPr>
            <p:spPr>
              <a:blipFill>
                <a:blip r:embed="rId3"/>
                <a:stretch>
                  <a:fillRect l="-1217" t="-2241" r="-870"/>
                </a:stretch>
              </a:blipFill>
            </p:spPr>
            <p:txBody>
              <a:bodyPr/>
              <a:lstStyle/>
              <a:p>
                <a:r>
                  <a:rPr lang="en-US">
                    <a:noFill/>
                  </a:rPr>
                  <a:t> </a:t>
                </a:r>
              </a:p>
            </p:txBody>
          </p:sp>
        </mc:Fallback>
      </mc:AlternateContent>
    </p:spTree>
    <p:extLst>
      <p:ext uri="{BB962C8B-B14F-4D97-AF65-F5344CB8AC3E}">
        <p14:creationId xmlns:p14="http://schemas.microsoft.com/office/powerpoint/2010/main" val="212777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C04C9-2E32-F0FA-E346-62E1F41565DB}"/>
              </a:ext>
            </a:extLst>
          </p:cNvPr>
          <p:cNvSpPr>
            <a:spLocks noGrp="1"/>
          </p:cNvSpPr>
          <p:nvPr>
            <p:ph type="title"/>
          </p:nvPr>
        </p:nvSpPr>
        <p:spPr/>
        <p:txBody>
          <a:bodyPr/>
          <a:lstStyle/>
          <a:p>
            <a:r>
              <a:rPr lang="en-US" dirty="0"/>
              <a:t>Activity Selection Problem (2)</a:t>
            </a:r>
          </a:p>
        </p:txBody>
      </p:sp>
      <p:pic>
        <p:nvPicPr>
          <p:cNvPr id="7" name="Content Placeholder 6">
            <a:extLst>
              <a:ext uri="{FF2B5EF4-FFF2-40B4-BE49-F238E27FC236}">
                <a16:creationId xmlns:a16="http://schemas.microsoft.com/office/drawing/2014/main" id="{C4180163-4183-2908-2500-F61D4D0C7C42}"/>
              </a:ext>
            </a:extLst>
          </p:cNvPr>
          <p:cNvPicPr>
            <a:picLocks noGrp="1" noChangeAspect="1"/>
          </p:cNvPicPr>
          <p:nvPr>
            <p:ph sz="half" idx="1"/>
          </p:nvPr>
        </p:nvPicPr>
        <p:blipFill>
          <a:blip r:embed="rId2"/>
          <a:stretch>
            <a:fillRect/>
          </a:stretch>
        </p:blipFill>
        <p:spPr>
          <a:xfrm>
            <a:off x="838199" y="1690688"/>
            <a:ext cx="10053738" cy="1689100"/>
          </a:xfrm>
          <a:prstGeom prst="rect">
            <a:avLst/>
          </a:prstGeom>
        </p:spPr>
      </p:pic>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54C2BE75-2EDB-3F85-3762-6F35FFBEBCDA}"/>
                  </a:ext>
                </a:extLst>
              </p:cNvPr>
              <p:cNvSpPr>
                <a:spLocks noGrp="1"/>
              </p:cNvSpPr>
              <p:nvPr>
                <p:ph sz="half" idx="2"/>
              </p:nvPr>
            </p:nvSpPr>
            <p:spPr>
              <a:xfrm>
                <a:off x="838199" y="3478213"/>
                <a:ext cx="10515601" cy="2698749"/>
              </a:xfrm>
            </p:spPr>
            <p:txBody>
              <a:bodyPr/>
              <a:lstStyle/>
              <a:p>
                <a:r>
                  <a:rPr lang="en-US" dirty="0"/>
                  <a:t>A set </a:t>
                </a:r>
                <a14:m>
                  <m:oMath xmlns:m="http://schemas.openxmlformats.org/officeDocument/2006/math">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i="1">
                                <a:latin typeface="Cambria Math" panose="02040503050406030204" pitchFamily="18" charset="0"/>
                              </a:rPr>
                              <m:t>2</m:t>
                            </m:r>
                          </m:sub>
                        </m:sSub>
                        <m:r>
                          <a:rPr lang="en-US" i="1">
                            <a:latin typeface="Cambria Math" panose="02040503050406030204" pitchFamily="18" charset="0"/>
                          </a:rPr>
                          <m:t>, … ,</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11</m:t>
                            </m:r>
                          </m:sub>
                        </m:sSub>
                      </m:e>
                    </m:d>
                  </m:oMath>
                </a14:m>
                <a:r>
                  <a:rPr lang="en-US" dirty="0"/>
                  <a:t> of activities.</a:t>
                </a:r>
                <a:br>
                  <a:rPr lang="en-US" dirty="0"/>
                </a:br>
                <a:r>
                  <a:rPr lang="en-US" dirty="0"/>
                  <a:t>Activity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m:t>
                        </m:r>
                      </m:sub>
                    </m:sSub>
                  </m:oMath>
                </a14:m>
                <a:r>
                  <a:rPr lang="en-US" dirty="0"/>
                  <a:t> has start time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s</m:t>
                        </m:r>
                      </m:e>
                      <m:sub>
                        <m:r>
                          <m:rPr>
                            <m:sty m:val="p"/>
                          </m:rPr>
                          <a:rPr lang="en-US" i="1">
                            <a:latin typeface="Cambria Math" panose="02040503050406030204" pitchFamily="18" charset="0"/>
                          </a:rPr>
                          <m:t>i</m:t>
                        </m:r>
                      </m:sub>
                    </m:sSub>
                  </m:oMath>
                </a14:m>
                <a:r>
                  <a:rPr lang="en-US" dirty="0"/>
                  <a:t> and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f</m:t>
                        </m:r>
                      </m:e>
                      <m:sub>
                        <m:r>
                          <m:rPr>
                            <m:sty m:val="p"/>
                          </m:rPr>
                          <a:rPr lang="en-US" i="1">
                            <a:latin typeface="Cambria Math" panose="02040503050406030204" pitchFamily="18" charset="0"/>
                          </a:rPr>
                          <m:t>i</m:t>
                        </m:r>
                      </m:sub>
                    </m:sSub>
                  </m:oMath>
                </a14:m>
                <a:r>
                  <a:rPr lang="en-US" dirty="0"/>
                  <a:t> finish time.</a:t>
                </a:r>
              </a:p>
              <a:p>
                <a:r>
                  <a:rPr lang="en-US" dirty="0"/>
                  <a:t>The subset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7</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11</m:t>
                            </m:r>
                          </m:sub>
                        </m:sSub>
                      </m:e>
                    </m:d>
                  </m:oMath>
                </a14:m>
                <a:r>
                  <a:rPr lang="en-US" dirty="0"/>
                  <a:t> is mutually compatible subset</a:t>
                </a:r>
              </a:p>
              <a:p>
                <a:r>
                  <a:rPr lang="en-US" dirty="0"/>
                  <a:t>The subset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4</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9</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11</m:t>
                            </m:r>
                          </m:sub>
                        </m:sSub>
                      </m:e>
                    </m:d>
                  </m:oMath>
                </a14:m>
                <a:r>
                  <a:rPr lang="en-US" dirty="0"/>
                  <a:t> is the maximum subset (not only).</a:t>
                </a:r>
              </a:p>
              <a:p>
                <a:endParaRPr lang="en-US" dirty="0"/>
              </a:p>
            </p:txBody>
          </p:sp>
        </mc:Choice>
        <mc:Fallback>
          <p:sp>
            <p:nvSpPr>
              <p:cNvPr id="5" name="Content Placeholder 4">
                <a:extLst>
                  <a:ext uri="{FF2B5EF4-FFF2-40B4-BE49-F238E27FC236}">
                    <a16:creationId xmlns:a16="http://schemas.microsoft.com/office/drawing/2014/main" id="{54C2BE75-2EDB-3F85-3762-6F35FFBEBCDA}"/>
                  </a:ext>
                </a:extLst>
              </p:cNvPr>
              <p:cNvSpPr>
                <a:spLocks noGrp="1" noRot="1" noChangeAspect="1" noMove="1" noResize="1" noEditPoints="1" noAdjustHandles="1" noChangeArrowheads="1" noChangeShapeType="1" noTextEdit="1"/>
              </p:cNvSpPr>
              <p:nvPr>
                <p:ph sz="half" idx="2"/>
              </p:nvPr>
            </p:nvSpPr>
            <p:spPr>
              <a:xfrm>
                <a:off x="838199" y="3478213"/>
                <a:ext cx="10515601" cy="2698749"/>
              </a:xfrm>
              <a:blipFill>
                <a:blip r:embed="rId3"/>
                <a:stretch>
                  <a:fillRect l="-985" t="-3846"/>
                </a:stretch>
              </a:blipFill>
            </p:spPr>
            <p:txBody>
              <a:bodyPr/>
              <a:lstStyle/>
              <a:p>
                <a:r>
                  <a:rPr lang="en-US">
                    <a:noFill/>
                  </a:rPr>
                  <a:t> </a:t>
                </a:r>
              </a:p>
            </p:txBody>
          </p:sp>
        </mc:Fallback>
      </mc:AlternateContent>
    </p:spTree>
    <p:extLst>
      <p:ext uri="{BB962C8B-B14F-4D97-AF65-F5344CB8AC3E}">
        <p14:creationId xmlns:p14="http://schemas.microsoft.com/office/powerpoint/2010/main" val="1293028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50B29-131B-AB4B-FE85-3969C2A03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21D4D-AD20-A673-F87B-1C339905CAAD}"/>
              </a:ext>
            </a:extLst>
          </p:cNvPr>
          <p:cNvSpPr>
            <a:spLocks noGrp="1"/>
          </p:cNvSpPr>
          <p:nvPr>
            <p:ph type="title"/>
          </p:nvPr>
        </p:nvSpPr>
        <p:spPr/>
        <p:txBody>
          <a:bodyPr/>
          <a:lstStyle/>
          <a:p>
            <a:r>
              <a:rPr lang="en-US" dirty="0"/>
              <a:t>Activity Selection Problem:</a:t>
            </a:r>
            <a:br>
              <a:rPr lang="en-US" dirty="0"/>
            </a:br>
            <a:r>
              <a:rPr lang="en-US" dirty="0"/>
              <a:t>Optimal Substructure</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3D223D8-A25A-2495-B05A-A6C8405E94C1}"/>
                  </a:ext>
                </a:extLst>
              </p:cNvPr>
              <p:cNvSpPr>
                <a:spLocks noGrp="1"/>
              </p:cNvSpPr>
              <p:nvPr>
                <p:ph idx="1"/>
              </p:nvPr>
            </p:nvSpPr>
            <p:spPr/>
            <p:txBody>
              <a:bodyPr/>
              <a:lstStyle/>
              <a:p>
                <a:r>
                  <a:rPr lang="en-US" dirty="0"/>
                  <a:t>Donate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S</m:t>
                        </m:r>
                      </m:e>
                      <m:sub>
                        <m:r>
                          <m:rPr>
                            <m:sty m:val="p"/>
                          </m:rPr>
                          <a:rPr lang="en-US" b="0" i="1" smtClean="0">
                            <a:latin typeface="Cambria Math" panose="02040503050406030204" pitchFamily="18" charset="0"/>
                          </a:rPr>
                          <m:t>ij</m:t>
                        </m:r>
                      </m:sub>
                    </m:sSub>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r</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s</m:t>
                            </m:r>
                          </m:e>
                          <m:sub>
                            <m:r>
                              <m:rPr>
                                <m:sty m:val="p"/>
                              </m:rPr>
                              <a:rPr lang="en-US" b="0" i="1" smtClean="0">
                                <a:latin typeface="Cambria Math" panose="02040503050406030204" pitchFamily="18" charset="0"/>
                              </a:rPr>
                              <m:t>r</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f</m:t>
                            </m:r>
                          </m:e>
                          <m:sub>
                            <m:r>
                              <m:rPr>
                                <m:sty m:val="p"/>
                              </m:rPr>
                              <a:rPr lang="en-US" b="0" i="1" smtClean="0">
                                <a:latin typeface="Cambria Math" panose="02040503050406030204" pitchFamily="18" charset="0"/>
                              </a:rPr>
                              <m:t>i</m:t>
                            </m:r>
                          </m:sub>
                        </m:sSub>
                        <m:r>
                          <a:rPr lang="en-US" b="0" i="1" smtClean="0">
                            <a:latin typeface="Cambria Math" panose="02040503050406030204" pitchFamily="18" charset="0"/>
                          </a:rPr>
                          <m:t> </m:t>
                        </m:r>
                        <m:r>
                          <m:rPr>
                            <m:sty m:val="p"/>
                          </m:rPr>
                          <a:rPr lang="en-US" b="0" i="1" smtClean="0">
                            <a:latin typeface="Cambria Math" panose="02040503050406030204" pitchFamily="18" charset="0"/>
                          </a:rPr>
                          <m:t>and</m:t>
                        </m:r>
                        <m:r>
                          <a:rPr lang="en-US" b="0" i="1"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f</m:t>
                            </m:r>
                          </m:e>
                          <m:sub>
                            <m:r>
                              <m:rPr>
                                <m:sty m:val="p"/>
                              </m:rPr>
                              <a:rPr lang="en-US" i="1">
                                <a:latin typeface="Cambria Math" panose="02040503050406030204" pitchFamily="18" charset="0"/>
                              </a:rPr>
                              <m:t>r</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s</m:t>
                            </m:r>
                          </m:e>
                          <m:sub>
                            <m:r>
                              <m:rPr>
                                <m:sty m:val="p"/>
                              </m:rPr>
                              <a:rPr lang="en-US" b="0" i="1" smtClean="0">
                                <a:latin typeface="Cambria Math" panose="02040503050406030204" pitchFamily="18" charset="0"/>
                              </a:rPr>
                              <m:t>j</m:t>
                            </m:r>
                          </m:sub>
                        </m:sSub>
                      </m:e>
                    </m:d>
                  </m:oMath>
                </a14:m>
                <a:endParaRPr lang="en-US" dirty="0"/>
              </a:p>
              <a:p>
                <a:r>
                  <a:rPr lang="en-US" dirty="0"/>
                  <a:t>Donate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i="1">
                            <a:latin typeface="Cambria Math" panose="02040503050406030204" pitchFamily="18" charset="0"/>
                          </a:rPr>
                          <m:t>ij</m:t>
                        </m:r>
                      </m:sub>
                    </m:sSub>
                  </m:oMath>
                </a14:m>
                <a:r>
                  <a:rPr lang="en-US" dirty="0"/>
                  <a:t> a maximum set of mutually compatible activities in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m:rPr>
                            <m:sty m:val="p"/>
                          </m:rPr>
                          <a:rPr lang="en-US" i="1">
                            <a:latin typeface="Cambria Math" panose="02040503050406030204" pitchFamily="18" charset="0"/>
                          </a:rPr>
                          <m:t>ij</m:t>
                        </m:r>
                      </m:sub>
                    </m:sSub>
                  </m:oMath>
                </a14:m>
                <a:endParaRPr lang="en-US" dirty="0"/>
              </a:p>
              <a:p>
                <a:r>
                  <a:rPr lang="en-US" dirty="0"/>
                  <a:t>Suppose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b="0" i="1" smtClean="0">
                            <a:latin typeface="Cambria Math" panose="02040503050406030204" pitchFamily="18" charset="0"/>
                          </a:rPr>
                          <m:t>k</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oMath>
                </a14:m>
                <a:endParaRPr lang="en-US" dirty="0"/>
              </a:p>
              <a:p>
                <a:pPr lvl="1"/>
                <a:r>
                  <a:rPr lang="en-US" dirty="0"/>
                  <a:t>Let: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m:t>
                        </m:r>
                        <m:r>
                          <m:rPr>
                            <m:sty m:val="p"/>
                          </m:rPr>
                          <a:rPr lang="en-US" b="0" i="1" smtClean="0">
                            <a:latin typeface="Cambria Math" panose="02040503050406030204" pitchFamily="18" charset="0"/>
                          </a:rPr>
                          <m:t>k</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S</m:t>
                        </m:r>
                      </m:e>
                      <m:sub>
                        <m:r>
                          <m:rPr>
                            <m:sty m:val="p"/>
                          </m:rPr>
                          <a:rPr lang="en-US" i="1">
                            <a:latin typeface="Cambria Math" panose="02040503050406030204" pitchFamily="18" charset="0"/>
                          </a:rPr>
                          <m:t>i</m:t>
                        </m:r>
                        <m:r>
                          <m:rPr>
                            <m:sty m:val="p"/>
                          </m:rPr>
                          <a:rPr lang="en-US" b="0" i="1" smtClean="0">
                            <a:latin typeface="Cambria Math" panose="02040503050406030204" pitchFamily="18" charset="0"/>
                          </a:rPr>
                          <m:t>k</m:t>
                        </m:r>
                      </m:sub>
                    </m:sSub>
                  </m:oMath>
                </a14:m>
                <a:r>
                  <a:rPr lang="en-US" dirty="0"/>
                  <a:t>   and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k</m:t>
                        </m:r>
                        <m:r>
                          <m:rPr>
                            <m:sty m:val="p"/>
                          </m:rPr>
                          <a:rPr lang="en-US" b="0" i="1" smtClean="0">
                            <a:latin typeface="Cambria Math" panose="02040503050406030204" pitchFamily="18" charset="0"/>
                          </a:rPr>
                          <m:t>j</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m:rPr>
                            <m:sty m:val="p"/>
                          </m:rPr>
                          <a:rPr lang="en-US" i="1">
                            <a:latin typeface="Cambria Math" panose="02040503050406030204" pitchFamily="18" charset="0"/>
                          </a:rPr>
                          <m:t>k</m:t>
                        </m:r>
                        <m:r>
                          <m:rPr>
                            <m:sty m:val="p"/>
                          </m:rPr>
                          <a:rPr lang="en-US" b="0" i="1" smtClean="0">
                            <a:latin typeface="Cambria Math" panose="02040503050406030204" pitchFamily="18" charset="0"/>
                          </a:rPr>
                          <m:t>j</m:t>
                        </m:r>
                      </m:sub>
                    </m:sSub>
                  </m:oMath>
                </a14:m>
                <a:endParaRPr lang="en-US" dirty="0"/>
              </a:p>
              <a:p>
                <a:pPr lvl="1"/>
                <a:r>
                  <a:rPr lang="en-US" dirty="0"/>
                  <a:t>So: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m:t>
                        </m:r>
                        <m:r>
                          <m:rPr>
                            <m:sty m:val="p"/>
                          </m:rPr>
                          <a:rPr lang="en-US" b="0" i="1" smtClean="0">
                            <a:latin typeface="Cambria Math" panose="02040503050406030204" pitchFamily="18" charset="0"/>
                          </a:rPr>
                          <m:t>k</m:t>
                        </m:r>
                      </m:sub>
                    </m:sSub>
                    <m:r>
                      <a:rPr lang="en-US" i="1" smtClean="0">
                        <a:latin typeface="Cambria Math" panose="02040503050406030204" pitchFamily="18" charset="0"/>
                        <a:ea typeface="Cambria Math" panose="02040503050406030204" pitchFamily="18" charset="0"/>
                      </a:rPr>
                      <m:t>∪</m:t>
                    </m:r>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k</m:t>
                            </m:r>
                          </m:sub>
                        </m:sSub>
                      </m:e>
                    </m:d>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kj</m:t>
                        </m:r>
                      </m:sub>
                    </m:sSub>
                  </m:oMath>
                </a14:m>
                <a:r>
                  <a:rPr lang="en-US" dirty="0"/>
                  <a:t> </a:t>
                </a:r>
              </a:p>
              <a:p>
                <a:pPr lvl="1"/>
                <a:r>
                  <a:rPr lang="en-US" dirty="0"/>
                  <a:t>     </a:t>
                </a:r>
                <a14:m>
                  <m:oMath xmlns:m="http://schemas.openxmlformats.org/officeDocument/2006/math">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e>
                    </m:d>
                    <m:r>
                      <a:rPr lang="en-US" i="1">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ik</m:t>
                            </m:r>
                          </m:sub>
                        </m:sSub>
                      </m:e>
                    </m:d>
                    <m:r>
                      <a:rPr lang="en-US" b="0" i="1" smtClean="0">
                        <a:latin typeface="Cambria Math" panose="02040503050406030204" pitchFamily="18" charset="0"/>
                        <a:ea typeface="Cambria Math" panose="02040503050406030204" pitchFamily="18" charset="0"/>
                      </a:rPr>
                      <m:t>+1+</m:t>
                    </m:r>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kj</m:t>
                            </m:r>
                          </m:sub>
                        </m:sSub>
                      </m:e>
                    </m:d>
                  </m:oMath>
                </a14:m>
                <a:endParaRPr lang="en-US" dirty="0"/>
              </a:p>
              <a:p>
                <a:pPr lvl="1"/>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oMath>
                </a14:m>
                <a:r>
                  <a:rPr lang="en-US" dirty="0"/>
                  <a:t> must also include optimal solutions to the two subproblems for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m:rPr>
                            <m:sty m:val="p"/>
                          </m:rPr>
                          <a:rPr lang="en-US" i="1">
                            <a:latin typeface="Cambria Math" panose="02040503050406030204" pitchFamily="18" charset="0"/>
                          </a:rPr>
                          <m:t>ik</m:t>
                        </m:r>
                      </m:sub>
                    </m:sSub>
                  </m:oMath>
                </a14:m>
                <a:r>
                  <a:rPr lang="en-US" dirty="0"/>
                  <a:t> and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m:rPr>
                            <m:sty m:val="p"/>
                          </m:rPr>
                          <a:rPr lang="en-US" i="1">
                            <a:latin typeface="Cambria Math" panose="02040503050406030204" pitchFamily="18" charset="0"/>
                          </a:rPr>
                          <m:t>kj</m:t>
                        </m:r>
                      </m:sub>
                    </m:sSub>
                  </m:oMath>
                </a14:m>
                <a:r>
                  <a:rPr lang="en-US" dirty="0"/>
                  <a:t> otherwise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ij</m:t>
                        </m:r>
                      </m:sub>
                    </m:sSub>
                  </m:oMath>
                </a14:m>
                <a:r>
                  <a:rPr lang="en-US" dirty="0"/>
                  <a:t> will not be the solution of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m:rPr>
                            <m:sty m:val="p"/>
                          </m:rPr>
                          <a:rPr lang="en-US" i="1">
                            <a:latin typeface="Cambria Math" panose="02040503050406030204" pitchFamily="18" charset="0"/>
                          </a:rPr>
                          <m:t>ij</m:t>
                        </m:r>
                      </m:sub>
                    </m:sSub>
                  </m:oMath>
                </a14:m>
                <a:endParaRPr lang="en-US" dirty="0"/>
              </a:p>
              <a:p>
                <a:pPr lvl="1"/>
                <a:endParaRPr lang="en-US" dirty="0"/>
              </a:p>
            </p:txBody>
          </p:sp>
        </mc:Choice>
        <mc:Fallback xmlns="">
          <p:sp>
            <p:nvSpPr>
              <p:cNvPr id="8" name="Content Placeholder 7">
                <a:extLst>
                  <a:ext uri="{FF2B5EF4-FFF2-40B4-BE49-F238E27FC236}">
                    <a16:creationId xmlns:a16="http://schemas.microsoft.com/office/drawing/2014/main" id="{53D223D8-A25A-2495-B05A-A6C8405E94C1}"/>
                  </a:ext>
                </a:extLst>
              </p:cNvPr>
              <p:cNvSpPr>
                <a:spLocks noGrp="1" noRot="1" noChangeAspect="1" noMove="1" noResize="1" noEditPoints="1" noAdjustHandles="1" noChangeArrowheads="1" noChangeShapeType="1" noTextEdit="1"/>
              </p:cNvSpPr>
              <p:nvPr>
                <p:ph idx="1"/>
              </p:nvPr>
            </p:nvSpPr>
            <p:spPr>
              <a:blipFill>
                <a:blip r:embed="rId3"/>
                <a:stretch>
                  <a:fillRect l="-1043" t="-1401"/>
                </a:stretch>
              </a:blipFill>
            </p:spPr>
            <p:txBody>
              <a:bodyPr/>
              <a:lstStyle/>
              <a:p>
                <a:r>
                  <a:rPr lang="en-US">
                    <a:noFill/>
                  </a:rPr>
                  <a:t> </a:t>
                </a:r>
              </a:p>
            </p:txBody>
          </p:sp>
        </mc:Fallback>
      </mc:AlternateContent>
    </p:spTree>
    <p:extLst>
      <p:ext uri="{BB962C8B-B14F-4D97-AF65-F5344CB8AC3E}">
        <p14:creationId xmlns:p14="http://schemas.microsoft.com/office/powerpoint/2010/main" val="161207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E6E83-4B13-B481-B45E-53EF8FB07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4B223-42C9-BE5A-97A7-B1B9D10DBB79}"/>
              </a:ext>
            </a:extLst>
          </p:cNvPr>
          <p:cNvSpPr>
            <a:spLocks noGrp="1"/>
          </p:cNvSpPr>
          <p:nvPr>
            <p:ph type="title"/>
          </p:nvPr>
        </p:nvSpPr>
        <p:spPr/>
        <p:txBody>
          <a:bodyPr/>
          <a:lstStyle/>
          <a:p>
            <a:r>
              <a:rPr lang="en-US" dirty="0"/>
              <a:t>Activity Selection Problem: </a:t>
            </a:r>
            <a:br>
              <a:rPr lang="en-US" dirty="0"/>
            </a:br>
            <a:r>
              <a:rPr lang="en-US" dirty="0"/>
              <a:t>Dynamic Programming</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306411E6-AF88-A7AB-E261-FECF72214D66}"/>
                  </a:ext>
                </a:extLst>
              </p:cNvPr>
              <p:cNvSpPr>
                <a:spLocks noGrp="1"/>
              </p:cNvSpPr>
              <p:nvPr>
                <p:ph sz="half" idx="1"/>
              </p:nvPr>
            </p:nvSpPr>
            <p:spPr>
              <a:xfrm>
                <a:off x="838200" y="1825625"/>
                <a:ext cx="10515600" cy="1090103"/>
              </a:xfrm>
            </p:spPr>
            <p:txBody>
              <a:bodyPr/>
              <a:lstStyle/>
              <a:p>
                <a14:m>
                  <m:oMath xmlns:m="http://schemas.openxmlformats.org/officeDocument/2006/math">
                    <m:r>
                      <m:rPr>
                        <m:sty m:val="p"/>
                      </m:rPr>
                      <a:rPr lang="en-US" sz="2400" b="0" i="1" smtClean="0">
                        <a:latin typeface="Cambria Math" panose="02040503050406030204" pitchFamily="18" charset="0"/>
                      </a:rPr>
                      <m:t>dp</m:t>
                    </m:r>
                    <m:d>
                      <m:dPr>
                        <m:begChr m:val="["/>
                        <m:endChr m:val="]"/>
                        <m:ctrlPr>
                          <a:rPr lang="en-US" sz="2400" b="0" i="1" smtClean="0">
                            <a:latin typeface="Cambria Math" panose="02040503050406030204" pitchFamily="18" charset="0"/>
                          </a:rPr>
                        </m:ctrlPr>
                      </m:dPr>
                      <m:e>
                        <m:r>
                          <m:rPr>
                            <m:sty m:val="p"/>
                          </m:rPr>
                          <a:rPr lang="en-US" sz="2400" b="0" i="1" smtClean="0">
                            <a:latin typeface="Cambria Math" panose="02040503050406030204" pitchFamily="18" charset="0"/>
                          </a:rPr>
                          <m:t>i</m:t>
                        </m:r>
                      </m:e>
                    </m:d>
                  </m:oMath>
                </a14:m>
                <a:r>
                  <a:rPr lang="en-US" sz="2400" dirty="0"/>
                  <a:t> - maximum number of mutually compatible activities ending at </a:t>
                </a:r>
                <a14:m>
                  <m:oMath xmlns:m="http://schemas.openxmlformats.org/officeDocument/2006/math">
                    <m:sSub>
                      <m:sSubPr>
                        <m:ctrlPr>
                          <a:rPr lang="en-US" sz="2400" i="1">
                            <a:latin typeface="Cambria Math" panose="02040503050406030204" pitchFamily="18" charset="0"/>
                          </a:rPr>
                        </m:ctrlPr>
                      </m:sSubPr>
                      <m:e>
                        <m:r>
                          <m:rPr>
                            <m:sty m:val="p"/>
                          </m:rPr>
                          <a:rPr lang="en-US" sz="2400" b="0" i="1" smtClean="0">
                            <a:latin typeface="Cambria Math" panose="02040503050406030204" pitchFamily="18" charset="0"/>
                          </a:rPr>
                          <m:t>s</m:t>
                        </m:r>
                      </m:e>
                      <m:sub>
                        <m:r>
                          <m:rPr>
                            <m:sty m:val="p"/>
                          </m:rPr>
                          <a:rPr lang="en-US" sz="2400" b="0" i="1" smtClean="0">
                            <a:latin typeface="Cambria Math" panose="02040503050406030204" pitchFamily="18" charset="0"/>
                          </a:rPr>
                          <m:t>i</m:t>
                        </m:r>
                      </m:sub>
                    </m:sSub>
                  </m:oMath>
                </a14:m>
                <a:r>
                  <a:rPr lang="en-US" sz="2400" dirty="0"/>
                  <a:t> </a:t>
                </a:r>
              </a:p>
              <a:p>
                <a14:m>
                  <m:oMath xmlns:m="http://schemas.openxmlformats.org/officeDocument/2006/math">
                    <m:r>
                      <m:rPr>
                        <m:sty m:val="p"/>
                      </m:rPr>
                      <a:rPr lang="en-US" sz="2400" i="1">
                        <a:latin typeface="Cambria Math" panose="02040503050406030204" pitchFamily="18" charset="0"/>
                      </a:rPr>
                      <m:t>dp</m:t>
                    </m:r>
                    <m:d>
                      <m:dPr>
                        <m:begChr m:val="["/>
                        <m:endChr m:val="]"/>
                        <m:ctrlPr>
                          <a:rPr lang="en-US" sz="2400" i="1">
                            <a:latin typeface="Cambria Math" panose="02040503050406030204" pitchFamily="18" charset="0"/>
                          </a:rPr>
                        </m:ctrlPr>
                      </m:dPr>
                      <m:e>
                        <m:r>
                          <m:rPr>
                            <m:sty m:val="p"/>
                          </m:rPr>
                          <a:rPr lang="en-US" sz="2400" i="1">
                            <a:latin typeface="Cambria Math" panose="02040503050406030204" pitchFamily="18" charset="0"/>
                          </a:rPr>
                          <m:t>i</m:t>
                        </m:r>
                      </m:e>
                    </m:d>
                    <m:r>
                      <a:rPr lang="en-US" sz="2400" b="0" i="1" smtClean="0">
                        <a:latin typeface="Cambria Math" panose="02040503050406030204" pitchFamily="18" charset="0"/>
                      </a:rPr>
                      <m:t>=1+</m:t>
                    </m:r>
                    <m:r>
                      <m:rPr>
                        <m:sty m:val="p"/>
                      </m:rPr>
                      <a:rPr lang="en-US" sz="2400" b="0" i="1" smtClean="0">
                        <a:latin typeface="Cambria Math" panose="02040503050406030204" pitchFamily="18" charset="0"/>
                      </a:rPr>
                      <m:t>max</m:t>
                    </m:r>
                    <m:r>
                      <a:rPr lang="en-US" sz="2400" b="0" i="1" smtClean="0">
                        <a:latin typeface="Cambria Math" panose="02040503050406030204" pitchFamily="18" charset="0"/>
                      </a:rPr>
                      <m:t>(</m:t>
                    </m:r>
                    <m:r>
                      <m:rPr>
                        <m:sty m:val="p"/>
                      </m:rPr>
                      <a:rPr lang="en-US" sz="2400" i="1">
                        <a:latin typeface="Cambria Math" panose="02040503050406030204" pitchFamily="18" charset="0"/>
                      </a:rPr>
                      <m:t>dp</m:t>
                    </m:r>
                    <m:d>
                      <m:dPr>
                        <m:begChr m:val="["/>
                        <m:endChr m:val="]"/>
                        <m:ctrlPr>
                          <a:rPr lang="en-US" sz="2400" i="1">
                            <a:latin typeface="Cambria Math" panose="02040503050406030204" pitchFamily="18" charset="0"/>
                          </a:rPr>
                        </m:ctrlPr>
                      </m:dPr>
                      <m:e>
                        <m:r>
                          <m:rPr>
                            <m:sty m:val="p"/>
                          </m:rPr>
                          <a:rPr lang="en-US" sz="2400" b="0" i="1" smtClean="0">
                            <a:latin typeface="Cambria Math" panose="02040503050406030204" pitchFamily="18" charset="0"/>
                          </a:rPr>
                          <m:t>j</m:t>
                        </m:r>
                      </m:e>
                    </m:d>
                    <m:r>
                      <a:rPr lang="en-US" sz="2400" b="0" i="1" smtClean="0">
                        <a:latin typeface="Cambria Math" panose="02040503050406030204" pitchFamily="18" charset="0"/>
                      </a:rPr>
                      <m:t>); </m:t>
                    </m:r>
                    <m:r>
                      <m:rPr>
                        <m:sty m:val="p"/>
                      </m:rPr>
                      <a:rPr lang="en-US" sz="2400" b="0" i="1" smtClean="0">
                        <a:latin typeface="Cambria Math" panose="02040503050406030204" pitchFamily="18" charset="0"/>
                      </a:rPr>
                      <m:t>j</m:t>
                    </m:r>
                    <m:r>
                      <a:rPr lang="en-US" sz="2400" b="0" i="1" smtClean="0">
                        <a:latin typeface="Cambria Math" panose="02040503050406030204" pitchFamily="18" charset="0"/>
                      </a:rPr>
                      <m:t>&lt;</m:t>
                    </m:r>
                    <m:r>
                      <m:rPr>
                        <m:sty m:val="p"/>
                      </m:rPr>
                      <a:rPr lang="en-US" sz="2400" b="0" i="1" smtClean="0">
                        <a:latin typeface="Cambria Math" panose="02040503050406030204" pitchFamily="18" charset="0"/>
                      </a:rPr>
                      <m:t>i</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and</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f</m:t>
                        </m:r>
                      </m:e>
                      <m:sub>
                        <m:r>
                          <m:rPr>
                            <m:sty m:val="p"/>
                          </m:rPr>
                          <a:rPr lang="en-US" sz="2400" b="0" i="1" smtClean="0">
                            <a:latin typeface="Cambria Math" panose="02040503050406030204" pitchFamily="18" charset="0"/>
                          </a:rPr>
                          <m:t>j</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s</m:t>
                        </m:r>
                      </m:e>
                      <m:sub>
                        <m:r>
                          <m:rPr>
                            <m:sty m:val="p"/>
                          </m:rPr>
                          <a:rPr lang="en-US" sz="2400" b="0" i="1" smtClean="0">
                            <a:latin typeface="Cambria Math" panose="02040503050406030204" pitchFamily="18" charset="0"/>
                          </a:rPr>
                          <m:t>i</m:t>
                        </m:r>
                      </m:sub>
                    </m:sSub>
                  </m:oMath>
                </a14:m>
                <a:r>
                  <a:rPr lang="en-US" sz="2400" dirty="0"/>
                  <a:t> </a:t>
                </a:r>
              </a:p>
              <a:p>
                <a:pPr lvl="1"/>
                <a:endParaRPr lang="en-US" dirty="0"/>
              </a:p>
            </p:txBody>
          </p:sp>
        </mc:Choice>
        <mc:Fallback xmlns="">
          <p:sp>
            <p:nvSpPr>
              <p:cNvPr id="8" name="Content Placeholder 7">
                <a:extLst>
                  <a:ext uri="{FF2B5EF4-FFF2-40B4-BE49-F238E27FC236}">
                    <a16:creationId xmlns:a16="http://schemas.microsoft.com/office/drawing/2014/main" id="{306411E6-AF88-A7AB-E261-FECF72214D66}"/>
                  </a:ext>
                </a:extLst>
              </p:cNvPr>
              <p:cNvSpPr>
                <a:spLocks noGrp="1" noRot="1" noChangeAspect="1" noMove="1" noResize="1" noEditPoints="1" noAdjustHandles="1" noChangeArrowheads="1" noChangeShapeType="1" noTextEdit="1"/>
              </p:cNvSpPr>
              <p:nvPr>
                <p:ph sz="half" idx="1"/>
              </p:nvPr>
            </p:nvSpPr>
            <p:spPr>
              <a:xfrm>
                <a:off x="838200" y="1825625"/>
                <a:ext cx="10515600" cy="1090103"/>
              </a:xfrm>
              <a:blipFill>
                <a:blip r:embed="rId3"/>
                <a:stretch>
                  <a:fillRect l="-812" t="-7821"/>
                </a:stretch>
              </a:blipFill>
            </p:spPr>
            <p:txBody>
              <a:bodyPr/>
              <a:lstStyle/>
              <a:p>
                <a:r>
                  <a:rPr lang="en-US">
                    <a:noFill/>
                  </a:rPr>
                  <a:t> </a:t>
                </a:r>
              </a:p>
            </p:txBody>
          </p:sp>
        </mc:Fallback>
      </mc:AlternateContent>
      <p:graphicFrame>
        <p:nvGraphicFramePr>
          <p:cNvPr id="4" name="Content Placeholder 3">
            <a:extLst>
              <a:ext uri="{FF2B5EF4-FFF2-40B4-BE49-F238E27FC236}">
                <a16:creationId xmlns:a16="http://schemas.microsoft.com/office/drawing/2014/main" id="{5B70C168-AA45-7FE7-D480-5CCCF83A70C3}"/>
              </a:ext>
            </a:extLst>
          </p:cNvPr>
          <p:cNvGraphicFramePr>
            <a:graphicFrameLocks noGrp="1"/>
          </p:cNvGraphicFramePr>
          <p:nvPr>
            <p:ph sz="half" idx="2"/>
            <p:extLst>
              <p:ext uri="{D42A27DB-BD31-4B8C-83A1-F6EECF244321}">
                <p14:modId xmlns:p14="http://schemas.microsoft.com/office/powerpoint/2010/main" val="1586159839"/>
              </p:ext>
            </p:extLst>
          </p:nvPr>
        </p:nvGraphicFramePr>
        <p:xfrm>
          <a:off x="838200" y="2895300"/>
          <a:ext cx="10515600" cy="3597579"/>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837014082"/>
                    </a:ext>
                  </a:extLst>
                </a:gridCol>
                <a:gridCol w="2103120">
                  <a:extLst>
                    <a:ext uri="{9D8B030D-6E8A-4147-A177-3AD203B41FA5}">
                      <a16:colId xmlns:a16="http://schemas.microsoft.com/office/drawing/2014/main" val="829835895"/>
                    </a:ext>
                  </a:extLst>
                </a:gridCol>
                <a:gridCol w="2103120">
                  <a:extLst>
                    <a:ext uri="{9D8B030D-6E8A-4147-A177-3AD203B41FA5}">
                      <a16:colId xmlns:a16="http://schemas.microsoft.com/office/drawing/2014/main" val="2724316381"/>
                    </a:ext>
                  </a:extLst>
                </a:gridCol>
                <a:gridCol w="2103120">
                  <a:extLst>
                    <a:ext uri="{9D8B030D-6E8A-4147-A177-3AD203B41FA5}">
                      <a16:colId xmlns:a16="http://schemas.microsoft.com/office/drawing/2014/main" val="2373459062"/>
                    </a:ext>
                  </a:extLst>
                </a:gridCol>
                <a:gridCol w="2103120">
                  <a:extLst>
                    <a:ext uri="{9D8B030D-6E8A-4147-A177-3AD203B41FA5}">
                      <a16:colId xmlns:a16="http://schemas.microsoft.com/office/drawing/2014/main" val="3346729241"/>
                    </a:ext>
                  </a:extLst>
                </a:gridCol>
              </a:tblGrid>
              <a:tr h="399731">
                <a:tc>
                  <a:txBody>
                    <a:bodyPr/>
                    <a:lstStyle/>
                    <a:p>
                      <a:r>
                        <a:rPr lang="en-US" dirty="0" err="1"/>
                        <a:t>i</a:t>
                      </a:r>
                      <a:endParaRPr lang="en-US" dirty="0"/>
                    </a:p>
                  </a:txBody>
                  <a:tcPr/>
                </a:tc>
                <a:tc>
                  <a:txBody>
                    <a:bodyPr/>
                    <a:lstStyle/>
                    <a:p>
                      <a:r>
                        <a:rPr lang="en-US" dirty="0"/>
                        <a:t>Activity (s, f)</a:t>
                      </a:r>
                    </a:p>
                  </a:txBody>
                  <a:tcPr/>
                </a:tc>
                <a:tc>
                  <a:txBody>
                    <a:bodyPr/>
                    <a:lstStyle/>
                    <a:p>
                      <a:r>
                        <a:rPr lang="en-US" dirty="0"/>
                        <a:t>Compatible Prev j</a:t>
                      </a:r>
                    </a:p>
                  </a:txBody>
                  <a:tcPr/>
                </a:tc>
                <a:tc>
                  <a:txBody>
                    <a:bodyPr/>
                    <a:lstStyle/>
                    <a:p>
                      <a:r>
                        <a:rPr lang="en-US" dirty="0" err="1"/>
                        <a:t>dp</a:t>
                      </a:r>
                      <a:r>
                        <a:rPr lang="en-US" dirty="0"/>
                        <a:t>[</a:t>
                      </a:r>
                      <a:r>
                        <a:rPr lang="en-US" dirty="0" err="1"/>
                        <a:t>i</a:t>
                      </a:r>
                      <a:r>
                        <a:rPr lang="en-US" dirty="0"/>
                        <a:t>] calculation</a:t>
                      </a:r>
                    </a:p>
                  </a:txBody>
                  <a:tcPr/>
                </a:tc>
                <a:tc>
                  <a:txBody>
                    <a:bodyPr/>
                    <a:lstStyle/>
                    <a:p>
                      <a:r>
                        <a:rPr lang="en-US" dirty="0" err="1"/>
                        <a:t>dp</a:t>
                      </a:r>
                      <a:r>
                        <a:rPr lang="en-US" dirty="0"/>
                        <a:t>[</a:t>
                      </a:r>
                      <a:r>
                        <a:rPr lang="en-US" dirty="0" err="1"/>
                        <a:t>i</a:t>
                      </a:r>
                      <a:r>
                        <a:rPr lang="en-US" dirty="0"/>
                        <a:t>]</a:t>
                      </a:r>
                    </a:p>
                  </a:txBody>
                  <a:tcPr/>
                </a:tc>
                <a:extLst>
                  <a:ext uri="{0D108BD9-81ED-4DB2-BD59-A6C34878D82A}">
                    <a16:rowId xmlns:a16="http://schemas.microsoft.com/office/drawing/2014/main" val="1304259135"/>
                  </a:ext>
                </a:extLst>
              </a:tr>
              <a:tr h="399731">
                <a:tc>
                  <a:txBody>
                    <a:bodyPr/>
                    <a:lstStyle/>
                    <a:p>
                      <a:r>
                        <a:rPr lang="en-US" dirty="0"/>
                        <a:t>1</a:t>
                      </a:r>
                    </a:p>
                  </a:txBody>
                  <a:tcPr/>
                </a:tc>
                <a:tc>
                  <a:txBody>
                    <a:bodyPr/>
                    <a:lstStyle/>
                    <a:p>
                      <a:r>
                        <a:rPr lang="en-US" dirty="0"/>
                        <a:t>(1, 4)</a:t>
                      </a:r>
                    </a:p>
                  </a:txBody>
                  <a:tcPr/>
                </a:tc>
                <a:tc>
                  <a:txBody>
                    <a:bodyPr/>
                    <a:lstStyle/>
                    <a:p>
                      <a:r>
                        <a:rPr lang="en-US" dirty="0"/>
                        <a:t>-</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398362782"/>
                  </a:ext>
                </a:extLst>
              </a:tr>
              <a:tr h="399731">
                <a:tc>
                  <a:txBody>
                    <a:bodyPr/>
                    <a:lstStyle/>
                    <a:p>
                      <a:r>
                        <a:rPr lang="en-US" dirty="0"/>
                        <a:t>2</a:t>
                      </a:r>
                    </a:p>
                  </a:txBody>
                  <a:tcPr/>
                </a:tc>
                <a:tc>
                  <a:txBody>
                    <a:bodyPr/>
                    <a:lstStyle/>
                    <a:p>
                      <a:r>
                        <a:rPr lang="en-US" dirty="0"/>
                        <a:t>(3, 5)</a:t>
                      </a:r>
                    </a:p>
                  </a:txBody>
                  <a:tcPr/>
                </a:tc>
                <a:tc>
                  <a:txBody>
                    <a:bodyPr/>
                    <a:lstStyle/>
                    <a:p>
                      <a:r>
                        <a:rPr lang="en-US" dirty="0"/>
                        <a:t>-</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448753182"/>
                  </a:ext>
                </a:extLst>
              </a:tr>
              <a:tr h="399731">
                <a:tc>
                  <a:txBody>
                    <a:bodyPr/>
                    <a:lstStyle/>
                    <a:p>
                      <a:r>
                        <a:rPr lang="en-US" dirty="0"/>
                        <a:t>3</a:t>
                      </a:r>
                    </a:p>
                  </a:txBody>
                  <a:tcPr/>
                </a:tc>
                <a:tc>
                  <a:txBody>
                    <a:bodyPr/>
                    <a:lstStyle/>
                    <a:p>
                      <a:r>
                        <a:rPr lang="en-US" dirty="0"/>
                        <a:t>(1, 6)</a:t>
                      </a:r>
                    </a:p>
                  </a:txBody>
                  <a:tcPr/>
                </a:tc>
                <a:tc>
                  <a:txBody>
                    <a:bodyPr/>
                    <a:lstStyle/>
                    <a:p>
                      <a:r>
                        <a:rPr lang="en-US" dirty="0"/>
                        <a:t>-</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367766197"/>
                  </a:ext>
                </a:extLst>
              </a:tr>
              <a:tr h="399731">
                <a:tc>
                  <a:txBody>
                    <a:bodyPr/>
                    <a:lstStyle/>
                    <a:p>
                      <a:r>
                        <a:rPr lang="en-US" dirty="0"/>
                        <a:t>4</a:t>
                      </a:r>
                    </a:p>
                  </a:txBody>
                  <a:tcPr/>
                </a:tc>
                <a:tc>
                  <a:txBody>
                    <a:bodyPr/>
                    <a:lstStyle/>
                    <a:p>
                      <a:r>
                        <a:rPr lang="en-US" dirty="0"/>
                        <a:t>(5, 7)</a:t>
                      </a:r>
                    </a:p>
                  </a:txBody>
                  <a:tcPr/>
                </a:tc>
                <a:tc>
                  <a:txBody>
                    <a:bodyPr/>
                    <a:lstStyle/>
                    <a:p>
                      <a:r>
                        <a:rPr lang="en-US" dirty="0"/>
                        <a:t>1, 2</a:t>
                      </a:r>
                    </a:p>
                  </a:txBody>
                  <a:tcPr/>
                </a:tc>
                <a:tc>
                  <a:txBody>
                    <a:bodyPr/>
                    <a:lstStyle/>
                    <a:p>
                      <a:r>
                        <a:rPr lang="en-US" dirty="0"/>
                        <a:t>1 + max(1, 1)</a:t>
                      </a:r>
                    </a:p>
                  </a:txBody>
                  <a:tcPr/>
                </a:tc>
                <a:tc>
                  <a:txBody>
                    <a:bodyPr/>
                    <a:lstStyle/>
                    <a:p>
                      <a:r>
                        <a:rPr lang="en-US" dirty="0"/>
                        <a:t>2</a:t>
                      </a:r>
                    </a:p>
                  </a:txBody>
                  <a:tcPr/>
                </a:tc>
                <a:extLst>
                  <a:ext uri="{0D108BD9-81ED-4DB2-BD59-A6C34878D82A}">
                    <a16:rowId xmlns:a16="http://schemas.microsoft.com/office/drawing/2014/main" val="2991468610"/>
                  </a:ext>
                </a:extLst>
              </a:tr>
              <a:tr h="399731">
                <a:tc>
                  <a:txBody>
                    <a:bodyPr/>
                    <a:lstStyle/>
                    <a:p>
                      <a:r>
                        <a:rPr lang="en-US" dirty="0"/>
                        <a:t>5</a:t>
                      </a:r>
                    </a:p>
                  </a:txBody>
                  <a:tcPr/>
                </a:tc>
                <a:tc>
                  <a:txBody>
                    <a:bodyPr/>
                    <a:lstStyle/>
                    <a:p>
                      <a:r>
                        <a:rPr lang="en-US" dirty="0"/>
                        <a:t>(5, 8)</a:t>
                      </a:r>
                    </a:p>
                  </a:txBody>
                  <a:tcPr/>
                </a:tc>
                <a:tc>
                  <a:txBody>
                    <a:bodyPr/>
                    <a:lstStyle/>
                    <a:p>
                      <a:r>
                        <a:rPr lang="en-US" dirty="0"/>
                        <a:t>1, 2</a:t>
                      </a:r>
                    </a:p>
                  </a:txBody>
                  <a:tcPr/>
                </a:tc>
                <a:tc>
                  <a:txBody>
                    <a:bodyPr/>
                    <a:lstStyle/>
                    <a:p>
                      <a:r>
                        <a:rPr lang="en-US" dirty="0"/>
                        <a:t>1 + max(1, 1)</a:t>
                      </a:r>
                    </a:p>
                  </a:txBody>
                  <a:tcPr/>
                </a:tc>
                <a:tc>
                  <a:txBody>
                    <a:bodyPr/>
                    <a:lstStyle/>
                    <a:p>
                      <a:r>
                        <a:rPr lang="en-US" dirty="0"/>
                        <a:t>2</a:t>
                      </a:r>
                    </a:p>
                  </a:txBody>
                  <a:tcPr/>
                </a:tc>
                <a:extLst>
                  <a:ext uri="{0D108BD9-81ED-4DB2-BD59-A6C34878D82A}">
                    <a16:rowId xmlns:a16="http://schemas.microsoft.com/office/drawing/2014/main" val="4225036773"/>
                  </a:ext>
                </a:extLst>
              </a:tr>
              <a:tr h="399731">
                <a:tc>
                  <a:txBody>
                    <a:bodyPr/>
                    <a:lstStyle/>
                    <a:p>
                      <a:r>
                        <a:rPr lang="en-US" dirty="0"/>
                        <a:t>6</a:t>
                      </a:r>
                    </a:p>
                  </a:txBody>
                  <a:tcPr/>
                </a:tc>
                <a:tc>
                  <a:txBody>
                    <a:bodyPr/>
                    <a:lstStyle/>
                    <a:p>
                      <a:r>
                        <a:rPr lang="en-US" dirty="0"/>
                        <a:t>(3, 9)</a:t>
                      </a:r>
                    </a:p>
                  </a:txBody>
                  <a:tcPr/>
                </a:tc>
                <a:tc>
                  <a:txBody>
                    <a:bodyPr/>
                    <a:lstStyle/>
                    <a:p>
                      <a:r>
                        <a:rPr lang="en-US" dirty="0"/>
                        <a:t>-</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12745215"/>
                  </a:ext>
                </a:extLst>
              </a:tr>
              <a:tr h="399731">
                <a:tc>
                  <a:txBody>
                    <a:bodyPr/>
                    <a:lstStyle/>
                    <a:p>
                      <a:r>
                        <a:rPr lang="en-US" dirty="0"/>
                        <a:t>7</a:t>
                      </a:r>
                    </a:p>
                  </a:txBody>
                  <a:tcPr/>
                </a:tc>
                <a:tc>
                  <a:txBody>
                    <a:bodyPr/>
                    <a:lstStyle/>
                    <a:p>
                      <a:r>
                        <a:rPr lang="en-US" dirty="0"/>
                        <a:t>(6, 10)</a:t>
                      </a:r>
                    </a:p>
                  </a:txBody>
                  <a:tcPr/>
                </a:tc>
                <a:tc>
                  <a:txBody>
                    <a:bodyPr/>
                    <a:lstStyle/>
                    <a:p>
                      <a:r>
                        <a:rPr lang="en-US" dirty="0"/>
                        <a:t>1, 2, 3</a:t>
                      </a:r>
                    </a:p>
                  </a:txBody>
                  <a:tcPr/>
                </a:tc>
                <a:tc>
                  <a:txBody>
                    <a:bodyPr/>
                    <a:lstStyle/>
                    <a:p>
                      <a:r>
                        <a:rPr lang="en-US" dirty="0"/>
                        <a:t>1 + max(1, 1, 1)</a:t>
                      </a:r>
                    </a:p>
                  </a:txBody>
                  <a:tcPr/>
                </a:tc>
                <a:tc>
                  <a:txBody>
                    <a:bodyPr/>
                    <a:lstStyle/>
                    <a:p>
                      <a:r>
                        <a:rPr lang="en-US" dirty="0"/>
                        <a:t>2</a:t>
                      </a:r>
                    </a:p>
                  </a:txBody>
                  <a:tcPr/>
                </a:tc>
                <a:extLst>
                  <a:ext uri="{0D108BD9-81ED-4DB2-BD59-A6C34878D82A}">
                    <a16:rowId xmlns:a16="http://schemas.microsoft.com/office/drawing/2014/main" val="3487862905"/>
                  </a:ext>
                </a:extLst>
              </a:tr>
              <a:tr h="399731">
                <a:tc>
                  <a:txBody>
                    <a:bodyPr/>
                    <a:lstStyle/>
                    <a:p>
                      <a:r>
                        <a:rPr lang="en-US" dirty="0"/>
                        <a:t>8</a:t>
                      </a:r>
                    </a:p>
                  </a:txBody>
                  <a:tcPr/>
                </a:tc>
                <a:tc>
                  <a:txBody>
                    <a:bodyPr/>
                    <a:lstStyle/>
                    <a:p>
                      <a:r>
                        <a:rPr lang="en-US" dirty="0"/>
                        <a:t>(8, 11)</a:t>
                      </a:r>
                    </a:p>
                  </a:txBody>
                  <a:tcPr/>
                </a:tc>
                <a:tc>
                  <a:txBody>
                    <a:bodyPr/>
                    <a:lstStyle/>
                    <a:p>
                      <a:r>
                        <a:rPr lang="en-US" dirty="0"/>
                        <a:t>1, 2, 3, 4, 5</a:t>
                      </a:r>
                    </a:p>
                  </a:txBody>
                  <a:tcPr/>
                </a:tc>
                <a:tc>
                  <a:txBody>
                    <a:bodyPr/>
                    <a:lstStyle/>
                    <a:p>
                      <a:r>
                        <a:rPr lang="en-US" dirty="0"/>
                        <a:t>1 + max(1, 1, 1, 2, 2)</a:t>
                      </a:r>
                    </a:p>
                  </a:txBody>
                  <a:tcPr/>
                </a:tc>
                <a:tc>
                  <a:txBody>
                    <a:bodyPr/>
                    <a:lstStyle/>
                    <a:p>
                      <a:r>
                        <a:rPr lang="en-US" dirty="0"/>
                        <a:t>3</a:t>
                      </a:r>
                    </a:p>
                  </a:txBody>
                  <a:tcPr/>
                </a:tc>
                <a:extLst>
                  <a:ext uri="{0D108BD9-81ED-4DB2-BD59-A6C34878D82A}">
                    <a16:rowId xmlns:a16="http://schemas.microsoft.com/office/drawing/2014/main" val="2443087253"/>
                  </a:ext>
                </a:extLst>
              </a:tr>
            </a:tbl>
          </a:graphicData>
        </a:graphic>
      </p:graphicFrame>
    </p:spTree>
    <p:extLst>
      <p:ext uri="{BB962C8B-B14F-4D97-AF65-F5344CB8AC3E}">
        <p14:creationId xmlns:p14="http://schemas.microsoft.com/office/powerpoint/2010/main" val="2274615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290F8-65B4-41C6-048B-F6AE4F43B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2847B-A085-9636-BE89-45A14F388EA8}"/>
              </a:ext>
            </a:extLst>
          </p:cNvPr>
          <p:cNvSpPr>
            <a:spLocks noGrp="1"/>
          </p:cNvSpPr>
          <p:nvPr>
            <p:ph type="title"/>
          </p:nvPr>
        </p:nvSpPr>
        <p:spPr/>
        <p:txBody>
          <a:bodyPr/>
          <a:lstStyle/>
          <a:p>
            <a:r>
              <a:rPr lang="en-US" dirty="0"/>
              <a:t>Activity Selection Problem: </a:t>
            </a:r>
            <a:br>
              <a:rPr lang="en-US" dirty="0"/>
            </a:br>
            <a:r>
              <a:rPr lang="en-US" dirty="0"/>
              <a:t>Greedy Choice (1)</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D0122F11-8427-45B8-3C1D-4B8FC981954B}"/>
                  </a:ext>
                </a:extLst>
              </p:cNvPr>
              <p:cNvSpPr>
                <a:spLocks noGrp="1"/>
              </p:cNvSpPr>
              <p:nvPr>
                <p:ph idx="1"/>
              </p:nvPr>
            </p:nvSpPr>
            <p:spPr/>
            <p:txBody>
              <a:bodyPr/>
              <a:lstStyle/>
              <a:p>
                <a:pPr marL="514350" indent="-514350">
                  <a:buFont typeface="+mj-lt"/>
                  <a:buAutoNum type="arabicPeriod"/>
                </a:pPr>
                <a:r>
                  <a:rPr lang="en-US" dirty="0"/>
                  <a:t>Choose an activity that leaves the resource available for as many other activities as possible.</a:t>
                </a:r>
              </a:p>
              <a:p>
                <a:pPr marL="514350" indent="-514350">
                  <a:buFont typeface="+mj-lt"/>
                  <a:buAutoNum type="arabicPeriod"/>
                </a:pPr>
                <a:r>
                  <a:rPr lang="en-US" dirty="0"/>
                  <a:t>Of the activities choose one that finishes earliest – choose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i="1">
                            <a:latin typeface="Cambria Math" panose="02040503050406030204" pitchFamily="18" charset="0"/>
                          </a:rPr>
                          <m:t>1</m:t>
                        </m:r>
                      </m:sub>
                    </m:sSub>
                  </m:oMath>
                </a14:m>
                <a:r>
                  <a:rPr lang="en-US" dirty="0"/>
                  <a:t>.</a:t>
                </a:r>
              </a:p>
              <a:p>
                <a:pPr marL="514350" indent="-514350">
                  <a:buFont typeface="+mj-lt"/>
                  <a:buAutoNum type="arabicPeriod"/>
                </a:pPr>
                <a:r>
                  <a:rPr lang="en-US" dirty="0"/>
                  <a:t>Only one subproblem remains: finding activities that start after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a</m:t>
                        </m:r>
                      </m:e>
                      <m:sub>
                        <m:r>
                          <a:rPr lang="en-US" b="0" i="1" smtClean="0">
                            <a:latin typeface="Cambria Math" panose="02040503050406030204" pitchFamily="18" charset="0"/>
                          </a:rPr>
                          <m:t>1</m:t>
                        </m:r>
                      </m:sub>
                    </m:sSub>
                  </m:oMath>
                </a14:m>
                <a:r>
                  <a:rPr lang="en-US" dirty="0"/>
                  <a:t> finishes.</a:t>
                </a:r>
              </a:p>
              <a:p>
                <a:pPr marL="514350" indent="-514350">
                  <a:buFont typeface="+mj-lt"/>
                  <a:buAutoNum type="arabicPeriod"/>
                </a:pPr>
                <a:r>
                  <a:rPr lang="en-US" dirty="0"/>
                  <a:t>Let </a:t>
                </a:r>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S</m:t>
                        </m:r>
                      </m:e>
                      <m:sub>
                        <m:r>
                          <a:rPr lang="en-US" i="1" smtClean="0">
                            <a:latin typeface="Cambria Math" panose="02040503050406030204" pitchFamily="18" charset="0"/>
                          </a:rPr>
                          <m:t>𝑘</m:t>
                        </m:r>
                      </m:sub>
                    </m:sSub>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𝑖</m:t>
                            </m:r>
                          </m:sub>
                        </m:sSub>
                        <m:r>
                          <a:rPr lang="en-US" i="1" smtClean="0">
                            <a:latin typeface="Cambria Math" panose="02040503050406030204" pitchFamily="18" charset="0"/>
                          </a:rPr>
                          <m:t>∈</m:t>
                        </m:r>
                        <m:r>
                          <m:rPr>
                            <m:sty m:val="p"/>
                          </m:rPr>
                          <a:rPr lang="en-US" b="0" i="1" smtClean="0">
                            <a:latin typeface="Cambria Math" panose="02040503050406030204" pitchFamily="18" charset="0"/>
                          </a:rPr>
                          <m:t>S</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𝑠</m:t>
                            </m:r>
                          </m:e>
                          <m:sub>
                            <m:r>
                              <a:rPr lang="en-US" i="1" smtClean="0">
                                <a:latin typeface="Cambria Math" panose="02040503050406030204" pitchFamily="18" charset="0"/>
                              </a:rPr>
                              <m:t>𝑖</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𝑓</m:t>
                            </m:r>
                          </m:e>
                          <m:sub>
                            <m:r>
                              <a:rPr lang="en-US" i="1" smtClean="0">
                                <a:latin typeface="Cambria Math" panose="02040503050406030204" pitchFamily="18" charset="0"/>
                              </a:rPr>
                              <m:t>𝑘</m:t>
                            </m:r>
                          </m:sub>
                        </m:sSub>
                      </m:e>
                    </m:d>
                  </m:oMath>
                </a14:m>
                <a:r>
                  <a:rPr lang="en-US" dirty="0"/>
                  <a:t> : </a:t>
                </a:r>
                <a:endParaRPr lang="en-US" i="1" dirty="0">
                  <a:latin typeface="Cambria Math" panose="02040503050406030204" pitchFamily="18" charset="0"/>
                </a:endParaRPr>
              </a:p>
              <a:p>
                <a:pPr marL="514350" indent="-514350">
                  <a:buFont typeface="+mj-lt"/>
                  <a:buAutoNum type="arabicPeriod"/>
                </a:pP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b="0" i="1" smtClean="0">
                            <a:latin typeface="Cambria Math" panose="02040503050406030204" pitchFamily="18" charset="0"/>
                          </a:rPr>
                          <m:t>1</m:t>
                        </m:r>
                      </m:sub>
                    </m:sSub>
                  </m:oMath>
                </a14:m>
                <a:r>
                  <a:rPr lang="en-US" dirty="0"/>
                  <a:t> is the only remaining subproblem after choosing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i="1">
                            <a:latin typeface="Cambria Math" panose="02040503050406030204" pitchFamily="18" charset="0"/>
                          </a:rPr>
                          <m:t>1</m:t>
                        </m:r>
                      </m:sub>
                    </m:sSub>
                  </m:oMath>
                </a14:m>
                <a:r>
                  <a:rPr lang="en-US" dirty="0"/>
                  <a:t>.</a:t>
                </a:r>
                <a:endParaRPr lang="hy-AM" dirty="0"/>
              </a:p>
              <a:p>
                <a:pPr marL="0" indent="0">
                  <a:buNone/>
                </a:pPr>
                <a:endParaRPr lang="en-US" dirty="0"/>
              </a:p>
              <a:p>
                <a:pPr marL="0" indent="0">
                  <a:buNone/>
                </a:pPr>
                <a:r>
                  <a:rPr lang="en-US" b="1" dirty="0"/>
                  <a:t>Is the greedy choice correct ?</a:t>
                </a:r>
              </a:p>
            </p:txBody>
          </p:sp>
        </mc:Choice>
        <mc:Fallback xmlns="">
          <p:sp>
            <p:nvSpPr>
              <p:cNvPr id="8" name="Content Placeholder 7">
                <a:extLst>
                  <a:ext uri="{FF2B5EF4-FFF2-40B4-BE49-F238E27FC236}">
                    <a16:creationId xmlns:a16="http://schemas.microsoft.com/office/drawing/2014/main" id="{D0122F11-8427-45B8-3C1D-4B8FC981954B}"/>
                  </a:ext>
                </a:extLst>
              </p:cNvPr>
              <p:cNvSpPr>
                <a:spLocks noGrp="1" noRot="1" noChangeAspect="1" noMove="1" noResize="1" noEditPoints="1" noAdjustHandles="1" noChangeArrowheads="1" noChangeShapeType="1" noTextEdit="1"/>
              </p:cNvSpPr>
              <p:nvPr>
                <p:ph idx="1"/>
              </p:nvPr>
            </p:nvSpPr>
            <p:spPr>
              <a:blipFill>
                <a:blip r:embed="rId3"/>
                <a:stretch>
                  <a:fillRect l="-1217" t="-2381" b="-3081"/>
                </a:stretch>
              </a:blipFill>
            </p:spPr>
            <p:txBody>
              <a:bodyPr/>
              <a:lstStyle/>
              <a:p>
                <a:r>
                  <a:rPr lang="en-US">
                    <a:noFill/>
                  </a:rPr>
                  <a:t> </a:t>
                </a:r>
              </a:p>
            </p:txBody>
          </p:sp>
        </mc:Fallback>
      </mc:AlternateContent>
    </p:spTree>
    <p:extLst>
      <p:ext uri="{BB962C8B-B14F-4D97-AF65-F5344CB8AC3E}">
        <p14:creationId xmlns:p14="http://schemas.microsoft.com/office/powerpoint/2010/main" val="3409997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3998-2633-EFA7-D040-598EE0DFB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0284F-5FB3-344E-F8D1-3A2CFBA45E3E}"/>
              </a:ext>
            </a:extLst>
          </p:cNvPr>
          <p:cNvSpPr>
            <a:spLocks noGrp="1"/>
          </p:cNvSpPr>
          <p:nvPr>
            <p:ph type="title"/>
          </p:nvPr>
        </p:nvSpPr>
        <p:spPr/>
        <p:txBody>
          <a:bodyPr/>
          <a:lstStyle/>
          <a:p>
            <a:r>
              <a:rPr lang="en-US" dirty="0"/>
              <a:t>Activity Selection Problem: </a:t>
            </a:r>
            <a:br>
              <a:rPr lang="en-US" dirty="0"/>
            </a:br>
            <a:r>
              <a:rPr lang="en-US" dirty="0"/>
              <a:t>Greedy Choice (2)</a:t>
            </a:r>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F09C5543-F35A-03EE-AE34-F5E7FF92C76A}"/>
                  </a:ext>
                </a:extLst>
              </p:cNvPr>
              <p:cNvSpPr>
                <a:spLocks noGrp="1"/>
              </p:cNvSpPr>
              <p:nvPr>
                <p:ph idx="1"/>
              </p:nvPr>
            </p:nvSpPr>
            <p:spPr>
              <a:xfrm>
                <a:off x="838199" y="1825625"/>
                <a:ext cx="10609053" cy="4351338"/>
              </a:xfrm>
            </p:spPr>
            <p:txBody>
              <a:bodyPr>
                <a:normAutofit/>
              </a:bodyPr>
              <a:lstStyle/>
              <a:p>
                <a:r>
                  <a:rPr lang="en-US" b="1" dirty="0"/>
                  <a:t>Theorem: </a:t>
                </a:r>
                <a:r>
                  <a:rPr lang="en-US" dirty="0"/>
                  <a:t>Consider any nonempty subproblem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i="1">
                            <a:latin typeface="Cambria Math" panose="02040503050406030204" pitchFamily="18" charset="0"/>
                          </a:rPr>
                          <m:t>𝑘</m:t>
                        </m:r>
                      </m:sub>
                    </m:sSub>
                  </m:oMath>
                </a14:m>
                <a:r>
                  <a:rPr lang="en-US" dirty="0"/>
                  <a:t> and let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m</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i="1">
                            <a:latin typeface="Cambria Math" panose="02040503050406030204" pitchFamily="18" charset="0"/>
                          </a:rPr>
                          <m:t>𝑘</m:t>
                        </m:r>
                      </m:sub>
                    </m:sSub>
                  </m:oMath>
                </a14:m>
                <a:r>
                  <a:rPr lang="en-US" dirty="0"/>
                  <a:t> with the earliest finish time. Then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m</m:t>
                        </m:r>
                      </m:sub>
                    </m:sSub>
                  </m:oMath>
                </a14:m>
                <a:r>
                  <a:rPr lang="en-US" b="1" dirty="0"/>
                  <a:t> </a:t>
                </a:r>
                <a:r>
                  <a:rPr lang="en-US" dirty="0"/>
                  <a:t>is included in some maximum-size subset of mutually compatible activities of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i="1">
                            <a:latin typeface="Cambria Math" panose="02040503050406030204" pitchFamily="18" charset="0"/>
                          </a:rPr>
                          <m:t>𝑘</m:t>
                        </m:r>
                      </m:sub>
                    </m:sSub>
                  </m:oMath>
                </a14:m>
                <a:r>
                  <a:rPr lang="en-US" dirty="0"/>
                  <a:t>.</a:t>
                </a:r>
              </a:p>
              <a:p>
                <a:r>
                  <a:rPr lang="en-US" b="1" dirty="0"/>
                  <a:t>Proof:</a:t>
                </a:r>
              </a:p>
              <a:p>
                <a:pPr lvl="1"/>
                <a:r>
                  <a:rPr lang="en-US" dirty="0"/>
                  <a:t>Let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A</m:t>
                        </m:r>
                      </m:e>
                      <m:sub>
                        <m:r>
                          <a:rPr lang="en-US" i="1">
                            <a:latin typeface="Cambria Math" panose="02040503050406030204" pitchFamily="18" charset="0"/>
                          </a:rPr>
                          <m:t>𝑘</m:t>
                        </m:r>
                      </m:sub>
                    </m:sSub>
                  </m:oMath>
                </a14:m>
                <a:r>
                  <a:rPr lang="en-US" b="1" dirty="0"/>
                  <a:t> </a:t>
                </a:r>
                <a:r>
                  <a:rPr lang="en-US" dirty="0"/>
                  <a:t>be a max-size subset of mutually compatible activities in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i="1">
                            <a:latin typeface="Cambria Math" panose="02040503050406030204" pitchFamily="18" charset="0"/>
                          </a:rPr>
                          <m:t>𝑘</m:t>
                        </m:r>
                      </m:sub>
                    </m:sSub>
                  </m:oMath>
                </a14:m>
                <a:r>
                  <a:rPr lang="en-US" dirty="0"/>
                  <a:t> and let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b="0" i="1" smtClean="0">
                            <a:latin typeface="Cambria Math" panose="02040503050406030204" pitchFamily="18" charset="0"/>
                          </a:rPr>
                          <m:t>j</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i="1">
                            <a:latin typeface="Cambria Math" panose="02040503050406030204" pitchFamily="18" charset="0"/>
                          </a:rPr>
                          <m:t>𝑘</m:t>
                        </m:r>
                      </m:sub>
                    </m:sSub>
                  </m:oMath>
                </a14:m>
                <a:r>
                  <a:rPr lang="en-US" dirty="0"/>
                  <a:t> with earliest finish time.</a:t>
                </a:r>
              </a:p>
              <a:p>
                <a:pPr lvl="1"/>
                <a:r>
                  <a:rPr lang="en-US" dirty="0"/>
                  <a:t> If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j</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m</m:t>
                        </m:r>
                      </m:sub>
                    </m:sSub>
                  </m:oMath>
                </a14:m>
                <a:r>
                  <a:rPr lang="en-US" dirty="0"/>
                  <a:t>, let the </a:t>
                </a:r>
                <a14:m>
                  <m:oMath xmlns:m="http://schemas.openxmlformats.org/officeDocument/2006/math">
                    <m:sSubSup>
                      <m:sSubSupPr>
                        <m:ctrlPr>
                          <a:rPr lang="en-US" i="1" smtClean="0">
                            <a:latin typeface="Cambria Math" panose="02040503050406030204" pitchFamily="18" charset="0"/>
                          </a:rPr>
                        </m:ctrlPr>
                      </m:sSubSup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k</m:t>
                        </m:r>
                      </m:sub>
                      <m:sup>
                        <m:r>
                          <a:rPr lang="en-US" b="0" i="1" smtClean="0">
                            <a:latin typeface="Cambria Math" panose="02040503050406030204" pitchFamily="18" charset="0"/>
                          </a:rPr>
                          <m:t>′</m:t>
                        </m:r>
                      </m:sup>
                    </m:sSubSup>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A</m:t>
                            </m:r>
                          </m:e>
                          <m:sub>
                            <m:r>
                              <m:rPr>
                                <m:sty m:val="p"/>
                              </m:rPr>
                              <a:rPr lang="en-US" b="0" i="1" smtClean="0">
                                <a:latin typeface="Cambria Math" panose="02040503050406030204" pitchFamily="18" charset="0"/>
                              </a:rPr>
                              <m:t>k</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j</m:t>
                                </m:r>
                              </m:sub>
                            </m:sSub>
                          </m:e>
                        </m:d>
                      </m:e>
                    </m:d>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b="0" i="1" smtClean="0">
                                <a:latin typeface="Cambria Math" panose="02040503050406030204" pitchFamily="18" charset="0"/>
                              </a:rPr>
                              <m:t>m</m:t>
                            </m:r>
                          </m:sub>
                        </m:sSub>
                      </m:e>
                    </m:d>
                  </m:oMath>
                </a14:m>
                <a:endParaRPr lang="en-US" dirty="0"/>
              </a:p>
              <a:p>
                <a:pPr lvl="1"/>
                <a14:m>
                  <m:oMath xmlns:m="http://schemas.openxmlformats.org/officeDocument/2006/math">
                    <m:sSubSup>
                      <m:sSubSupPr>
                        <m:ctrlPr>
                          <a:rPr lang="en-US" i="1">
                            <a:latin typeface="Cambria Math" panose="02040503050406030204" pitchFamily="18" charset="0"/>
                          </a:rPr>
                        </m:ctrlPr>
                      </m:sSubSupPr>
                      <m:e>
                        <m:r>
                          <m:rPr>
                            <m:sty m:val="p"/>
                          </m:rPr>
                          <a:rPr lang="en-US" i="1">
                            <a:latin typeface="Cambria Math" panose="02040503050406030204" pitchFamily="18" charset="0"/>
                          </a:rPr>
                          <m:t>A</m:t>
                        </m:r>
                      </m:e>
                      <m:sub>
                        <m:r>
                          <m:rPr>
                            <m:sty m:val="p"/>
                          </m:rPr>
                          <a:rPr lang="en-US" i="1">
                            <a:latin typeface="Cambria Math" panose="02040503050406030204" pitchFamily="18" charset="0"/>
                          </a:rPr>
                          <m:t>k</m:t>
                        </m:r>
                      </m:sub>
                      <m:sup>
                        <m:r>
                          <a:rPr lang="en-US" i="1">
                            <a:latin typeface="Cambria Math" panose="02040503050406030204" pitchFamily="18" charset="0"/>
                          </a:rPr>
                          <m:t>′</m:t>
                        </m:r>
                      </m:sup>
                    </m:sSubSup>
                  </m:oMath>
                </a14:m>
                <a:r>
                  <a:rPr lang="en-US" dirty="0"/>
                  <a:t> elements are mutually compatible and </a:t>
                </a:r>
                <a14:m>
                  <m:oMath xmlns:m="http://schemas.openxmlformats.org/officeDocument/2006/math">
                    <m:d>
                      <m:dPr>
                        <m:begChr m:val="|"/>
                        <m:endChr m:val="|"/>
                        <m:ctrlPr>
                          <a:rPr lang="en-US" i="1" smtClean="0">
                            <a:latin typeface="Cambria Math" panose="02040503050406030204" pitchFamily="18" charset="0"/>
                          </a:rPr>
                        </m:ctrlPr>
                      </m:dPr>
                      <m:e>
                        <m:sSubSup>
                          <m:sSubSupPr>
                            <m:ctrlPr>
                              <a:rPr lang="en-US" i="1" smtClean="0">
                                <a:latin typeface="Cambria Math" panose="02040503050406030204" pitchFamily="18" charset="0"/>
                              </a:rPr>
                            </m:ctrlPr>
                          </m:sSubSupPr>
                          <m:e>
                            <m:r>
                              <a:rPr lang="en-US" i="1" smtClean="0">
                                <a:latin typeface="Cambria Math" panose="02040503050406030204" pitchFamily="18" charset="0"/>
                              </a:rPr>
                              <m:t>𝐴</m:t>
                            </m:r>
                          </m:e>
                          <m:sub>
                            <m:r>
                              <a:rPr lang="en-US" i="1" smtClean="0">
                                <a:latin typeface="Cambria Math" panose="02040503050406030204" pitchFamily="18" charset="0"/>
                              </a:rPr>
                              <m:t>𝑘</m:t>
                            </m:r>
                          </m:sub>
                          <m:sup>
                            <m:r>
                              <a:rPr lang="en-US" b="0" i="1" smtClean="0">
                                <a:latin typeface="Cambria Math" panose="02040503050406030204" pitchFamily="18" charset="0"/>
                              </a:rPr>
                              <m:t>′</m:t>
                            </m:r>
                          </m:sup>
                        </m:sSubSup>
                      </m:e>
                    </m:d>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𝐴</m:t>
                            </m:r>
                          </m:e>
                          <m:sub>
                            <m:r>
                              <a:rPr lang="en-US" i="1" smtClean="0">
                                <a:latin typeface="Cambria Math" panose="02040503050406030204" pitchFamily="18" charset="0"/>
                              </a:rPr>
                              <m:t>𝑘</m:t>
                            </m:r>
                          </m:sub>
                        </m:sSub>
                      </m:e>
                    </m:d>
                  </m:oMath>
                </a14:m>
                <a:endParaRPr lang="en-US" dirty="0"/>
              </a:p>
              <a:p>
                <a:pPr lvl="1"/>
                <a14:m>
                  <m:oMath xmlns:m="http://schemas.openxmlformats.org/officeDocument/2006/math">
                    <m:sSubSup>
                      <m:sSubSupPr>
                        <m:ctrlPr>
                          <a:rPr lang="en-US" i="1">
                            <a:latin typeface="Cambria Math" panose="02040503050406030204" pitchFamily="18" charset="0"/>
                          </a:rPr>
                        </m:ctrlPr>
                      </m:sSubSupPr>
                      <m:e>
                        <m:r>
                          <m:rPr>
                            <m:sty m:val="p"/>
                          </m:rPr>
                          <a:rPr lang="en-US" i="1">
                            <a:latin typeface="Cambria Math" panose="02040503050406030204" pitchFamily="18" charset="0"/>
                          </a:rPr>
                          <m:t>A</m:t>
                        </m:r>
                      </m:e>
                      <m:sub>
                        <m:r>
                          <m:rPr>
                            <m:sty m:val="p"/>
                          </m:rPr>
                          <a:rPr lang="en-US" i="1">
                            <a:latin typeface="Cambria Math" panose="02040503050406030204" pitchFamily="18" charset="0"/>
                          </a:rPr>
                          <m:t>k</m:t>
                        </m:r>
                      </m:sub>
                      <m:sup>
                        <m:r>
                          <a:rPr lang="en-US" i="1">
                            <a:latin typeface="Cambria Math" panose="02040503050406030204" pitchFamily="18" charset="0"/>
                          </a:rPr>
                          <m:t>′</m:t>
                        </m:r>
                      </m:sup>
                    </m:sSubSup>
                  </m:oMath>
                </a14:m>
                <a:r>
                  <a:rPr lang="en-US" dirty="0"/>
                  <a:t> is a max-size subset of mutually compatible activities of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S</m:t>
                        </m:r>
                      </m:e>
                      <m:sub>
                        <m:r>
                          <a:rPr lang="en-US" i="1">
                            <a:latin typeface="Cambria Math" panose="02040503050406030204" pitchFamily="18" charset="0"/>
                          </a:rPr>
                          <m:t>𝑘</m:t>
                        </m:r>
                      </m:sub>
                    </m:sSub>
                  </m:oMath>
                </a14:m>
                <a:r>
                  <a:rPr lang="en-US" dirty="0"/>
                  <a:t> and includes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m:rPr>
                            <m:sty m:val="p"/>
                          </m:rPr>
                          <a:rPr lang="en-US" i="1">
                            <a:latin typeface="Cambria Math" panose="02040503050406030204" pitchFamily="18" charset="0"/>
                          </a:rPr>
                          <m:t>m</m:t>
                        </m:r>
                      </m:sub>
                    </m:sSub>
                  </m:oMath>
                </a14:m>
                <a:r>
                  <a:rPr lang="en-US" dirty="0"/>
                  <a:t> </a:t>
                </a:r>
              </a:p>
            </p:txBody>
          </p:sp>
        </mc:Choice>
        <mc:Fallback>
          <p:sp>
            <p:nvSpPr>
              <p:cNvPr id="8" name="Content Placeholder 7">
                <a:extLst>
                  <a:ext uri="{FF2B5EF4-FFF2-40B4-BE49-F238E27FC236}">
                    <a16:creationId xmlns:a16="http://schemas.microsoft.com/office/drawing/2014/main" id="{F09C5543-F35A-03EE-AE34-F5E7FF92C76A}"/>
                  </a:ext>
                </a:extLst>
              </p:cNvPr>
              <p:cNvSpPr>
                <a:spLocks noGrp="1" noRot="1" noChangeAspect="1" noMove="1" noResize="1" noEditPoints="1" noAdjustHandles="1" noChangeArrowheads="1" noChangeShapeType="1" noTextEdit="1"/>
              </p:cNvSpPr>
              <p:nvPr>
                <p:ph idx="1"/>
              </p:nvPr>
            </p:nvSpPr>
            <p:spPr>
              <a:xfrm>
                <a:off x="838199" y="1825625"/>
                <a:ext cx="10609053" cy="4351338"/>
              </a:xfrm>
              <a:blipFill>
                <a:blip r:embed="rId3"/>
                <a:stretch>
                  <a:fillRect l="-976" t="-2241"/>
                </a:stretch>
              </a:blipFill>
            </p:spPr>
            <p:txBody>
              <a:bodyPr/>
              <a:lstStyle/>
              <a:p>
                <a:r>
                  <a:rPr lang="en-US">
                    <a:noFill/>
                  </a:rPr>
                  <a:t> </a:t>
                </a:r>
              </a:p>
            </p:txBody>
          </p:sp>
        </mc:Fallback>
      </mc:AlternateContent>
    </p:spTree>
    <p:extLst>
      <p:ext uri="{BB962C8B-B14F-4D97-AF65-F5344CB8AC3E}">
        <p14:creationId xmlns:p14="http://schemas.microsoft.com/office/powerpoint/2010/main" val="159893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896D9-091C-1BA4-54E3-41D3C7EF0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29EAF-6CDD-12A1-3022-87E9BE5FD141}"/>
              </a:ext>
            </a:extLst>
          </p:cNvPr>
          <p:cNvSpPr>
            <a:spLocks noGrp="1"/>
          </p:cNvSpPr>
          <p:nvPr>
            <p:ph type="title"/>
          </p:nvPr>
        </p:nvSpPr>
        <p:spPr/>
        <p:txBody>
          <a:bodyPr/>
          <a:lstStyle/>
          <a:p>
            <a:r>
              <a:rPr lang="en-US" dirty="0"/>
              <a:t>Activity Selection Problem: </a:t>
            </a:r>
            <a:br>
              <a:rPr lang="en-US" dirty="0"/>
            </a:br>
            <a:r>
              <a:rPr lang="en-US" dirty="0"/>
              <a:t>Recursive Greedy Algorithm</a:t>
            </a:r>
          </a:p>
        </p:txBody>
      </p:sp>
      <p:pic>
        <p:nvPicPr>
          <p:cNvPr id="6" name="Content Placeholder 5">
            <a:extLst>
              <a:ext uri="{FF2B5EF4-FFF2-40B4-BE49-F238E27FC236}">
                <a16:creationId xmlns:a16="http://schemas.microsoft.com/office/drawing/2014/main" id="{BF113531-3465-28B9-4A36-D6BB7250758D}"/>
              </a:ext>
            </a:extLst>
          </p:cNvPr>
          <p:cNvPicPr>
            <a:picLocks noGrp="1" noChangeAspect="1"/>
          </p:cNvPicPr>
          <p:nvPr>
            <p:ph sz="half" idx="1"/>
          </p:nvPr>
        </p:nvPicPr>
        <p:blipFill>
          <a:blip r:embed="rId3"/>
          <a:stretch>
            <a:fillRect/>
          </a:stretch>
        </p:blipFill>
        <p:spPr>
          <a:xfrm>
            <a:off x="838199" y="1690689"/>
            <a:ext cx="10511031" cy="3183236"/>
          </a:xfrm>
          <a:prstGeom prst="rect">
            <a:avLst/>
          </a:prstGeo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08DFB8E-457B-9ADD-04C9-9B5190D85CD4}"/>
                  </a:ext>
                </a:extLst>
              </p:cNvPr>
              <p:cNvSpPr>
                <a:spLocks noGrp="1"/>
              </p:cNvSpPr>
              <p:nvPr>
                <p:ph sz="half" idx="2"/>
              </p:nvPr>
            </p:nvSpPr>
            <p:spPr>
              <a:xfrm>
                <a:off x="838199" y="5089584"/>
                <a:ext cx="10515600" cy="854465"/>
              </a:xfrm>
            </p:spPr>
            <p:txBody>
              <a:bodyPr>
                <a:normAutofit fontScale="92500" lnSpcReduction="20000"/>
              </a:bodyPr>
              <a:lstStyle/>
              <a:p>
                <a:r>
                  <a:rPr lang="en-US" dirty="0"/>
                  <a:t>Add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a</m:t>
                        </m:r>
                      </m:e>
                      <m:sub>
                        <m:r>
                          <a:rPr lang="en-US" b="0" i="1" smtClean="0">
                            <a:latin typeface="Cambria Math" panose="02040503050406030204" pitchFamily="18" charset="0"/>
                          </a:rPr>
                          <m:t>0</m:t>
                        </m:r>
                      </m:sub>
                    </m:sSub>
                  </m:oMath>
                </a14:m>
                <a:r>
                  <a:rPr lang="en-US" dirty="0"/>
                  <a:t> with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f</m:t>
                        </m:r>
                      </m:e>
                      <m:sub>
                        <m:r>
                          <a:rPr lang="en-US" b="0" i="1" smtClean="0">
                            <a:latin typeface="Cambria Math" panose="02040503050406030204" pitchFamily="18" charset="0"/>
                          </a:rPr>
                          <m:t>0</m:t>
                        </m:r>
                      </m:sub>
                    </m:sSub>
                    <m:r>
                      <a:rPr lang="en-US" b="0" i="1" smtClean="0">
                        <a:latin typeface="Cambria Math" panose="02040503050406030204" pitchFamily="18" charset="0"/>
                      </a:rPr>
                      <m:t>=0</m:t>
                    </m:r>
                  </m:oMath>
                </a14:m>
                <a:endParaRPr lang="en-US" dirty="0"/>
              </a:p>
              <a:p>
                <a:r>
                  <a:rPr lang="en-US" dirty="0"/>
                  <a:t>RECURSIVE-ACTIVITY-SELECTOR (s, f, 0, n)</a:t>
                </a:r>
              </a:p>
            </p:txBody>
          </p:sp>
        </mc:Choice>
        <mc:Fallback xmlns="">
          <p:sp>
            <p:nvSpPr>
              <p:cNvPr id="4" name="Content Placeholder 3">
                <a:extLst>
                  <a:ext uri="{FF2B5EF4-FFF2-40B4-BE49-F238E27FC236}">
                    <a16:creationId xmlns:a16="http://schemas.microsoft.com/office/drawing/2014/main" id="{A08DFB8E-457B-9ADD-04C9-9B5190D85CD4}"/>
                  </a:ext>
                </a:extLst>
              </p:cNvPr>
              <p:cNvSpPr>
                <a:spLocks noGrp="1" noRot="1" noChangeAspect="1" noMove="1" noResize="1" noEditPoints="1" noAdjustHandles="1" noChangeArrowheads="1" noChangeShapeType="1" noTextEdit="1"/>
              </p:cNvSpPr>
              <p:nvPr>
                <p:ph sz="half" idx="2"/>
              </p:nvPr>
            </p:nvSpPr>
            <p:spPr>
              <a:xfrm>
                <a:off x="838199" y="5089584"/>
                <a:ext cx="10515600" cy="854465"/>
              </a:xfrm>
              <a:blipFill>
                <a:blip r:embed="rId4"/>
                <a:stretch>
                  <a:fillRect l="-870" t="-17857" b="-10714"/>
                </a:stretch>
              </a:blipFill>
            </p:spPr>
            <p:txBody>
              <a:bodyPr/>
              <a:lstStyle/>
              <a:p>
                <a:r>
                  <a:rPr lang="en-US">
                    <a:noFill/>
                  </a:rPr>
                  <a:t> </a:t>
                </a:r>
              </a:p>
            </p:txBody>
          </p:sp>
        </mc:Fallback>
      </mc:AlternateContent>
    </p:spTree>
    <p:extLst>
      <p:ext uri="{BB962C8B-B14F-4D97-AF65-F5344CB8AC3E}">
        <p14:creationId xmlns:p14="http://schemas.microsoft.com/office/powerpoint/2010/main" val="3628694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BDFF6F-CEB8-94E2-1D18-F2F54E1450EB}"/>
            </a:ext>
          </a:extLst>
        </p:cNvPr>
        <p:cNvGrpSpPr/>
        <p:nvPr/>
      </p:nvGrpSpPr>
      <p:grpSpPr>
        <a:xfrm>
          <a:off x="0" y="0"/>
          <a:ext cx="0" cy="0"/>
          <a:chOff x="0" y="0"/>
          <a:chExt cx="0" cy="0"/>
        </a:xfrm>
      </p:grpSpPr>
      <p:sp useBgFill="1">
        <p:nvSpPr>
          <p:cNvPr id="31" name="Slide Background">
            <a:extLst>
              <a:ext uri="{FF2B5EF4-FFF2-40B4-BE49-F238E27FC236}">
                <a16:creationId xmlns:a16="http://schemas.microsoft.com/office/drawing/2014/main" id="{9D768B77-8742-43A0-AF16-6AC4D378E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3" name="Rectangle 32">
            <a:extLst>
              <a:ext uri="{FF2B5EF4-FFF2-40B4-BE49-F238E27FC236}">
                <a16:creationId xmlns:a16="http://schemas.microsoft.com/office/drawing/2014/main" id="{48B13CA8-CBEA-4805-955D-CEBE32236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17490" cy="5486399"/>
          </a:xfrm>
          <a:prstGeom prst="rect">
            <a:avLst/>
          </a:prstGeom>
          <a:ln>
            <a:noFill/>
          </a:ln>
          <a:effectLst>
            <a:outerShdw blurRad="393700" dist="127000" dir="5400000" sx="95000" sy="95000" algn="t"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12B035-F089-D292-E319-494B175A6C3D}"/>
              </a:ext>
            </a:extLst>
          </p:cNvPr>
          <p:cNvSpPr>
            <a:spLocks noGrp="1"/>
          </p:cNvSpPr>
          <p:nvPr>
            <p:ph type="title"/>
          </p:nvPr>
        </p:nvSpPr>
        <p:spPr>
          <a:xfrm>
            <a:off x="758952" y="813574"/>
            <a:ext cx="3221377" cy="3859252"/>
          </a:xfrm>
        </p:spPr>
        <p:txBody>
          <a:bodyPr vert="horz" lIns="91440" tIns="45720" rIns="91440" bIns="45720" rtlCol="0" anchor="t">
            <a:normAutofit fontScale="90000"/>
          </a:bodyPr>
          <a:lstStyle/>
          <a:p>
            <a:r>
              <a:rPr lang="en-US" sz="4000" dirty="0"/>
              <a:t>Activity Selection Problem: </a:t>
            </a:r>
            <a:br>
              <a:rPr lang="en-US" sz="4000" dirty="0"/>
            </a:br>
            <a:r>
              <a:rPr lang="en-US" sz="4000" dirty="0"/>
              <a:t>Recursive Greedy Algorithm</a:t>
            </a:r>
            <a:br>
              <a:rPr lang="en-US" sz="4000" dirty="0"/>
            </a:br>
            <a:r>
              <a:rPr lang="en-US" sz="4000" dirty="0"/>
              <a:t>Example</a:t>
            </a:r>
          </a:p>
        </p:txBody>
      </p:sp>
      <p:pic>
        <p:nvPicPr>
          <p:cNvPr id="15" name="Content Placeholder 14">
            <a:extLst>
              <a:ext uri="{FF2B5EF4-FFF2-40B4-BE49-F238E27FC236}">
                <a16:creationId xmlns:a16="http://schemas.microsoft.com/office/drawing/2014/main" id="{33A609AB-0125-717F-9AD7-4B5720B985DA}"/>
              </a:ext>
            </a:extLst>
          </p:cNvPr>
          <p:cNvPicPr>
            <a:picLocks noGrp="1" noChangeAspect="1"/>
          </p:cNvPicPr>
          <p:nvPr>
            <p:ph idx="1"/>
          </p:nvPr>
        </p:nvPicPr>
        <p:blipFill>
          <a:blip r:embed="rId3"/>
          <a:stretch>
            <a:fillRect/>
          </a:stretch>
        </p:blipFill>
        <p:spPr>
          <a:xfrm>
            <a:off x="4617490" y="-1"/>
            <a:ext cx="6784829" cy="6857999"/>
          </a:xfrm>
          <a:prstGeom prst="rect">
            <a:avLst/>
          </a:prstGeom>
        </p:spPr>
      </p:pic>
    </p:spTree>
    <p:extLst>
      <p:ext uri="{BB962C8B-B14F-4D97-AF65-F5344CB8AC3E}">
        <p14:creationId xmlns:p14="http://schemas.microsoft.com/office/powerpoint/2010/main" val="3613392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B44AC-A657-486C-2132-7D5B14547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FDF21-5B66-59D3-2A47-63DB5164232B}"/>
              </a:ext>
            </a:extLst>
          </p:cNvPr>
          <p:cNvSpPr>
            <a:spLocks noGrp="1"/>
          </p:cNvSpPr>
          <p:nvPr>
            <p:ph type="title"/>
          </p:nvPr>
        </p:nvSpPr>
        <p:spPr/>
        <p:txBody>
          <a:bodyPr/>
          <a:lstStyle/>
          <a:p>
            <a:r>
              <a:rPr lang="en-US" dirty="0"/>
              <a:t>Activity Selection Problem: </a:t>
            </a:r>
            <a:br>
              <a:rPr lang="en-US" dirty="0"/>
            </a:br>
            <a:r>
              <a:rPr lang="en-US" dirty="0"/>
              <a:t>Iterative Greedy Algorithm</a:t>
            </a:r>
          </a:p>
        </p:txBody>
      </p:sp>
      <p:pic>
        <p:nvPicPr>
          <p:cNvPr id="8" name="Content Placeholder 7">
            <a:extLst>
              <a:ext uri="{FF2B5EF4-FFF2-40B4-BE49-F238E27FC236}">
                <a16:creationId xmlns:a16="http://schemas.microsoft.com/office/drawing/2014/main" id="{21E6F7FF-9DA1-EB11-8356-B666F8139939}"/>
              </a:ext>
            </a:extLst>
          </p:cNvPr>
          <p:cNvPicPr>
            <a:picLocks noGrp="1" noChangeAspect="1"/>
          </p:cNvPicPr>
          <p:nvPr>
            <p:ph idx="1"/>
          </p:nvPr>
        </p:nvPicPr>
        <p:blipFill>
          <a:blip r:embed="rId3"/>
          <a:stretch>
            <a:fillRect/>
          </a:stretch>
        </p:blipFill>
        <p:spPr>
          <a:xfrm>
            <a:off x="1823441" y="2153186"/>
            <a:ext cx="8545118" cy="3696216"/>
          </a:xfrm>
          <a:prstGeom prst="rect">
            <a:avLst/>
          </a:prstGeom>
        </p:spPr>
      </p:pic>
    </p:spTree>
    <p:extLst>
      <p:ext uri="{BB962C8B-B14F-4D97-AF65-F5344CB8AC3E}">
        <p14:creationId xmlns:p14="http://schemas.microsoft.com/office/powerpoint/2010/main" val="56314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D36A-2159-D91A-26BB-D4A04E76DADB}"/>
              </a:ext>
            </a:extLst>
          </p:cNvPr>
          <p:cNvSpPr>
            <a:spLocks noGrp="1"/>
          </p:cNvSpPr>
          <p:nvPr>
            <p:ph type="title"/>
          </p:nvPr>
        </p:nvSpPr>
        <p:spPr/>
        <p:txBody>
          <a:bodyPr/>
          <a:lstStyle/>
          <a:p>
            <a:r>
              <a:rPr lang="en-US" dirty="0"/>
              <a:t>Elements of Greedy Strategy (1)</a:t>
            </a:r>
          </a:p>
        </p:txBody>
      </p:sp>
      <p:sp>
        <p:nvSpPr>
          <p:cNvPr id="3" name="Content Placeholder 2">
            <a:extLst>
              <a:ext uri="{FF2B5EF4-FFF2-40B4-BE49-F238E27FC236}">
                <a16:creationId xmlns:a16="http://schemas.microsoft.com/office/drawing/2014/main" id="{A10ABDDB-42E2-0B01-FD4D-2E42A9E56FB7}"/>
              </a:ext>
            </a:extLst>
          </p:cNvPr>
          <p:cNvSpPr>
            <a:spLocks noGrp="1"/>
          </p:cNvSpPr>
          <p:nvPr>
            <p:ph idx="1"/>
          </p:nvPr>
        </p:nvSpPr>
        <p:spPr/>
        <p:txBody>
          <a:bodyPr/>
          <a:lstStyle/>
          <a:p>
            <a:pPr marL="514350" indent="-514350">
              <a:buFont typeface="+mj-lt"/>
              <a:buAutoNum type="arabicPeriod"/>
            </a:pPr>
            <a:r>
              <a:rPr lang="en-US" dirty="0"/>
              <a:t>Determine the optimal substructure of the problem.</a:t>
            </a:r>
          </a:p>
          <a:p>
            <a:pPr marL="514350" indent="-514350">
              <a:buFont typeface="+mj-lt"/>
              <a:buAutoNum type="arabicPeriod"/>
            </a:pPr>
            <a:r>
              <a:rPr lang="en-US" dirty="0"/>
              <a:t>Develop a recursive solution.</a:t>
            </a:r>
          </a:p>
          <a:p>
            <a:pPr marL="514350" indent="-514350">
              <a:buFont typeface="+mj-lt"/>
              <a:buAutoNum type="arabicPeriod"/>
            </a:pPr>
            <a:r>
              <a:rPr lang="en-US" dirty="0"/>
              <a:t>Show that if you make the greedy choice, then only one subproblem remains.</a:t>
            </a:r>
          </a:p>
          <a:p>
            <a:pPr marL="514350" indent="-514350">
              <a:buFont typeface="+mj-lt"/>
              <a:buAutoNum type="arabicPeriod"/>
            </a:pPr>
            <a:r>
              <a:rPr lang="en-US" dirty="0"/>
              <a:t>Prove that it is always safe to make the greedy choice.</a:t>
            </a:r>
          </a:p>
          <a:p>
            <a:pPr marL="514350" indent="-514350">
              <a:buFont typeface="+mj-lt"/>
              <a:buAutoNum type="arabicPeriod"/>
            </a:pPr>
            <a:r>
              <a:rPr lang="en-US" dirty="0"/>
              <a:t>Develop a recursive algorithm that implements the greedy strategy.</a:t>
            </a:r>
          </a:p>
          <a:p>
            <a:pPr marL="514350" indent="-514350">
              <a:buFont typeface="+mj-lt"/>
              <a:buAutoNum type="arabicPeriod"/>
            </a:pPr>
            <a:r>
              <a:rPr lang="en-US" dirty="0"/>
              <a:t>Convert the recursive algorithm to an iterative algorithm.</a:t>
            </a:r>
          </a:p>
        </p:txBody>
      </p:sp>
    </p:spTree>
    <p:extLst>
      <p:ext uri="{BB962C8B-B14F-4D97-AF65-F5344CB8AC3E}">
        <p14:creationId xmlns:p14="http://schemas.microsoft.com/office/powerpoint/2010/main" val="23065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C1DBA-790D-6C49-601F-9979D43BC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99545-37C4-13CD-3296-2CAE43776BE1}"/>
              </a:ext>
            </a:extLst>
          </p:cNvPr>
          <p:cNvSpPr>
            <a:spLocks noGrp="1"/>
          </p:cNvSpPr>
          <p:nvPr>
            <p:ph type="title"/>
          </p:nvPr>
        </p:nvSpPr>
        <p:spPr/>
        <p:txBody>
          <a:bodyPr/>
          <a:lstStyle/>
          <a:p>
            <a:r>
              <a:rPr lang="en-US" dirty="0"/>
              <a:t>Elements of Greedy Strategy (2)</a:t>
            </a:r>
          </a:p>
        </p:txBody>
      </p:sp>
      <p:sp>
        <p:nvSpPr>
          <p:cNvPr id="3" name="Content Placeholder 2">
            <a:extLst>
              <a:ext uri="{FF2B5EF4-FFF2-40B4-BE49-F238E27FC236}">
                <a16:creationId xmlns:a16="http://schemas.microsoft.com/office/drawing/2014/main" id="{25315D1B-2F52-F532-9F60-403DC46CBB6B}"/>
              </a:ext>
            </a:extLst>
          </p:cNvPr>
          <p:cNvSpPr>
            <a:spLocks noGrp="1"/>
          </p:cNvSpPr>
          <p:nvPr>
            <p:ph idx="1"/>
          </p:nvPr>
        </p:nvSpPr>
        <p:spPr/>
        <p:txBody>
          <a:bodyPr>
            <a:normAutofit/>
          </a:bodyPr>
          <a:lstStyle/>
          <a:p>
            <a:pPr marL="514350" indent="-514350">
              <a:buFont typeface="+mj-lt"/>
              <a:buAutoNum type="arabicPeriod"/>
            </a:pPr>
            <a:r>
              <a:rPr lang="en-US" dirty="0"/>
              <a:t>Cast the optimization problem as one in which you make a choice and are left with one subproblem to solve.</a:t>
            </a:r>
          </a:p>
          <a:p>
            <a:pPr marL="514350" indent="-514350">
              <a:buFont typeface="+mj-lt"/>
              <a:buAutoNum type="arabicPeriod"/>
            </a:pPr>
            <a:r>
              <a:rPr lang="en-US" dirty="0"/>
              <a:t>Prove that there is always an optimal solution to the original problem that makes the greedy choice, so that the greedy choice is always safe.</a:t>
            </a:r>
          </a:p>
          <a:p>
            <a:pPr marL="514350" indent="-514350">
              <a:buFont typeface="+mj-lt"/>
              <a:buAutoNum type="arabicPeriod"/>
            </a:pPr>
            <a:r>
              <a:rPr lang="en-US" dirty="0"/>
              <a:t>Demonstrate optimal substructure by showing that, having made the greedy choice, what remains is a subproblem with the property that if you combine an optimal solution to the subproblem with the greedy choice you have made, you arrive at an optimal solution to the original problem.</a:t>
            </a:r>
          </a:p>
        </p:txBody>
      </p:sp>
    </p:spTree>
    <p:extLst>
      <p:ext uri="{BB962C8B-B14F-4D97-AF65-F5344CB8AC3E}">
        <p14:creationId xmlns:p14="http://schemas.microsoft.com/office/powerpoint/2010/main" val="132325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54110-EFF1-4735-0771-1D19F08FD1EA}"/>
              </a:ext>
            </a:extLst>
          </p:cNvPr>
          <p:cNvSpPr>
            <a:spLocks noGrp="1"/>
          </p:cNvSpPr>
          <p:nvPr>
            <p:ph type="title"/>
          </p:nvPr>
        </p:nvSpPr>
        <p:spPr/>
        <p:txBody>
          <a:bodyPr/>
          <a:lstStyle/>
          <a:p>
            <a:r>
              <a:rPr lang="en-US" dirty="0"/>
              <a:t>Elements of Greedy Strategy (3)</a:t>
            </a:r>
          </a:p>
        </p:txBody>
      </p:sp>
      <p:sp>
        <p:nvSpPr>
          <p:cNvPr id="3" name="Content Placeholder 2">
            <a:extLst>
              <a:ext uri="{FF2B5EF4-FFF2-40B4-BE49-F238E27FC236}">
                <a16:creationId xmlns:a16="http://schemas.microsoft.com/office/drawing/2014/main" id="{64B856CD-D04B-0D1F-67AD-A36CA9D41234}"/>
              </a:ext>
            </a:extLst>
          </p:cNvPr>
          <p:cNvSpPr>
            <a:spLocks noGrp="1"/>
          </p:cNvSpPr>
          <p:nvPr>
            <p:ph idx="1"/>
          </p:nvPr>
        </p:nvSpPr>
        <p:spPr/>
        <p:txBody>
          <a:bodyPr/>
          <a:lstStyle/>
          <a:p>
            <a:pPr marL="0" indent="0">
              <a:buNone/>
            </a:pPr>
            <a:r>
              <a:rPr lang="en-US" dirty="0"/>
              <a:t>How can you tell whether a greedy algorithm will solve a particular optimization problem?</a:t>
            </a:r>
          </a:p>
          <a:p>
            <a:pPr marL="0" indent="0">
              <a:buNone/>
            </a:pPr>
            <a:r>
              <a:rPr lang="en-US" b="1" dirty="0"/>
              <a:t>No way works all the time, </a:t>
            </a:r>
            <a:r>
              <a:rPr lang="en-US" dirty="0"/>
              <a:t>but</a:t>
            </a:r>
          </a:p>
          <a:p>
            <a:pPr marL="514350" indent="-514350">
              <a:buFont typeface="+mj-lt"/>
              <a:buAutoNum type="arabicPeriod"/>
            </a:pPr>
            <a:r>
              <a:rPr lang="en-US" dirty="0"/>
              <a:t>greedy-</a:t>
            </a:r>
            <a:r>
              <a:rPr lang="en-US" dirty="0" err="1"/>
              <a:t>choise</a:t>
            </a:r>
            <a:r>
              <a:rPr lang="en-US" dirty="0"/>
              <a:t> property and</a:t>
            </a:r>
          </a:p>
          <a:p>
            <a:pPr marL="514350" indent="-514350">
              <a:buFont typeface="+mj-lt"/>
              <a:buAutoNum type="arabicPeriod"/>
            </a:pPr>
            <a:r>
              <a:rPr lang="en-US" dirty="0"/>
              <a:t>optimal substructure </a:t>
            </a:r>
          </a:p>
          <a:p>
            <a:pPr marL="0" indent="0">
              <a:buNone/>
            </a:pPr>
            <a:r>
              <a:rPr lang="en-US" dirty="0"/>
              <a:t>are two key ingredients.</a:t>
            </a:r>
          </a:p>
        </p:txBody>
      </p:sp>
    </p:spTree>
    <p:extLst>
      <p:ext uri="{BB962C8B-B14F-4D97-AF65-F5344CB8AC3E}">
        <p14:creationId xmlns:p14="http://schemas.microsoft.com/office/powerpoint/2010/main" val="343518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F2F8-191F-B4E9-E229-F8FCCCAB7E39}"/>
              </a:ext>
            </a:extLst>
          </p:cNvPr>
          <p:cNvSpPr>
            <a:spLocks noGrp="1"/>
          </p:cNvSpPr>
          <p:nvPr>
            <p:ph type="title"/>
          </p:nvPr>
        </p:nvSpPr>
        <p:spPr/>
        <p:txBody>
          <a:bodyPr/>
          <a:lstStyle/>
          <a:p>
            <a:r>
              <a:rPr lang="en-US" dirty="0"/>
              <a:t>Greedy Approach  vs Dynamic Programming</a:t>
            </a:r>
          </a:p>
        </p:txBody>
      </p:sp>
      <p:graphicFrame>
        <p:nvGraphicFramePr>
          <p:cNvPr id="4" name="Content Placeholder 3">
            <a:extLst>
              <a:ext uri="{FF2B5EF4-FFF2-40B4-BE49-F238E27FC236}">
                <a16:creationId xmlns:a16="http://schemas.microsoft.com/office/drawing/2014/main" id="{0A382B09-994B-E291-D57E-337E02957918}"/>
              </a:ext>
            </a:extLst>
          </p:cNvPr>
          <p:cNvGraphicFramePr>
            <a:graphicFrameLocks noGrp="1"/>
          </p:cNvGraphicFramePr>
          <p:nvPr>
            <p:ph idx="1"/>
            <p:extLst>
              <p:ext uri="{D42A27DB-BD31-4B8C-83A1-F6EECF244321}">
                <p14:modId xmlns:p14="http://schemas.microsoft.com/office/powerpoint/2010/main" val="3945926847"/>
              </p:ext>
            </p:extLst>
          </p:nvPr>
        </p:nvGraphicFramePr>
        <p:xfrm>
          <a:off x="838200" y="1825625"/>
          <a:ext cx="10515600" cy="4145415"/>
        </p:xfrm>
        <a:graphic>
          <a:graphicData uri="http://schemas.openxmlformats.org/drawingml/2006/table">
            <a:tbl>
              <a:tblPr firstRow="1" bandRow="1">
                <a:tableStyleId>{5C22544A-7EE6-4342-B048-85BDC9FD1C3A}</a:tableStyleId>
              </a:tblPr>
              <a:tblGrid>
                <a:gridCol w="2517475">
                  <a:extLst>
                    <a:ext uri="{9D8B030D-6E8A-4147-A177-3AD203B41FA5}">
                      <a16:colId xmlns:a16="http://schemas.microsoft.com/office/drawing/2014/main" val="1076422331"/>
                    </a:ext>
                  </a:extLst>
                </a:gridCol>
                <a:gridCol w="3847382">
                  <a:extLst>
                    <a:ext uri="{9D8B030D-6E8A-4147-A177-3AD203B41FA5}">
                      <a16:colId xmlns:a16="http://schemas.microsoft.com/office/drawing/2014/main" val="559784695"/>
                    </a:ext>
                  </a:extLst>
                </a:gridCol>
                <a:gridCol w="4150743">
                  <a:extLst>
                    <a:ext uri="{9D8B030D-6E8A-4147-A177-3AD203B41FA5}">
                      <a16:colId xmlns:a16="http://schemas.microsoft.com/office/drawing/2014/main" val="317555753"/>
                    </a:ext>
                  </a:extLst>
                </a:gridCol>
              </a:tblGrid>
              <a:tr h="534973">
                <a:tc>
                  <a:txBody>
                    <a:bodyPr/>
                    <a:lstStyle/>
                    <a:p>
                      <a:r>
                        <a:rPr lang="en-US" dirty="0">
                          <a:latin typeface="+mn-lt"/>
                        </a:rPr>
                        <a:t>Feature</a:t>
                      </a:r>
                    </a:p>
                  </a:txBody>
                  <a:tcPr/>
                </a:tc>
                <a:tc>
                  <a:txBody>
                    <a:bodyPr/>
                    <a:lstStyle/>
                    <a:p>
                      <a:r>
                        <a:rPr lang="en-US" dirty="0">
                          <a:latin typeface="+mn-lt"/>
                        </a:rPr>
                        <a:t>Greedy Approach</a:t>
                      </a:r>
                    </a:p>
                  </a:txBody>
                  <a:tcPr/>
                </a:tc>
                <a:tc>
                  <a:txBody>
                    <a:bodyPr/>
                    <a:lstStyle/>
                    <a:p>
                      <a:r>
                        <a:rPr lang="en-US" dirty="0">
                          <a:latin typeface="+mn-lt"/>
                        </a:rPr>
                        <a:t>Dynamic Programming</a:t>
                      </a:r>
                    </a:p>
                  </a:txBody>
                  <a:tcPr/>
                </a:tc>
                <a:extLst>
                  <a:ext uri="{0D108BD9-81ED-4DB2-BD59-A6C34878D82A}">
                    <a16:rowId xmlns:a16="http://schemas.microsoft.com/office/drawing/2014/main" val="2349553616"/>
                  </a:ext>
                </a:extLst>
              </a:tr>
              <a:tr h="859779">
                <a:tc>
                  <a:txBody>
                    <a:bodyPr/>
                    <a:lstStyle/>
                    <a:p>
                      <a:pPr algn="ctr" fontAlgn="base">
                        <a:buNone/>
                      </a:pPr>
                      <a:r>
                        <a:rPr lang="en-US" b="1" dirty="0">
                          <a:effectLst/>
                          <a:latin typeface="+mn-lt"/>
                        </a:rPr>
                        <a:t>Optimality</a:t>
                      </a:r>
                    </a:p>
                  </a:txBody>
                  <a:tcPr marL="38100" marR="38100" marT="93164" marB="93164" anchor="ctr"/>
                </a:tc>
                <a:tc>
                  <a:txBody>
                    <a:bodyPr/>
                    <a:lstStyle/>
                    <a:p>
                      <a:pPr algn="ctr" fontAlgn="ctr">
                        <a:buNone/>
                      </a:pPr>
                      <a:r>
                        <a:rPr lang="en-US" sz="1600" b="0" dirty="0">
                          <a:effectLst/>
                          <a:latin typeface="+mn-lt"/>
                        </a:rPr>
                        <a:t>May not always provide an optimal solution.</a:t>
                      </a:r>
                    </a:p>
                  </a:txBody>
                  <a:tcPr marL="95250" marR="95250" marT="133350" marB="133350" anchor="ctr"/>
                </a:tc>
                <a:tc>
                  <a:txBody>
                    <a:bodyPr/>
                    <a:lstStyle/>
                    <a:p>
                      <a:pPr algn="ctr" fontAlgn="ctr">
                        <a:buNone/>
                      </a:pPr>
                      <a:r>
                        <a:rPr lang="en-US" sz="1600" b="0">
                          <a:effectLst/>
                          <a:latin typeface="+mn-lt"/>
                        </a:rPr>
                        <a:t>Guarantees an optimal solution if the problem exhibits the principle of optimality.</a:t>
                      </a:r>
                    </a:p>
                  </a:txBody>
                  <a:tcPr marL="95250" marR="95250" marT="133350" marB="133350" anchor="ctr"/>
                </a:tc>
                <a:extLst>
                  <a:ext uri="{0D108BD9-81ED-4DB2-BD59-A6C34878D82A}">
                    <a16:rowId xmlns:a16="http://schemas.microsoft.com/office/drawing/2014/main" val="1526737079"/>
                  </a:ext>
                </a:extLst>
              </a:tr>
              <a:tr h="541342">
                <a:tc>
                  <a:txBody>
                    <a:bodyPr/>
                    <a:lstStyle/>
                    <a:p>
                      <a:pPr algn="ctr" fontAlgn="base">
                        <a:buNone/>
                      </a:pPr>
                      <a:r>
                        <a:rPr lang="en-US" b="1">
                          <a:effectLst/>
                          <a:latin typeface="+mn-lt"/>
                        </a:rPr>
                        <a:t>Subproblem Reuse</a:t>
                      </a:r>
                    </a:p>
                  </a:txBody>
                  <a:tcPr marL="38100" marR="38100" marT="93164" marB="93164" anchor="ctr"/>
                </a:tc>
                <a:tc>
                  <a:txBody>
                    <a:bodyPr/>
                    <a:lstStyle/>
                    <a:p>
                      <a:pPr algn="ctr" fontAlgn="ctr">
                        <a:buNone/>
                      </a:pPr>
                      <a:r>
                        <a:rPr lang="en-US" sz="1600" b="0" dirty="0">
                          <a:effectLst/>
                          <a:latin typeface="+mn-lt"/>
                        </a:rPr>
                        <a:t>Does not reuse solutions to subproblems.</a:t>
                      </a:r>
                    </a:p>
                  </a:txBody>
                  <a:tcPr marL="95250" marR="95250" marT="133350" marB="133350" anchor="ctr"/>
                </a:tc>
                <a:tc>
                  <a:txBody>
                    <a:bodyPr/>
                    <a:lstStyle/>
                    <a:p>
                      <a:pPr algn="ctr" fontAlgn="ctr">
                        <a:buNone/>
                      </a:pPr>
                      <a:r>
                        <a:rPr lang="en-US" sz="1600" b="0">
                          <a:effectLst/>
                          <a:latin typeface="+mn-lt"/>
                        </a:rPr>
                        <a:t>Reuses solutions to overlapping subproblems.</a:t>
                      </a:r>
                    </a:p>
                  </a:txBody>
                  <a:tcPr marL="95250" marR="95250" marT="133350" marB="133350" anchor="ctr"/>
                </a:tc>
                <a:extLst>
                  <a:ext uri="{0D108BD9-81ED-4DB2-BD59-A6C34878D82A}">
                    <a16:rowId xmlns:a16="http://schemas.microsoft.com/office/drawing/2014/main" val="3652062231"/>
                  </a:ext>
                </a:extLst>
              </a:tr>
              <a:tr h="700561">
                <a:tc>
                  <a:txBody>
                    <a:bodyPr/>
                    <a:lstStyle/>
                    <a:p>
                      <a:pPr algn="ctr" fontAlgn="base">
                        <a:buNone/>
                      </a:pPr>
                      <a:r>
                        <a:rPr lang="en-US" b="1">
                          <a:effectLst/>
                          <a:latin typeface="+mn-lt"/>
                        </a:rPr>
                        <a:t>Backtracking</a:t>
                      </a:r>
                    </a:p>
                  </a:txBody>
                  <a:tcPr marL="38100" marR="38100" marT="93164" marB="93164" anchor="ctr"/>
                </a:tc>
                <a:tc>
                  <a:txBody>
                    <a:bodyPr/>
                    <a:lstStyle/>
                    <a:p>
                      <a:pPr algn="ctr" fontAlgn="ctr">
                        <a:buNone/>
                      </a:pPr>
                      <a:r>
                        <a:rPr lang="en-US" sz="1600" b="0" dirty="0">
                          <a:effectLst/>
                          <a:latin typeface="+mn-lt"/>
                        </a:rPr>
                        <a:t>Does not involve backtracking.</a:t>
                      </a:r>
                    </a:p>
                  </a:txBody>
                  <a:tcPr marL="95250" marR="95250" marT="133350" marB="133350" anchor="ctr"/>
                </a:tc>
                <a:tc>
                  <a:txBody>
                    <a:bodyPr/>
                    <a:lstStyle/>
                    <a:p>
                      <a:pPr algn="ctr" fontAlgn="ctr">
                        <a:buNone/>
                      </a:pPr>
                      <a:r>
                        <a:rPr lang="en-US" sz="1600" b="0" dirty="0">
                          <a:effectLst/>
                          <a:latin typeface="+mn-lt"/>
                        </a:rPr>
                        <a:t>Involves backtracking.</a:t>
                      </a:r>
                    </a:p>
                  </a:txBody>
                  <a:tcPr marL="95250" marR="95250" marT="133350" marB="133350" anchor="ctr"/>
                </a:tc>
                <a:extLst>
                  <a:ext uri="{0D108BD9-81ED-4DB2-BD59-A6C34878D82A}">
                    <a16:rowId xmlns:a16="http://schemas.microsoft.com/office/drawing/2014/main" val="183935904"/>
                  </a:ext>
                </a:extLst>
              </a:tr>
              <a:tr h="541342">
                <a:tc>
                  <a:txBody>
                    <a:bodyPr/>
                    <a:lstStyle/>
                    <a:p>
                      <a:pPr algn="ctr" fontAlgn="base">
                        <a:buNone/>
                      </a:pPr>
                      <a:r>
                        <a:rPr lang="en-US" b="1">
                          <a:effectLst/>
                          <a:latin typeface="+mn-lt"/>
                        </a:rPr>
                        <a:t>Complexity</a:t>
                      </a:r>
                    </a:p>
                  </a:txBody>
                  <a:tcPr marL="38100" marR="38100" marT="93164" marB="93164" anchor="ctr"/>
                </a:tc>
                <a:tc>
                  <a:txBody>
                    <a:bodyPr/>
                    <a:lstStyle/>
                    <a:p>
                      <a:pPr algn="ctr" fontAlgn="ctr">
                        <a:buNone/>
                      </a:pPr>
                      <a:r>
                        <a:rPr lang="en-US" sz="1600" b="0" dirty="0">
                          <a:effectLst/>
                          <a:latin typeface="+mn-lt"/>
                        </a:rPr>
                        <a:t>Typically, simpler and faster to implement.</a:t>
                      </a:r>
                    </a:p>
                  </a:txBody>
                  <a:tcPr marL="95250" marR="95250" marT="133350" marB="133350" anchor="ctr"/>
                </a:tc>
                <a:tc>
                  <a:txBody>
                    <a:bodyPr/>
                    <a:lstStyle/>
                    <a:p>
                      <a:pPr algn="ctr" fontAlgn="ctr">
                        <a:buNone/>
                      </a:pPr>
                      <a:r>
                        <a:rPr lang="en-US" sz="1600" b="0" dirty="0">
                          <a:effectLst/>
                          <a:latin typeface="+mn-lt"/>
                        </a:rPr>
                        <a:t>May be more complex and slower to implement.</a:t>
                      </a:r>
                    </a:p>
                  </a:txBody>
                  <a:tcPr marL="95250" marR="95250" marT="133350" marB="133350" anchor="ctr"/>
                </a:tc>
                <a:extLst>
                  <a:ext uri="{0D108BD9-81ED-4DB2-BD59-A6C34878D82A}">
                    <a16:rowId xmlns:a16="http://schemas.microsoft.com/office/drawing/2014/main" val="2698308373"/>
                  </a:ext>
                </a:extLst>
              </a:tr>
              <a:tr h="700561">
                <a:tc>
                  <a:txBody>
                    <a:bodyPr/>
                    <a:lstStyle/>
                    <a:p>
                      <a:pPr algn="ctr" fontAlgn="base">
                        <a:buNone/>
                      </a:pPr>
                      <a:r>
                        <a:rPr lang="en-US" b="1">
                          <a:effectLst/>
                          <a:latin typeface="+mn-lt"/>
                        </a:rPr>
                        <a:t>Application</a:t>
                      </a:r>
                    </a:p>
                  </a:txBody>
                  <a:tcPr marL="38100" marR="38100" marT="93164" marB="93164" anchor="ctr"/>
                </a:tc>
                <a:tc>
                  <a:txBody>
                    <a:bodyPr/>
                    <a:lstStyle/>
                    <a:p>
                      <a:pPr algn="ctr" fontAlgn="ctr">
                        <a:buNone/>
                      </a:pPr>
                      <a:r>
                        <a:rPr lang="en-US" sz="1600" b="0" dirty="0">
                          <a:effectLst/>
                          <a:latin typeface="+mn-lt"/>
                        </a:rPr>
                        <a:t>Suitable for problems where local optimization leads to global optimization.</a:t>
                      </a:r>
                    </a:p>
                  </a:txBody>
                  <a:tcPr marL="95250" marR="95250" marT="133350" marB="133350" anchor="ctr"/>
                </a:tc>
                <a:tc>
                  <a:txBody>
                    <a:bodyPr/>
                    <a:lstStyle/>
                    <a:p>
                      <a:pPr algn="ctr" fontAlgn="ctr">
                        <a:buNone/>
                      </a:pPr>
                      <a:r>
                        <a:rPr lang="en-US" sz="1600" b="0" dirty="0">
                          <a:effectLst/>
                          <a:latin typeface="+mn-lt"/>
                        </a:rPr>
                        <a:t>Suitable for problems with overlapping subproblems and optimal substructure.</a:t>
                      </a:r>
                    </a:p>
                  </a:txBody>
                  <a:tcPr marL="95250" marR="95250" marT="133350" marB="133350" anchor="ctr"/>
                </a:tc>
                <a:extLst>
                  <a:ext uri="{0D108BD9-81ED-4DB2-BD59-A6C34878D82A}">
                    <a16:rowId xmlns:a16="http://schemas.microsoft.com/office/drawing/2014/main" val="2808045221"/>
                  </a:ext>
                </a:extLst>
              </a:tr>
            </a:tbl>
          </a:graphicData>
        </a:graphic>
      </p:graphicFrame>
    </p:spTree>
    <p:extLst>
      <p:ext uri="{BB962C8B-B14F-4D97-AF65-F5344CB8AC3E}">
        <p14:creationId xmlns:p14="http://schemas.microsoft.com/office/powerpoint/2010/main" val="2321048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2564-96C6-CEB3-13E3-1601070A6716}"/>
              </a:ext>
            </a:extLst>
          </p:cNvPr>
          <p:cNvSpPr>
            <a:spLocks noGrp="1"/>
          </p:cNvSpPr>
          <p:nvPr>
            <p:ph type="title"/>
          </p:nvPr>
        </p:nvSpPr>
        <p:spPr/>
        <p:txBody>
          <a:bodyPr/>
          <a:lstStyle/>
          <a:p>
            <a:r>
              <a:rPr lang="en-US" dirty="0"/>
              <a:t>Huffman Coding</a:t>
            </a:r>
          </a:p>
        </p:txBody>
      </p:sp>
      <p:pic>
        <p:nvPicPr>
          <p:cNvPr id="1026" name="Picture 2">
            <a:extLst>
              <a:ext uri="{FF2B5EF4-FFF2-40B4-BE49-F238E27FC236}">
                <a16:creationId xmlns:a16="http://schemas.microsoft.com/office/drawing/2014/main" id="{CFC1A762-6278-AEDC-47B8-43D8EFB64D8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848920" y="1825625"/>
            <a:ext cx="3160159" cy="43513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Greedy Algorithm Behind Huffman Coding: How Compression Meets Complexity | by Tambesiddhesh | Medium">
            <a:extLst>
              <a:ext uri="{FF2B5EF4-FFF2-40B4-BE49-F238E27FC236}">
                <a16:creationId xmlns:a16="http://schemas.microsoft.com/office/drawing/2014/main" id="{205512A3-C507-B8B4-8D9F-E7BBA0CCC18A}"/>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599177" y="1825625"/>
            <a:ext cx="432764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015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F24DD-EB83-66E5-1480-642E6ED42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29702-8A17-5E96-12D7-F488FC1E23C0}"/>
              </a:ext>
            </a:extLst>
          </p:cNvPr>
          <p:cNvSpPr>
            <a:spLocks noGrp="1"/>
          </p:cNvSpPr>
          <p:nvPr>
            <p:ph type="title"/>
          </p:nvPr>
        </p:nvSpPr>
        <p:spPr/>
        <p:txBody>
          <a:bodyPr/>
          <a:lstStyle/>
          <a:p>
            <a:r>
              <a:rPr lang="en-US" dirty="0"/>
              <a:t>Huffman Coding (2)</a:t>
            </a:r>
          </a:p>
        </p:txBody>
      </p:sp>
      <p:sp>
        <p:nvSpPr>
          <p:cNvPr id="3" name="Content Placeholder 2">
            <a:extLst>
              <a:ext uri="{FF2B5EF4-FFF2-40B4-BE49-F238E27FC236}">
                <a16:creationId xmlns:a16="http://schemas.microsoft.com/office/drawing/2014/main" id="{6247C76D-BC0E-10D1-7398-7A965DE71A7D}"/>
              </a:ext>
            </a:extLst>
          </p:cNvPr>
          <p:cNvSpPr>
            <a:spLocks noGrp="1"/>
          </p:cNvSpPr>
          <p:nvPr>
            <p:ph sz="half" idx="1"/>
          </p:nvPr>
        </p:nvSpPr>
        <p:spPr>
          <a:xfrm>
            <a:off x="838200" y="1825625"/>
            <a:ext cx="10515600" cy="2539341"/>
          </a:xfrm>
        </p:spPr>
        <p:txBody>
          <a:bodyPr>
            <a:normAutofit lnSpcReduction="10000"/>
          </a:bodyPr>
          <a:lstStyle/>
          <a:p>
            <a:pPr algn="just"/>
            <a:r>
              <a:rPr lang="en-US" dirty="0"/>
              <a:t>The data arrive as a sequence of characters.</a:t>
            </a:r>
          </a:p>
          <a:p>
            <a:pPr algn="just"/>
            <a:r>
              <a:rPr lang="en-US" dirty="0"/>
              <a:t>Huffman’s greedy algorithm uses a table giving how often each character occurs (its frequency) to build up an optimal way of representing each character as a binary string.</a:t>
            </a:r>
          </a:p>
          <a:p>
            <a:pPr algn="just"/>
            <a:r>
              <a:rPr lang="en-US" dirty="0"/>
              <a:t>Suppose that you have a 100,000-character data file. Need to store them compactly. Only 6 characters in the file occur.</a:t>
            </a:r>
          </a:p>
        </p:txBody>
      </p:sp>
      <p:pic>
        <p:nvPicPr>
          <p:cNvPr id="9" name="Content Placeholder 8">
            <a:extLst>
              <a:ext uri="{FF2B5EF4-FFF2-40B4-BE49-F238E27FC236}">
                <a16:creationId xmlns:a16="http://schemas.microsoft.com/office/drawing/2014/main" id="{50B658BC-C75D-A0CA-9B7C-1F2C86283A9A}"/>
              </a:ext>
            </a:extLst>
          </p:cNvPr>
          <p:cNvPicPr>
            <a:picLocks noGrp="1" noChangeAspect="1"/>
          </p:cNvPicPr>
          <p:nvPr>
            <p:ph sz="half" idx="2"/>
          </p:nvPr>
        </p:nvPicPr>
        <p:blipFill>
          <a:blip r:embed="rId3"/>
          <a:stretch>
            <a:fillRect/>
          </a:stretch>
        </p:blipFill>
        <p:spPr>
          <a:xfrm>
            <a:off x="919296" y="4364966"/>
            <a:ext cx="10434504" cy="1983418"/>
          </a:xfrm>
          <a:prstGeom prst="rect">
            <a:avLst/>
          </a:prstGeom>
        </p:spPr>
      </p:pic>
    </p:spTree>
    <p:extLst>
      <p:ext uri="{BB962C8B-B14F-4D97-AF65-F5344CB8AC3E}">
        <p14:creationId xmlns:p14="http://schemas.microsoft.com/office/powerpoint/2010/main" val="259874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E2085-2B0D-FCD0-7755-C1A0B1337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2BED7-A950-F603-B3D9-E3FE5A7F488A}"/>
              </a:ext>
            </a:extLst>
          </p:cNvPr>
          <p:cNvSpPr>
            <a:spLocks noGrp="1"/>
          </p:cNvSpPr>
          <p:nvPr>
            <p:ph type="title"/>
          </p:nvPr>
        </p:nvSpPr>
        <p:spPr/>
        <p:txBody>
          <a:bodyPr/>
          <a:lstStyle/>
          <a:p>
            <a:r>
              <a:rPr lang="en-US" dirty="0"/>
              <a:t>Huffman Coding (3)</a:t>
            </a:r>
          </a:p>
        </p:txBody>
      </p:sp>
      <p:sp>
        <p:nvSpPr>
          <p:cNvPr id="3" name="Content Placeholder 2">
            <a:extLst>
              <a:ext uri="{FF2B5EF4-FFF2-40B4-BE49-F238E27FC236}">
                <a16:creationId xmlns:a16="http://schemas.microsoft.com/office/drawing/2014/main" id="{AA29AF17-19D4-9F92-460D-B1F6398953B0}"/>
              </a:ext>
            </a:extLst>
          </p:cNvPr>
          <p:cNvSpPr>
            <a:spLocks noGrp="1"/>
          </p:cNvSpPr>
          <p:nvPr>
            <p:ph sz="half" idx="1"/>
          </p:nvPr>
        </p:nvSpPr>
        <p:spPr>
          <a:xfrm>
            <a:off x="838200" y="1825625"/>
            <a:ext cx="10515600" cy="2539341"/>
          </a:xfrm>
        </p:spPr>
        <p:txBody>
          <a:bodyPr>
            <a:normAutofit/>
          </a:bodyPr>
          <a:lstStyle/>
          <a:p>
            <a:r>
              <a:rPr lang="en-US" dirty="0"/>
              <a:t>No codeword is also a prefix of some other codeword.</a:t>
            </a:r>
          </a:p>
          <a:p>
            <a:r>
              <a:rPr lang="en-US" dirty="0"/>
              <a:t>“face” = 1100∙0∙100∙1101                    = 110001001101</a:t>
            </a:r>
          </a:p>
          <a:p>
            <a:r>
              <a:rPr lang="en-US" dirty="0"/>
              <a:t>“bed” = 101∙1101∙111                          = 1011101111</a:t>
            </a:r>
          </a:p>
          <a:p>
            <a:r>
              <a:rPr lang="en-US" dirty="0"/>
              <a:t>“decaf” = 111∙1101∙100∙0∙1100          = 111110110001100</a:t>
            </a:r>
          </a:p>
        </p:txBody>
      </p:sp>
      <p:pic>
        <p:nvPicPr>
          <p:cNvPr id="9" name="Content Placeholder 8">
            <a:extLst>
              <a:ext uri="{FF2B5EF4-FFF2-40B4-BE49-F238E27FC236}">
                <a16:creationId xmlns:a16="http://schemas.microsoft.com/office/drawing/2014/main" id="{F57A8EEA-582B-9028-2C0A-C8260D4584C7}"/>
              </a:ext>
            </a:extLst>
          </p:cNvPr>
          <p:cNvPicPr>
            <a:picLocks noGrp="1" noChangeAspect="1"/>
          </p:cNvPicPr>
          <p:nvPr>
            <p:ph sz="half" idx="2"/>
          </p:nvPr>
        </p:nvPicPr>
        <p:blipFill>
          <a:blip r:embed="rId3"/>
          <a:stretch>
            <a:fillRect/>
          </a:stretch>
        </p:blipFill>
        <p:spPr>
          <a:xfrm>
            <a:off x="919296" y="4364966"/>
            <a:ext cx="10434504" cy="1983418"/>
          </a:xfrm>
          <a:prstGeom prst="rect">
            <a:avLst/>
          </a:prstGeom>
        </p:spPr>
      </p:pic>
    </p:spTree>
    <p:extLst>
      <p:ext uri="{BB962C8B-B14F-4D97-AF65-F5344CB8AC3E}">
        <p14:creationId xmlns:p14="http://schemas.microsoft.com/office/powerpoint/2010/main" val="3226224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A5C87-DB7F-0B67-CCDD-A631D0451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25841-F4CB-4FB3-ED5E-B68C702C5DE4}"/>
              </a:ext>
            </a:extLst>
          </p:cNvPr>
          <p:cNvSpPr>
            <a:spLocks noGrp="1"/>
          </p:cNvSpPr>
          <p:nvPr>
            <p:ph type="title"/>
          </p:nvPr>
        </p:nvSpPr>
        <p:spPr/>
        <p:txBody>
          <a:bodyPr/>
          <a:lstStyle/>
          <a:p>
            <a:r>
              <a:rPr lang="en-US" dirty="0"/>
              <a:t>Huffman Coding: Decoding</a:t>
            </a:r>
          </a:p>
        </p:txBody>
      </p:sp>
      <p:pic>
        <p:nvPicPr>
          <p:cNvPr id="9" name="Content Placeholder 8">
            <a:extLst>
              <a:ext uri="{FF2B5EF4-FFF2-40B4-BE49-F238E27FC236}">
                <a16:creationId xmlns:a16="http://schemas.microsoft.com/office/drawing/2014/main" id="{D71D11E8-7F9C-05BC-D403-C4A57A1BEB82}"/>
              </a:ext>
            </a:extLst>
          </p:cNvPr>
          <p:cNvPicPr>
            <a:picLocks noGrp="1" noChangeAspect="1"/>
          </p:cNvPicPr>
          <p:nvPr>
            <p:ph sz="half" idx="2"/>
          </p:nvPr>
        </p:nvPicPr>
        <p:blipFill>
          <a:blip r:embed="rId3"/>
          <a:stretch>
            <a:fillRect/>
          </a:stretch>
        </p:blipFill>
        <p:spPr>
          <a:xfrm>
            <a:off x="919296" y="4364966"/>
            <a:ext cx="10434504" cy="1983418"/>
          </a:xfrm>
          <a:prstGeom prst="rect">
            <a:avLst/>
          </a:prstGeom>
        </p:spPr>
      </p:pic>
      <p:pic>
        <p:nvPicPr>
          <p:cNvPr id="7" name="Content Placeholder 6">
            <a:extLst>
              <a:ext uri="{FF2B5EF4-FFF2-40B4-BE49-F238E27FC236}">
                <a16:creationId xmlns:a16="http://schemas.microsoft.com/office/drawing/2014/main" id="{A646229B-0D55-2633-872B-06D38D7D598D}"/>
              </a:ext>
            </a:extLst>
          </p:cNvPr>
          <p:cNvPicPr>
            <a:picLocks noGrp="1" noChangeAspect="1"/>
          </p:cNvPicPr>
          <p:nvPr>
            <p:ph sz="half" idx="1"/>
          </p:nvPr>
        </p:nvPicPr>
        <p:blipFill>
          <a:blip r:embed="rId4"/>
          <a:stretch>
            <a:fillRect/>
          </a:stretch>
        </p:blipFill>
        <p:spPr>
          <a:xfrm>
            <a:off x="2275217" y="1554173"/>
            <a:ext cx="7641566" cy="2947308"/>
          </a:xfrm>
          <a:prstGeom prst="rect">
            <a:avLst/>
          </a:prstGeom>
        </p:spPr>
      </p:pic>
    </p:spTree>
    <p:extLst>
      <p:ext uri="{BB962C8B-B14F-4D97-AF65-F5344CB8AC3E}">
        <p14:creationId xmlns:p14="http://schemas.microsoft.com/office/powerpoint/2010/main" val="435324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F19AF-6832-758F-333B-D77C4A17F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A441E-A1E0-6A61-0DBD-9CCF034BBD81}"/>
              </a:ext>
            </a:extLst>
          </p:cNvPr>
          <p:cNvSpPr>
            <a:spLocks noGrp="1"/>
          </p:cNvSpPr>
          <p:nvPr>
            <p:ph type="title"/>
          </p:nvPr>
        </p:nvSpPr>
        <p:spPr/>
        <p:txBody>
          <a:bodyPr/>
          <a:lstStyle/>
          <a:p>
            <a:r>
              <a:rPr lang="en-US" dirty="0"/>
              <a:t>Huffman Coding: Cost</a:t>
            </a:r>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814BF544-75F7-FAB0-60E2-2F5EDFBEB73F}"/>
                  </a:ext>
                </a:extLst>
              </p:cNvPr>
              <p:cNvSpPr>
                <a:spLocks noGrp="1"/>
              </p:cNvSpPr>
              <p:nvPr>
                <p:ph idx="1"/>
              </p:nvPr>
            </p:nvSpPr>
            <p:spPr/>
            <p:txBody>
              <a:bodyPr>
                <a:normAutofit lnSpcReduction="10000"/>
              </a:bodyPr>
              <a:lstStyle/>
              <a:p>
                <a:r>
                  <a:rPr lang="en-US" dirty="0"/>
                  <a:t>Full binary tree represents an optimal code.</a:t>
                </a:r>
              </a:p>
              <a:p>
                <a:r>
                  <a:rPr lang="en-US" dirty="0"/>
                  <a:t>Let </a:t>
                </a:r>
                <a14:m>
                  <m:oMath xmlns:m="http://schemas.openxmlformats.org/officeDocument/2006/math">
                    <m:r>
                      <m:rPr>
                        <m:sty m:val="p"/>
                      </m:rPr>
                      <a:rPr lang="en-US" b="0" i="0" smtClean="0">
                        <a:latin typeface="Cambria Math" panose="02040503050406030204" pitchFamily="18" charset="0"/>
                      </a:rPr>
                      <m:t>C</m:t>
                    </m:r>
                  </m:oMath>
                </a14:m>
                <a:r>
                  <a:rPr lang="en-US" dirty="0"/>
                  <a:t> be the alphabet:</a:t>
                </a:r>
                <a:br>
                  <a:rPr lang="en-US" dirty="0"/>
                </a:br>
                <a:r>
                  <a:rPr lang="en-US" dirty="0"/>
                  <a:t>   then optimal tree for prefix-free code has exactly</a:t>
                </a:r>
              </a:p>
              <a:p>
                <a:pPr lvl="1"/>
                <a14:m>
                  <m:oMath xmlns:m="http://schemas.openxmlformats.org/officeDocument/2006/math">
                    <m:d>
                      <m:dPr>
                        <m:begChr m:val="|"/>
                        <m:endChr m:val="|"/>
                        <m:ctrlPr>
                          <a:rPr lang="en-US" i="1" smtClean="0">
                            <a:latin typeface="Cambria Math" panose="02040503050406030204" pitchFamily="18" charset="0"/>
                          </a:rPr>
                        </m:ctrlPr>
                      </m:dPr>
                      <m:e>
                        <m:r>
                          <m:rPr>
                            <m:sty m:val="p"/>
                          </m:rPr>
                          <a:rPr lang="en-US" b="0" i="1" smtClean="0">
                            <a:latin typeface="Cambria Math" panose="02040503050406030204" pitchFamily="18" charset="0"/>
                          </a:rPr>
                          <m:t>C</m:t>
                        </m:r>
                      </m:e>
                    </m:d>
                  </m:oMath>
                </a14:m>
                <a:r>
                  <a:rPr lang="en-US" dirty="0"/>
                  <a:t> leaves and</a:t>
                </a:r>
              </a:p>
              <a:p>
                <a:pPr lvl="1"/>
                <a14:m>
                  <m:oMath xmlns:m="http://schemas.openxmlformats.org/officeDocument/2006/math">
                    <m:d>
                      <m:dPr>
                        <m:begChr m:val="|"/>
                        <m:endChr m:val="|"/>
                        <m:ctrlPr>
                          <a:rPr lang="en-US" i="1">
                            <a:latin typeface="Cambria Math" panose="02040503050406030204" pitchFamily="18" charset="0"/>
                          </a:rPr>
                        </m:ctrlPr>
                      </m:dPr>
                      <m:e>
                        <m:r>
                          <m:rPr>
                            <m:sty m:val="p"/>
                          </m:rPr>
                          <a:rPr lang="en-US" i="1">
                            <a:latin typeface="Cambria Math" panose="02040503050406030204" pitchFamily="18" charset="0"/>
                          </a:rPr>
                          <m:t>C</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1</m:t>
                    </m:r>
                  </m:oMath>
                </a14:m>
                <a:r>
                  <a:rPr lang="en-US" dirty="0"/>
                  <a:t> internal nodes.</a:t>
                </a:r>
              </a:p>
              <a:p>
                <a:r>
                  <a:rPr lang="en-US" dirty="0"/>
                  <a:t>Let </a:t>
                </a:r>
                <a14:m>
                  <m:oMath xmlns:m="http://schemas.openxmlformats.org/officeDocument/2006/math">
                    <m:r>
                      <a:rPr lang="en-US" i="1" dirty="0" smtClean="0">
                        <a:latin typeface="Cambria Math" panose="02040503050406030204" pitchFamily="18" charset="0"/>
                      </a:rPr>
                      <m:t>𝑐</m:t>
                    </m:r>
                    <m:r>
                      <a:rPr lang="en-US" i="1" dirty="0" smtClean="0">
                        <a:latin typeface="Cambria Math" panose="02040503050406030204" pitchFamily="18" charset="0"/>
                      </a:rPr>
                      <m:t>.</m:t>
                    </m:r>
                    <m:r>
                      <a:rPr lang="en-US" i="1" dirty="0" smtClean="0">
                        <a:latin typeface="Cambria Math" panose="02040503050406030204" pitchFamily="18" charset="0"/>
                      </a:rPr>
                      <m:t>𝑓𝑟𝑒𝑞</m:t>
                    </m:r>
                  </m:oMath>
                </a14:m>
                <a:r>
                  <a:rPr lang="en-US" dirty="0"/>
                  <a:t> donate the frequency of symbol </a:t>
                </a:r>
                <a14:m>
                  <m:oMath xmlns:m="http://schemas.openxmlformats.org/officeDocument/2006/math">
                    <m:r>
                      <a:rPr lang="en-US" i="1" dirty="0" smtClean="0">
                        <a:latin typeface="Cambria Math" panose="02040503050406030204" pitchFamily="18" charset="0"/>
                      </a:rPr>
                      <m:t>𝑐</m:t>
                    </m:r>
                  </m:oMath>
                </a14:m>
                <a:r>
                  <a:rPr lang="en-US" dirty="0"/>
                  <a:t> in the file.</a:t>
                </a:r>
              </a:p>
              <a:p>
                <a:r>
                  <a:rPr lang="en-US" dirty="0"/>
                  <a:t>Let </a:t>
                </a:r>
                <a14:m>
                  <m:oMath xmlns:m="http://schemas.openxmlformats.org/officeDocument/2006/math">
                    <m:sSub>
                      <m:sSubPr>
                        <m:ctrlPr>
                          <a:rPr lang="en-US" i="1" dirty="0" smtClean="0">
                            <a:latin typeface="Cambria Math" panose="02040503050406030204" pitchFamily="18" charset="0"/>
                          </a:rPr>
                        </m:ctrlPr>
                      </m:sSubPr>
                      <m:e>
                        <m:r>
                          <m:rPr>
                            <m:sty m:val="p"/>
                          </m:rPr>
                          <a:rPr lang="en-US" b="0" i="1" dirty="0" smtClean="0">
                            <a:latin typeface="Cambria Math" panose="02040503050406030204" pitchFamily="18" charset="0"/>
                          </a:rPr>
                          <m:t>d</m:t>
                        </m:r>
                      </m:e>
                      <m:sub>
                        <m:r>
                          <m:rPr>
                            <m:sty m:val="p"/>
                          </m:rPr>
                          <a:rPr lang="en-US" b="0" i="1" dirty="0" smtClean="0">
                            <a:latin typeface="Cambria Math" panose="02040503050406030204" pitchFamily="18" charset="0"/>
                          </a:rPr>
                          <m:t>T</m:t>
                        </m:r>
                      </m:sub>
                    </m:sSub>
                    <m:r>
                      <a:rPr lang="en-US" i="1" dirty="0" smtClean="0">
                        <a:latin typeface="Cambria Math" panose="02040503050406030204" pitchFamily="18" charset="0"/>
                      </a:rPr>
                      <m:t>(</m:t>
                    </m:r>
                    <m:r>
                      <a:rPr lang="en-US" i="1" dirty="0" smtClean="0">
                        <a:latin typeface="Cambria Math" panose="02040503050406030204" pitchFamily="18" charset="0"/>
                      </a:rPr>
                      <m:t>𝑐</m:t>
                    </m:r>
                    <m:r>
                      <a:rPr lang="en-US" i="1" dirty="0" smtClean="0">
                        <a:latin typeface="Cambria Math" panose="02040503050406030204" pitchFamily="18" charset="0"/>
                      </a:rPr>
                      <m:t>)</m:t>
                    </m:r>
                  </m:oMath>
                </a14:m>
                <a:r>
                  <a:rPr lang="en-US" dirty="0"/>
                  <a:t> donate the depth of </a:t>
                </a:r>
                <a14:m>
                  <m:oMath xmlns:m="http://schemas.openxmlformats.org/officeDocument/2006/math">
                    <m:r>
                      <a:rPr lang="en-US" i="1" dirty="0" smtClean="0">
                        <a:latin typeface="Cambria Math" panose="02040503050406030204" pitchFamily="18" charset="0"/>
                      </a:rPr>
                      <m:t>𝑐</m:t>
                    </m:r>
                  </m:oMath>
                </a14:m>
                <a:r>
                  <a:rPr lang="en-US" dirty="0"/>
                  <a:t>’s leaf in the tree.</a:t>
                </a:r>
              </a:p>
              <a:p>
                <a:r>
                  <a:rPr lang="en-US" dirty="0"/>
                  <a:t>The number of bits </a:t>
                </a:r>
                <a14:m>
                  <m:oMath xmlns:m="http://schemas.openxmlformats.org/officeDocument/2006/math">
                    <m:r>
                      <a:rPr lang="en-US" i="1" dirty="0" smtClean="0">
                        <a:latin typeface="Cambria Math" panose="02040503050406030204" pitchFamily="18" charset="0"/>
                      </a:rPr>
                      <m:t>𝐵</m:t>
                    </m:r>
                    <m:d>
                      <m:dPr>
                        <m:ctrlPr>
                          <a:rPr lang="en-US" i="1" dirty="0" smtClean="0">
                            <a:latin typeface="Cambria Math" panose="02040503050406030204" pitchFamily="18" charset="0"/>
                          </a:rPr>
                        </m:ctrlPr>
                      </m:dPr>
                      <m:e>
                        <m:r>
                          <m:rPr>
                            <m:sty m:val="p"/>
                          </m:rPr>
                          <a:rPr lang="en-US" b="0" i="1" dirty="0" smtClean="0">
                            <a:latin typeface="Cambria Math" panose="02040503050406030204" pitchFamily="18" charset="0"/>
                          </a:rPr>
                          <m:t>T</m:t>
                        </m:r>
                      </m:e>
                    </m:d>
                  </m:oMath>
                </a14:m>
                <a:r>
                  <a:rPr lang="en-US" dirty="0"/>
                  <a:t> needed for coding file:</a:t>
                </a:r>
                <a:br>
                  <a:rPr lang="en-US" dirty="0"/>
                </a:br>
                <a14:m>
                  <m:oMath xmlns:m="http://schemas.openxmlformats.org/officeDocument/2006/math">
                    <m:r>
                      <a:rPr lang="en-US" i="1" dirty="0">
                        <a:latin typeface="Cambria Math" panose="02040503050406030204" pitchFamily="18" charset="0"/>
                      </a:rPr>
                      <m:t>𝐵</m:t>
                    </m:r>
                    <m:d>
                      <m:dPr>
                        <m:ctrlPr>
                          <a:rPr lang="en-US" i="1" dirty="0">
                            <a:latin typeface="Cambria Math" panose="02040503050406030204" pitchFamily="18" charset="0"/>
                          </a:rPr>
                        </m:ctrlPr>
                      </m:dPr>
                      <m:e>
                        <m:r>
                          <m:rPr>
                            <m:sty m:val="p"/>
                          </m:rPr>
                          <a:rPr lang="en-US" i="1" dirty="0">
                            <a:latin typeface="Cambria Math" panose="02040503050406030204" pitchFamily="18" charset="0"/>
                          </a:rPr>
                          <m:t>T</m:t>
                        </m:r>
                      </m:e>
                    </m:d>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m:rPr>
                            <m:sty m:val="p"/>
                            <m:brk m:alnAt="7"/>
                          </m:rPr>
                          <a:rPr lang="en-US" b="0" i="1" dirty="0" smtClean="0">
                            <a:latin typeface="Cambria Math" panose="02040503050406030204" pitchFamily="18" charset="0"/>
                          </a:rPr>
                          <m:t>c</m:t>
                        </m:r>
                        <m:r>
                          <a:rPr lang="en-US" b="0" i="1" dirty="0" smtClean="0">
                            <a:latin typeface="Cambria Math" panose="02040503050406030204" pitchFamily="18" charset="0"/>
                            <a:ea typeface="Cambria Math" panose="02040503050406030204" pitchFamily="18" charset="0"/>
                          </a:rPr>
                          <m:t>∈</m:t>
                        </m:r>
                        <m:r>
                          <m:rPr>
                            <m:sty m:val="p"/>
                          </m:rPr>
                          <a:rPr lang="en-US" b="0" i="1" dirty="0" smtClean="0">
                            <a:latin typeface="Cambria Math" panose="02040503050406030204" pitchFamily="18" charset="0"/>
                            <a:ea typeface="Cambria Math" panose="02040503050406030204" pitchFamily="18" charset="0"/>
                          </a:rPr>
                          <m:t>C</m:t>
                        </m:r>
                      </m:sub>
                      <m:sup/>
                      <m:e>
                        <m:r>
                          <m:rPr>
                            <m:sty m:val="p"/>
                          </m:rPr>
                          <a:rPr lang="en-US" b="0" i="1" dirty="0" smtClean="0">
                            <a:latin typeface="Cambria Math" panose="02040503050406030204" pitchFamily="18" charset="0"/>
                          </a:rPr>
                          <m:t>c</m:t>
                        </m:r>
                        <m:r>
                          <a:rPr lang="en-US" b="0" i="1" dirty="0" smtClean="0">
                            <a:latin typeface="Cambria Math" panose="02040503050406030204" pitchFamily="18" charset="0"/>
                          </a:rPr>
                          <m:t>.</m:t>
                        </m:r>
                        <m:r>
                          <m:rPr>
                            <m:sty m:val="p"/>
                          </m:rPr>
                          <a:rPr lang="en-US" b="0" i="1" dirty="0" smtClean="0">
                            <a:latin typeface="Cambria Math" panose="02040503050406030204" pitchFamily="18" charset="0"/>
                          </a:rPr>
                          <m:t>freq</m:t>
                        </m:r>
                      </m:e>
                    </m:nary>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r>
                          <m:rPr>
                            <m:sty m:val="p"/>
                          </m:rPr>
                          <a:rPr lang="en-US" i="1" dirty="0">
                            <a:latin typeface="Cambria Math" panose="02040503050406030204" pitchFamily="18" charset="0"/>
                          </a:rPr>
                          <m:t>T</m:t>
                        </m:r>
                      </m:sub>
                    </m:sSub>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m:t>
                    </m:r>
                  </m:oMath>
                </a14:m>
                <a:endParaRPr lang="en-US" dirty="0"/>
              </a:p>
            </p:txBody>
          </p:sp>
        </mc:Choice>
        <mc:Fallback>
          <p:sp>
            <p:nvSpPr>
              <p:cNvPr id="8" name="Content Placeholder 7">
                <a:extLst>
                  <a:ext uri="{FF2B5EF4-FFF2-40B4-BE49-F238E27FC236}">
                    <a16:creationId xmlns:a16="http://schemas.microsoft.com/office/drawing/2014/main" id="{814BF544-75F7-FAB0-60E2-2F5EDFBEB73F}"/>
                  </a:ext>
                </a:extLst>
              </p:cNvPr>
              <p:cNvSpPr>
                <a:spLocks noGrp="1" noRot="1" noChangeAspect="1" noMove="1" noResize="1" noEditPoints="1" noAdjustHandles="1" noChangeArrowheads="1" noChangeShapeType="1" noTextEdit="1"/>
              </p:cNvSpPr>
              <p:nvPr>
                <p:ph idx="1"/>
              </p:nvPr>
            </p:nvSpPr>
            <p:spPr>
              <a:blipFill>
                <a:blip r:embed="rId3"/>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1627850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C735B-2A2A-7530-5132-5F0C167912D5}"/>
              </a:ext>
            </a:extLst>
          </p:cNvPr>
          <p:cNvSpPr>
            <a:spLocks noGrp="1"/>
          </p:cNvSpPr>
          <p:nvPr>
            <p:ph type="title"/>
          </p:nvPr>
        </p:nvSpPr>
        <p:spPr/>
        <p:txBody>
          <a:bodyPr/>
          <a:lstStyle/>
          <a:p>
            <a:r>
              <a:rPr lang="en-US" dirty="0"/>
              <a:t>Huffman Coding: Algorithm</a:t>
            </a:r>
          </a:p>
        </p:txBody>
      </p:sp>
      <p:pic>
        <p:nvPicPr>
          <p:cNvPr id="6" name="Content Placeholder 5">
            <a:extLst>
              <a:ext uri="{FF2B5EF4-FFF2-40B4-BE49-F238E27FC236}">
                <a16:creationId xmlns:a16="http://schemas.microsoft.com/office/drawing/2014/main" id="{26A710BA-7DAD-3615-6CB0-3290DC32D031}"/>
              </a:ext>
            </a:extLst>
          </p:cNvPr>
          <p:cNvPicPr>
            <a:picLocks noGrp="1" noChangeAspect="1"/>
          </p:cNvPicPr>
          <p:nvPr>
            <p:ph sz="half" idx="1"/>
          </p:nvPr>
        </p:nvPicPr>
        <p:blipFill>
          <a:blip r:embed="rId2"/>
          <a:stretch>
            <a:fillRect/>
          </a:stretch>
        </p:blipFill>
        <p:spPr>
          <a:xfrm>
            <a:off x="838199" y="1690688"/>
            <a:ext cx="4492925" cy="4801264"/>
          </a:xfrm>
          <a:prstGeom prst="rect">
            <a:avLst/>
          </a:prstGeom>
        </p:spPr>
      </p:pic>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DB631911-4F40-F614-E2F5-EAFC001E6911}"/>
                  </a:ext>
                </a:extLst>
              </p:cNvPr>
              <p:cNvSpPr>
                <a:spLocks noGrp="1"/>
              </p:cNvSpPr>
              <p:nvPr>
                <p:ph sz="half" idx="2"/>
              </p:nvPr>
            </p:nvSpPr>
            <p:spPr/>
            <p:txBody>
              <a:bodyPr/>
              <a:lstStyle/>
              <a:p>
                <a14:m>
                  <m:oMath xmlns:m="http://schemas.openxmlformats.org/officeDocument/2006/math">
                    <m:d>
                      <m:dPr>
                        <m:begChr m:val="|"/>
                        <m:endChr m:val="|"/>
                        <m:ctrlPr>
                          <a:rPr lang="en-US" i="1" smtClean="0">
                            <a:latin typeface="Cambria Math" panose="02040503050406030204" pitchFamily="18" charset="0"/>
                          </a:rPr>
                        </m:ctrlPr>
                      </m:dPr>
                      <m:e>
                        <m:r>
                          <m:rPr>
                            <m:sty m:val="p"/>
                          </m:rPr>
                          <a:rPr lang="en-US" i="1">
                            <a:latin typeface="Cambria Math" panose="02040503050406030204" pitchFamily="18" charset="0"/>
                          </a:rPr>
                          <m:t>C</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1</m:t>
                    </m:r>
                  </m:oMath>
                </a14:m>
                <a:r>
                  <a:rPr lang="en-US" dirty="0"/>
                  <a:t> merging</a:t>
                </a:r>
              </a:p>
              <a:p>
                <a14:m>
                  <m:oMath xmlns:m="http://schemas.openxmlformats.org/officeDocument/2006/math">
                    <m:r>
                      <a:rPr lang="en-US" i="1" dirty="0" smtClean="0">
                        <a:latin typeface="Cambria Math" panose="02040503050406030204" pitchFamily="18" charset="0"/>
                      </a:rPr>
                      <m:t>𝑄</m:t>
                    </m:r>
                  </m:oMath>
                </a14:m>
                <a:r>
                  <a:rPr lang="en-US" dirty="0"/>
                  <a:t> is a min heap</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p:txBody>
          </p:sp>
        </mc:Choice>
        <mc:Fallback>
          <p:sp>
            <p:nvSpPr>
              <p:cNvPr id="4" name="Content Placeholder 3">
                <a:extLst>
                  <a:ext uri="{FF2B5EF4-FFF2-40B4-BE49-F238E27FC236}">
                    <a16:creationId xmlns:a16="http://schemas.microsoft.com/office/drawing/2014/main" id="{DB631911-4F40-F614-E2F5-EAFC001E6911}"/>
                  </a:ext>
                </a:extLst>
              </p:cNvPr>
              <p:cNvSpPr>
                <a:spLocks noGrp="1" noRot="1" noChangeAspect="1" noMove="1" noResize="1" noEditPoints="1" noAdjustHandles="1" noChangeArrowheads="1" noChangeShapeType="1" noTextEdit="1"/>
              </p:cNvSpPr>
              <p:nvPr>
                <p:ph sz="half" idx="2"/>
              </p:nvPr>
            </p:nvSpPr>
            <p:spPr>
              <a:blipFill>
                <a:blip r:embed="rId3"/>
                <a:stretch>
                  <a:fillRect t="-2241"/>
                </a:stretch>
              </a:blipFill>
            </p:spPr>
            <p:txBody>
              <a:bodyPr/>
              <a:lstStyle/>
              <a:p>
                <a:r>
                  <a:rPr lang="en-US">
                    <a:noFill/>
                  </a:rPr>
                  <a:t> </a:t>
                </a:r>
              </a:p>
            </p:txBody>
          </p:sp>
        </mc:Fallback>
      </mc:AlternateContent>
    </p:spTree>
    <p:extLst>
      <p:ext uri="{BB962C8B-B14F-4D97-AF65-F5344CB8AC3E}">
        <p14:creationId xmlns:p14="http://schemas.microsoft.com/office/powerpoint/2010/main" val="545080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C79B1-634E-4C7A-5B5B-275BBA7F7969}"/>
              </a:ext>
            </a:extLst>
          </p:cNvPr>
          <p:cNvSpPr>
            <a:spLocks noGrp="1"/>
          </p:cNvSpPr>
          <p:nvPr>
            <p:ph type="title"/>
          </p:nvPr>
        </p:nvSpPr>
        <p:spPr/>
        <p:txBody>
          <a:bodyPr/>
          <a:lstStyle/>
          <a:p>
            <a:r>
              <a:rPr lang="en-US" dirty="0"/>
              <a:t>Huffman Coding: Building Tree (1)</a:t>
            </a:r>
          </a:p>
        </p:txBody>
      </p:sp>
      <p:pic>
        <p:nvPicPr>
          <p:cNvPr id="8" name="Content Placeholder 7">
            <a:extLst>
              <a:ext uri="{FF2B5EF4-FFF2-40B4-BE49-F238E27FC236}">
                <a16:creationId xmlns:a16="http://schemas.microsoft.com/office/drawing/2014/main" id="{EB40DEC3-B521-401C-FF86-24CB84F1F3E0}"/>
              </a:ext>
            </a:extLst>
          </p:cNvPr>
          <p:cNvPicPr>
            <a:picLocks noGrp="1" noChangeAspect="1"/>
          </p:cNvPicPr>
          <p:nvPr>
            <p:ph sz="half" idx="1"/>
          </p:nvPr>
        </p:nvPicPr>
        <p:blipFill>
          <a:blip r:embed="rId2"/>
          <a:stretch>
            <a:fillRect/>
          </a:stretch>
        </p:blipFill>
        <p:spPr>
          <a:xfrm>
            <a:off x="838199" y="1690688"/>
            <a:ext cx="10511423" cy="3812965"/>
          </a:xfrm>
          <a:prstGeom prst="rect">
            <a:avLst/>
          </a:prstGeom>
        </p:spPr>
      </p:pic>
    </p:spTree>
    <p:extLst>
      <p:ext uri="{BB962C8B-B14F-4D97-AF65-F5344CB8AC3E}">
        <p14:creationId xmlns:p14="http://schemas.microsoft.com/office/powerpoint/2010/main" val="2795385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F95F-FBDE-9A57-FBE6-3064F28B9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B2B79-A125-551C-5FB8-99C07CAD2016}"/>
              </a:ext>
            </a:extLst>
          </p:cNvPr>
          <p:cNvSpPr>
            <a:spLocks noGrp="1"/>
          </p:cNvSpPr>
          <p:nvPr>
            <p:ph type="title"/>
          </p:nvPr>
        </p:nvSpPr>
        <p:spPr/>
        <p:txBody>
          <a:bodyPr/>
          <a:lstStyle/>
          <a:p>
            <a:r>
              <a:rPr lang="en-US" dirty="0"/>
              <a:t>Huffman Coding: Building Tree (2)</a:t>
            </a:r>
          </a:p>
        </p:txBody>
      </p:sp>
      <p:pic>
        <p:nvPicPr>
          <p:cNvPr id="6" name="Content Placeholder 5">
            <a:extLst>
              <a:ext uri="{FF2B5EF4-FFF2-40B4-BE49-F238E27FC236}">
                <a16:creationId xmlns:a16="http://schemas.microsoft.com/office/drawing/2014/main" id="{F50FD69A-44CE-3B8A-65B2-E35396BE88CF}"/>
              </a:ext>
            </a:extLst>
          </p:cNvPr>
          <p:cNvPicPr>
            <a:picLocks noGrp="1" noChangeAspect="1"/>
          </p:cNvPicPr>
          <p:nvPr>
            <p:ph sz="half" idx="1"/>
          </p:nvPr>
        </p:nvPicPr>
        <p:blipFill>
          <a:blip r:embed="rId2"/>
          <a:stretch>
            <a:fillRect/>
          </a:stretch>
        </p:blipFill>
        <p:spPr>
          <a:xfrm>
            <a:off x="838200" y="1690688"/>
            <a:ext cx="10512672" cy="3631810"/>
          </a:xfrm>
          <a:prstGeom prst="rect">
            <a:avLst/>
          </a:prstGeom>
        </p:spPr>
      </p:pic>
    </p:spTree>
    <p:extLst>
      <p:ext uri="{BB962C8B-B14F-4D97-AF65-F5344CB8AC3E}">
        <p14:creationId xmlns:p14="http://schemas.microsoft.com/office/powerpoint/2010/main" val="4151752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B4B51-BFFF-E175-CCD0-CB28ABEBB8A9}"/>
              </a:ext>
            </a:extLst>
          </p:cNvPr>
          <p:cNvSpPr>
            <a:spLocks noGrp="1"/>
          </p:cNvSpPr>
          <p:nvPr>
            <p:ph type="title"/>
          </p:nvPr>
        </p:nvSpPr>
        <p:spPr/>
        <p:txBody>
          <a:bodyPr/>
          <a:lstStyle/>
          <a:p>
            <a:r>
              <a:rPr lang="en-US" dirty="0"/>
              <a:t>Huffman Coding: Correctness (1)</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AC9717EF-B541-4785-4B09-7F4AD9DE2E51}"/>
                  </a:ext>
                </a:extLst>
              </p:cNvPr>
              <p:cNvSpPr>
                <a:spLocks noGrp="1"/>
              </p:cNvSpPr>
              <p:nvPr>
                <p:ph idx="1"/>
              </p:nvPr>
            </p:nvSpPr>
            <p:spPr/>
            <p:txBody>
              <a:bodyPr>
                <a:normAutofit/>
              </a:bodyPr>
              <a:lstStyle/>
              <a:p>
                <a:pPr marL="0" indent="0">
                  <a:buNone/>
                </a:pPr>
                <a:r>
                  <a:rPr lang="en-US" sz="2400" dirty="0"/>
                  <a:t>Need to show that Huffman coding algorithms holds greedy-choice property.</a:t>
                </a:r>
              </a:p>
              <a:p>
                <a:pPr marL="0" indent="0">
                  <a:buNone/>
                </a:pPr>
                <a:r>
                  <a:rPr lang="en-US" sz="2400" b="1" dirty="0"/>
                  <a:t>Lemma</a:t>
                </a:r>
                <a:r>
                  <a:rPr lang="en-US" sz="2400" dirty="0"/>
                  <a:t>: Let </a:t>
                </a:r>
                <a14:m>
                  <m:oMath xmlns:m="http://schemas.openxmlformats.org/officeDocument/2006/math">
                    <m:r>
                      <m:rPr>
                        <m:sty m:val="p"/>
                      </m:rPr>
                      <a:rPr lang="en-US" sz="2400">
                        <a:latin typeface="Cambria Math" panose="02040503050406030204" pitchFamily="18" charset="0"/>
                      </a:rPr>
                      <m:t>C</m:t>
                    </m:r>
                  </m:oMath>
                </a14:m>
                <a:r>
                  <a:rPr lang="en-US" sz="2400" dirty="0"/>
                  <a:t> be the alphabet and each </a:t>
                </a:r>
                <a14:m>
                  <m:oMath xmlns:m="http://schemas.openxmlformats.org/officeDocument/2006/math">
                    <m:r>
                      <m:rPr>
                        <m:sty m:val="p"/>
                        <m:brk m:alnAt="7"/>
                      </m:rPr>
                      <a:rPr lang="en-US" sz="2400" i="1" dirty="0">
                        <a:latin typeface="Cambria Math" panose="02040503050406030204" pitchFamily="18" charset="0"/>
                      </a:rPr>
                      <m:t>c</m:t>
                    </m:r>
                    <m:r>
                      <a:rPr lang="en-US" sz="2400" i="1" dirty="0">
                        <a:latin typeface="Cambria Math" panose="02040503050406030204" pitchFamily="18" charset="0"/>
                        <a:ea typeface="Cambria Math" panose="02040503050406030204" pitchFamily="18" charset="0"/>
                      </a:rPr>
                      <m:t>∈</m:t>
                    </m:r>
                    <m:r>
                      <m:rPr>
                        <m:sty m:val="p"/>
                      </m:rPr>
                      <a:rPr lang="en-US" sz="2400" i="1" dirty="0">
                        <a:latin typeface="Cambria Math" panose="02040503050406030204" pitchFamily="18" charset="0"/>
                        <a:ea typeface="Cambria Math" panose="02040503050406030204" pitchFamily="18" charset="0"/>
                      </a:rPr>
                      <m:t>C</m:t>
                    </m:r>
                  </m:oMath>
                </a14:m>
                <a:r>
                  <a:rPr lang="en-US" sz="2400" dirty="0"/>
                  <a:t> symbol has </a:t>
                </a:r>
                <a14:m>
                  <m:oMath xmlns:m="http://schemas.openxmlformats.org/officeDocument/2006/math">
                    <m:r>
                      <a:rPr lang="en-US" sz="2400" i="1" dirty="0" smtClean="0">
                        <a:latin typeface="Cambria Math" panose="02040503050406030204" pitchFamily="18" charset="0"/>
                      </a:rPr>
                      <m:t>𝑐</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oMath>
                </a14:m>
                <a:r>
                  <a:rPr lang="en-US" sz="2400" dirty="0"/>
                  <a:t> frequency.</a:t>
                </a:r>
                <a:br>
                  <a:rPr lang="en-US" sz="2400" dirty="0"/>
                </a:br>
                <a:r>
                  <a:rPr lang="en-US" sz="2400" dirty="0"/>
                  <a:t>Let </a:t>
                </a:r>
                <a14:m>
                  <m:oMath xmlns:m="http://schemas.openxmlformats.org/officeDocument/2006/math">
                    <m:r>
                      <a:rPr lang="en-US" sz="2400" i="1" dirty="0" smtClean="0">
                        <a:latin typeface="Cambria Math" panose="02040503050406030204" pitchFamily="18" charset="0"/>
                      </a:rPr>
                      <m:t>𝑥</m:t>
                    </m:r>
                  </m:oMath>
                </a14:m>
                <a:r>
                  <a:rPr lang="en-US" sz="2400" dirty="0"/>
                  <a:t> and </a:t>
                </a:r>
                <a14:m>
                  <m:oMath xmlns:m="http://schemas.openxmlformats.org/officeDocument/2006/math">
                    <m:r>
                      <a:rPr lang="en-US" sz="2400" i="1" dirty="0" smtClean="0">
                        <a:latin typeface="Cambria Math" panose="02040503050406030204" pitchFamily="18" charset="0"/>
                      </a:rPr>
                      <m:t>𝑦</m:t>
                    </m:r>
                  </m:oMath>
                </a14:m>
                <a:r>
                  <a:rPr lang="en-US" sz="2400" dirty="0"/>
                  <a:t> symbols having the lowest frequencies. Then, there exists an optimal prefix-free code for </a:t>
                </a:r>
                <a14:m>
                  <m:oMath xmlns:m="http://schemas.openxmlformats.org/officeDocument/2006/math">
                    <m:r>
                      <m:rPr>
                        <m:sty m:val="p"/>
                      </m:rPr>
                      <a:rPr lang="en-US" sz="2400">
                        <a:latin typeface="Cambria Math" panose="02040503050406030204" pitchFamily="18" charset="0"/>
                      </a:rPr>
                      <m:t>C</m:t>
                    </m:r>
                  </m:oMath>
                </a14:m>
                <a:r>
                  <a:rPr lang="en-US" sz="2400" dirty="0"/>
                  <a:t>, in which codewords for </a:t>
                </a:r>
                <a14:m>
                  <m:oMath xmlns:m="http://schemas.openxmlformats.org/officeDocument/2006/math">
                    <m:r>
                      <a:rPr lang="en-US" sz="2400" i="1" dirty="0">
                        <a:latin typeface="Cambria Math" panose="02040503050406030204" pitchFamily="18" charset="0"/>
                      </a:rPr>
                      <m:t>𝑥</m:t>
                    </m:r>
                  </m:oMath>
                </a14:m>
                <a:r>
                  <a:rPr lang="en-US" sz="2400" dirty="0"/>
                  <a:t> and </a:t>
                </a:r>
                <a14:m>
                  <m:oMath xmlns:m="http://schemas.openxmlformats.org/officeDocument/2006/math">
                    <m:r>
                      <a:rPr lang="en-US" sz="2400" i="1" dirty="0">
                        <a:latin typeface="Cambria Math" panose="02040503050406030204" pitchFamily="18" charset="0"/>
                      </a:rPr>
                      <m:t>𝑦</m:t>
                    </m:r>
                  </m:oMath>
                </a14:m>
                <a:r>
                  <a:rPr lang="en-US" sz="2400" dirty="0"/>
                  <a:t> have the same length and differ only in last bit.</a:t>
                </a:r>
                <a:br>
                  <a:rPr lang="en-US" sz="2400" dirty="0"/>
                </a:br>
                <a:br>
                  <a:rPr lang="hy-AM" sz="2400" dirty="0"/>
                </a:br>
                <a:r>
                  <a:rPr lang="en-US" sz="2400" b="1" dirty="0"/>
                  <a:t>Proof: </a:t>
                </a:r>
                <a:r>
                  <a:rPr lang="en-US" sz="2400" dirty="0"/>
                  <a:t>Let </a:t>
                </a:r>
                <a14:m>
                  <m:oMath xmlns:m="http://schemas.openxmlformats.org/officeDocument/2006/math">
                    <m:r>
                      <a:rPr lang="en-US" sz="2400" i="1" dirty="0" smtClean="0">
                        <a:latin typeface="Cambria Math" panose="02040503050406030204" pitchFamily="18" charset="0"/>
                      </a:rPr>
                      <m:t>𝑎</m:t>
                    </m:r>
                  </m:oMath>
                </a14:m>
                <a:r>
                  <a:rPr lang="en-US" sz="2400" dirty="0"/>
                  <a:t> and </a:t>
                </a:r>
                <a14:m>
                  <m:oMath xmlns:m="http://schemas.openxmlformats.org/officeDocument/2006/math">
                    <m:r>
                      <a:rPr lang="en-US" sz="2400" i="1" dirty="0" smtClean="0">
                        <a:latin typeface="Cambria Math" panose="02040503050406030204" pitchFamily="18" charset="0"/>
                      </a:rPr>
                      <m:t>𝑏</m:t>
                    </m:r>
                  </m:oMath>
                </a14:m>
                <a:r>
                  <a:rPr lang="en-US" sz="2400" b="1" dirty="0"/>
                  <a:t> </a:t>
                </a:r>
                <a:r>
                  <a:rPr lang="en-US" sz="2400" dirty="0"/>
                  <a:t>are sibling leaves in tree an optimal prefix-free tree </a:t>
                </a:r>
                <a14:m>
                  <m:oMath xmlns:m="http://schemas.openxmlformats.org/officeDocument/2006/math">
                    <m:r>
                      <a:rPr lang="en-US" sz="2400" i="1" dirty="0" smtClean="0">
                        <a:latin typeface="Cambria Math" panose="02040503050406030204" pitchFamily="18" charset="0"/>
                      </a:rPr>
                      <m:t>𝑇</m:t>
                    </m:r>
                  </m:oMath>
                </a14:m>
                <a:r>
                  <a:rPr lang="en-US" sz="2400" b="1" dirty="0"/>
                  <a:t> </a:t>
                </a:r>
                <a:r>
                  <a:rPr lang="en-US" sz="2400" dirty="0"/>
                  <a:t>with maximum depth. Let’s assume </a:t>
                </a:r>
                <a14:m>
                  <m:oMath xmlns:m="http://schemas.openxmlformats.org/officeDocument/2006/math">
                    <m:r>
                      <a:rPr lang="en-US" sz="2400" i="1" dirty="0" smtClean="0">
                        <a:latin typeface="Cambria Math" panose="02040503050406030204" pitchFamily="18" charset="0"/>
                      </a:rPr>
                      <m:t>𝑎</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smtClean="0">
                        <a:latin typeface="Cambria Math" panose="02040503050406030204" pitchFamily="18" charset="0"/>
                      </a:rPr>
                      <m:t>≤ </m:t>
                    </m:r>
                    <m:r>
                      <a:rPr lang="en-US" sz="2400" i="1" dirty="0" err="1" smtClean="0">
                        <a:latin typeface="Cambria Math" panose="02040503050406030204" pitchFamily="18" charset="0"/>
                      </a:rPr>
                      <m:t>𝑏</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oMath>
                </a14:m>
                <a:r>
                  <a:rPr lang="en-US" sz="2400" dirty="0"/>
                  <a:t> and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smtClean="0">
                        <a:latin typeface="Cambria Math" panose="02040503050406030204" pitchFamily="18" charset="0"/>
                      </a:rPr>
                      <m:t>≤ </m:t>
                    </m:r>
                    <m:r>
                      <a:rPr lang="en-US" sz="2400" i="1" dirty="0" err="1" smtClean="0">
                        <a:latin typeface="Cambria Math" panose="02040503050406030204" pitchFamily="18" charset="0"/>
                      </a:rPr>
                      <m:t>𝑦</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oMath>
                </a14:m>
                <a:r>
                  <a:rPr lang="en-US" sz="2400" dirty="0"/>
                  <a:t> .</a:t>
                </a:r>
              </a:p>
              <a:p>
                <a:pPr marL="0" indent="0">
                  <a:buNone/>
                </a:pP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smtClean="0">
                        <a:latin typeface="Cambria Math" panose="02040503050406030204" pitchFamily="18" charset="0"/>
                      </a:rPr>
                      <m:t>≤ </m:t>
                    </m:r>
                    <m:r>
                      <a:rPr lang="en-US" sz="2400" i="1" dirty="0" err="1" smtClean="0">
                        <a:latin typeface="Cambria Math" panose="02040503050406030204" pitchFamily="18" charset="0"/>
                      </a:rPr>
                      <m:t>𝑎</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r>
                      <a:rPr lang="en-US" sz="2400" i="1" dirty="0">
                        <a:latin typeface="Cambria Math" panose="02040503050406030204" pitchFamily="18" charset="0"/>
                      </a:rPr>
                      <m:t> </m:t>
                    </m:r>
                  </m:oMath>
                </a14:m>
                <a:r>
                  <a:rPr lang="en-US" sz="2400" dirty="0"/>
                  <a:t>and </a:t>
                </a:r>
                <a14:m>
                  <m:oMath xmlns:m="http://schemas.openxmlformats.org/officeDocument/2006/math">
                    <m:r>
                      <a:rPr lang="en-US" sz="2400" i="1" dirty="0" smtClean="0">
                        <a:latin typeface="Cambria Math" panose="02040503050406030204" pitchFamily="18" charset="0"/>
                      </a:rPr>
                      <m:t>𝑦</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smtClean="0">
                        <a:latin typeface="Cambria Math" panose="02040503050406030204" pitchFamily="18" charset="0"/>
                      </a:rPr>
                      <m:t>≤ </m:t>
                    </m:r>
                    <m:r>
                      <a:rPr lang="en-US" sz="2400" i="1" dirty="0" err="1" smtClean="0">
                        <a:latin typeface="Cambria Math" panose="02040503050406030204" pitchFamily="18" charset="0"/>
                      </a:rPr>
                      <m:t>𝑏</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oMath>
                </a14:m>
                <a:r>
                  <a:rPr lang="en-US" sz="2400" dirty="0"/>
                  <a:t> as </a:t>
                </a:r>
                <a14:m>
                  <m:oMath xmlns:m="http://schemas.openxmlformats.org/officeDocument/2006/math">
                    <m:r>
                      <a:rPr lang="en-US" sz="2400" i="1" dirty="0">
                        <a:latin typeface="Cambria Math" panose="02040503050406030204" pitchFamily="18" charset="0"/>
                      </a:rPr>
                      <m:t>𝑥</m:t>
                    </m:r>
                  </m:oMath>
                </a14:m>
                <a:r>
                  <a:rPr lang="en-US" sz="2400" dirty="0"/>
                  <a:t> and </a:t>
                </a:r>
                <a14:m>
                  <m:oMath xmlns:m="http://schemas.openxmlformats.org/officeDocument/2006/math">
                    <m:r>
                      <a:rPr lang="en-US" sz="2400" i="1" dirty="0">
                        <a:latin typeface="Cambria Math" panose="02040503050406030204" pitchFamily="18" charset="0"/>
                      </a:rPr>
                      <m:t>𝑦</m:t>
                    </m:r>
                  </m:oMath>
                </a14:m>
                <a:r>
                  <a:rPr lang="en-US" sz="2400" dirty="0"/>
                  <a:t> have the lowest frequencies.</a:t>
                </a:r>
              </a:p>
              <a:p>
                <a:pPr marL="0" indent="0">
                  <a:buNone/>
                </a:pPr>
                <a:r>
                  <a:rPr lang="en-US" sz="2400" dirty="0"/>
                  <a:t>If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a:latin typeface="Cambria Math" panose="02040503050406030204" pitchFamily="18" charset="0"/>
                      </a:rPr>
                      <m:t> </m:t>
                    </m:r>
                    <m:r>
                      <a:rPr lang="en-US" sz="2400" i="1" dirty="0" smtClean="0">
                        <a:latin typeface="Cambria Math" panose="02040503050406030204" pitchFamily="18" charset="0"/>
                      </a:rPr>
                      <m:t>=</m:t>
                    </m:r>
                    <m:r>
                      <a:rPr lang="en-US" sz="2400" i="1" dirty="0">
                        <a:latin typeface="Cambria Math" panose="02040503050406030204" pitchFamily="18" charset="0"/>
                      </a:rPr>
                      <m:t> </m:t>
                    </m:r>
                    <m:r>
                      <a:rPr lang="en-US" sz="2400" i="1" dirty="0" err="1" smtClean="0">
                        <a:latin typeface="Cambria Math" panose="02040503050406030204" pitchFamily="18" charset="0"/>
                      </a:rPr>
                      <m:t>𝑏</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r>
                      <a:rPr lang="en-US" sz="2400" i="1" dirty="0" smtClean="0">
                        <a:latin typeface="Cambria Math" panose="02040503050406030204" pitchFamily="18" charset="0"/>
                      </a:rPr>
                      <m:t> </m:t>
                    </m:r>
                  </m:oMath>
                </a14:m>
                <a:r>
                  <a:rPr lang="en-US" sz="2400" dirty="0"/>
                  <a:t>, then </a:t>
                </a:r>
                <a14:m>
                  <m:oMath xmlns:m="http://schemas.openxmlformats.org/officeDocument/2006/math">
                    <m:r>
                      <a:rPr lang="en-US" sz="2400" i="1" dirty="0" smtClean="0">
                        <a:latin typeface="Cambria Math" panose="02040503050406030204" pitchFamily="18" charset="0"/>
                      </a:rPr>
                      <m:t>𝑎</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smtClean="0">
                        <a:latin typeface="Cambria Math" panose="02040503050406030204" pitchFamily="18" charset="0"/>
                      </a:rPr>
                      <m:t> = </m:t>
                    </m:r>
                    <m:r>
                      <a:rPr lang="en-US" sz="2400" i="1" dirty="0" err="1" smtClean="0">
                        <a:latin typeface="Cambria Math" panose="02040503050406030204" pitchFamily="18" charset="0"/>
                      </a:rPr>
                      <m:t>𝑏</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r>
                      <a:rPr lang="en-US" sz="2400" i="1" dirty="0">
                        <a:latin typeface="Cambria Math" panose="02040503050406030204" pitchFamily="18" charset="0"/>
                      </a:rPr>
                      <m:t> </m:t>
                    </m:r>
                    <m:r>
                      <a:rPr lang="en-US" sz="2400" i="1" dirty="0" smtClean="0">
                        <a:latin typeface="Cambria Math" panose="02040503050406030204" pitchFamily="18" charset="0"/>
                      </a:rPr>
                      <m:t>=</m:t>
                    </m:r>
                    <m:r>
                      <a:rPr lang="en-US" sz="2400" i="1" dirty="0">
                        <a:latin typeface="Cambria Math" panose="02040503050406030204" pitchFamily="18" charset="0"/>
                      </a:rPr>
                      <m:t> </m:t>
                    </m:r>
                    <m:r>
                      <a:rPr lang="en-US" sz="2400" i="1" dirty="0" err="1" smtClean="0">
                        <a:latin typeface="Cambria Math" panose="02040503050406030204" pitchFamily="18" charset="0"/>
                      </a:rPr>
                      <m:t>𝑥</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r>
                      <a:rPr lang="en-US" sz="2400" i="1" dirty="0">
                        <a:latin typeface="Cambria Math" panose="02040503050406030204" pitchFamily="18" charset="0"/>
                      </a:rPr>
                      <m:t> </m:t>
                    </m:r>
                    <m:r>
                      <a:rPr lang="en-US" sz="2400" i="1" dirty="0" smtClean="0">
                        <a:latin typeface="Cambria Math" panose="02040503050406030204" pitchFamily="18" charset="0"/>
                      </a:rPr>
                      <m:t>=</m:t>
                    </m:r>
                    <m:r>
                      <a:rPr lang="en-US" sz="2400" i="1" dirty="0">
                        <a:latin typeface="Cambria Math" panose="02040503050406030204" pitchFamily="18" charset="0"/>
                      </a:rPr>
                      <m:t> </m:t>
                    </m:r>
                    <m:r>
                      <a:rPr lang="en-US" sz="2400" i="1" dirty="0" err="1" smtClean="0">
                        <a:latin typeface="Cambria Math" panose="02040503050406030204" pitchFamily="18" charset="0"/>
                      </a:rPr>
                      <m:t>𝑦</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oMath>
                </a14:m>
                <a:r>
                  <a:rPr lang="en-US" sz="2400" dirty="0"/>
                  <a:t> and lemma is proved. So, lets assume </a:t>
                </a:r>
                <a14:m>
                  <m:oMath xmlns:m="http://schemas.openxmlformats.org/officeDocument/2006/math">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rPr>
                      <m:t> </m:t>
                    </m:r>
                    <m:r>
                      <a:rPr lang="en-US" sz="240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 </m:t>
                    </m:r>
                    <m:r>
                      <a:rPr lang="en-US" sz="2400" i="1" dirty="0" err="1">
                        <a:latin typeface="Cambria Math" panose="02040503050406030204" pitchFamily="18" charset="0"/>
                      </a:rPr>
                      <m:t>𝑏</m:t>
                    </m:r>
                    <m:r>
                      <a:rPr lang="en-US" sz="2400" i="1" dirty="0" err="1">
                        <a:latin typeface="Cambria Math" panose="02040503050406030204" pitchFamily="18" charset="0"/>
                      </a:rPr>
                      <m:t>.</m:t>
                    </m:r>
                    <m:r>
                      <a:rPr lang="en-US" sz="2400" i="1" dirty="0" err="1">
                        <a:latin typeface="Cambria Math" panose="02040503050406030204" pitchFamily="18" charset="0"/>
                      </a:rPr>
                      <m:t>𝑓𝑟𝑒𝑞</m:t>
                    </m:r>
                    <m:r>
                      <a:rPr lang="en-US" sz="2400" i="1" dirty="0">
                        <a:latin typeface="Cambria Math" panose="02040503050406030204" pitchFamily="18" charset="0"/>
                      </a:rPr>
                      <m:t> </m:t>
                    </m:r>
                  </m:oMath>
                </a14:m>
                <a:endParaRPr lang="en-US" sz="2400" dirty="0"/>
              </a:p>
            </p:txBody>
          </p:sp>
        </mc:Choice>
        <mc:Fallback>
          <p:sp>
            <p:nvSpPr>
              <p:cNvPr id="5" name="Content Placeholder 4">
                <a:extLst>
                  <a:ext uri="{FF2B5EF4-FFF2-40B4-BE49-F238E27FC236}">
                    <a16:creationId xmlns:a16="http://schemas.microsoft.com/office/drawing/2014/main" id="{AC9717EF-B541-4785-4B09-7F4AD9DE2E51}"/>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328690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1544A-5AF1-85AD-1975-D50341221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DA3D3-F69B-C0D1-383A-5ED2DAF4F8B4}"/>
              </a:ext>
            </a:extLst>
          </p:cNvPr>
          <p:cNvSpPr>
            <a:spLocks noGrp="1"/>
          </p:cNvSpPr>
          <p:nvPr>
            <p:ph type="title"/>
          </p:nvPr>
        </p:nvSpPr>
        <p:spPr/>
        <p:txBody>
          <a:bodyPr/>
          <a:lstStyle/>
          <a:p>
            <a:r>
              <a:rPr lang="en-US" dirty="0"/>
              <a:t>Huffman Coding: Correctness (2)</a:t>
            </a:r>
          </a:p>
        </p:txBody>
      </p:sp>
      <p:pic>
        <p:nvPicPr>
          <p:cNvPr id="4" name="Content Placeholder 3">
            <a:extLst>
              <a:ext uri="{FF2B5EF4-FFF2-40B4-BE49-F238E27FC236}">
                <a16:creationId xmlns:a16="http://schemas.microsoft.com/office/drawing/2014/main" id="{34E156B7-3996-AA84-CD92-EC419D87AF13}"/>
              </a:ext>
            </a:extLst>
          </p:cNvPr>
          <p:cNvPicPr>
            <a:picLocks noGrp="1" noChangeAspect="1"/>
          </p:cNvPicPr>
          <p:nvPr>
            <p:ph sz="half" idx="1"/>
          </p:nvPr>
        </p:nvPicPr>
        <p:blipFill>
          <a:blip r:embed="rId3"/>
          <a:stretch>
            <a:fillRect/>
          </a:stretch>
        </p:blipFill>
        <p:spPr>
          <a:xfrm>
            <a:off x="743309" y="1825625"/>
            <a:ext cx="10515599" cy="2076687"/>
          </a:xfrm>
          <a:prstGeom prst="rect">
            <a:avLst/>
          </a:prstGeom>
        </p:spPr>
      </p:pic>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CC143DA1-68B4-B276-9A25-092D72E9DC85}"/>
                  </a:ext>
                </a:extLst>
              </p:cNvPr>
              <p:cNvSpPr>
                <a:spLocks noGrp="1"/>
              </p:cNvSpPr>
              <p:nvPr>
                <p:ph sz="half" idx="2"/>
              </p:nvPr>
            </p:nvSpPr>
            <p:spPr>
              <a:xfrm>
                <a:off x="838199" y="4114800"/>
                <a:ext cx="10954109" cy="2656936"/>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𝐵</m:t>
                      </m:r>
                      <m:d>
                        <m:dPr>
                          <m:ctrlPr>
                            <a:rPr lang="en-US" i="1" smtClean="0">
                              <a:latin typeface="Cambria Math" panose="02040503050406030204" pitchFamily="18" charset="0"/>
                            </a:rPr>
                          </m:ctrlPr>
                        </m:dPr>
                        <m:e>
                          <m:r>
                            <a:rPr lang="en-US" i="1" smtClean="0">
                              <a:latin typeface="Cambria Math" panose="02040503050406030204" pitchFamily="18" charset="0"/>
                            </a:rPr>
                            <m:t>𝑇</m:t>
                          </m:r>
                        </m:e>
                      </m:d>
                      <m:r>
                        <a:rPr lang="en-US" i="1" smtClean="0">
                          <a:latin typeface="Cambria Math" panose="02040503050406030204" pitchFamily="18" charset="0"/>
                        </a:rPr>
                        <m:t>−</m:t>
                      </m:r>
                      <m:r>
                        <a:rPr lang="en-US" i="1" smtClean="0">
                          <a:latin typeface="Cambria Math" panose="02040503050406030204" pitchFamily="18" charset="0"/>
                        </a:rPr>
                        <m:t>𝐵</m:t>
                      </m:r>
                      <m:d>
                        <m:dPr>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i="1" smtClean="0">
                                  <a:latin typeface="Cambria Math" panose="02040503050406030204" pitchFamily="18" charset="0"/>
                                </a:rPr>
                                <m:t>𝑇</m:t>
                              </m:r>
                            </m:e>
                            <m:sup>
                              <m:r>
                                <a:rPr lang="en-US" b="0" i="1" smtClean="0">
                                  <a:latin typeface="Cambria Math" panose="02040503050406030204" pitchFamily="18" charset="0"/>
                                </a:rPr>
                                <m:t>′</m:t>
                              </m:r>
                            </m:sup>
                          </m:sSup>
                        </m:e>
                      </m:d>
                      <m:r>
                        <a:rPr lang="en-US" i="1" smtClean="0">
                          <a:latin typeface="Cambria Math" panose="02040503050406030204" pitchFamily="18" charset="0"/>
                        </a:rPr>
                        <m:t>=</m:t>
                      </m:r>
                      <m:nary>
                        <m:naryPr>
                          <m:chr m:val="∑"/>
                          <m:supHide m:val="on"/>
                          <m:ctrlPr>
                            <a:rPr lang="en-US" i="1" dirty="0">
                              <a:latin typeface="Cambria Math" panose="02040503050406030204" pitchFamily="18" charset="0"/>
                            </a:rPr>
                          </m:ctrlPr>
                        </m:naryPr>
                        <m:sub>
                          <m:r>
                            <m:rPr>
                              <m:sty m:val="p"/>
                              <m:brk m:alnAt="7"/>
                            </m:rPr>
                            <a:rPr lang="en-US" i="1" dirty="0">
                              <a:latin typeface="Cambria Math" panose="02040503050406030204" pitchFamily="18" charset="0"/>
                            </a:rPr>
                            <m:t>c</m:t>
                          </m:r>
                          <m:r>
                            <a:rPr lang="en-US" i="1" dirty="0">
                              <a:latin typeface="Cambria Math" panose="02040503050406030204" pitchFamily="18" charset="0"/>
                              <a:ea typeface="Cambria Math" panose="02040503050406030204" pitchFamily="18" charset="0"/>
                            </a:rPr>
                            <m:t>∈</m:t>
                          </m:r>
                          <m:r>
                            <m:rPr>
                              <m:sty m:val="p"/>
                            </m:rPr>
                            <a:rPr lang="en-US" i="1" dirty="0">
                              <a:latin typeface="Cambria Math" panose="02040503050406030204" pitchFamily="18" charset="0"/>
                              <a:ea typeface="Cambria Math" panose="02040503050406030204" pitchFamily="18" charset="0"/>
                            </a:rPr>
                            <m:t>C</m:t>
                          </m:r>
                        </m:sub>
                        <m:sup/>
                        <m:e>
                          <m:r>
                            <m:rPr>
                              <m:sty m:val="p"/>
                            </m:rPr>
                            <a:rPr lang="en-US" i="1" dirty="0">
                              <a:latin typeface="Cambria Math" panose="02040503050406030204" pitchFamily="18" charset="0"/>
                            </a:rPr>
                            <m:t>c</m:t>
                          </m:r>
                          <m:r>
                            <a:rPr lang="en-US" i="1" dirty="0">
                              <a:latin typeface="Cambria Math" panose="02040503050406030204" pitchFamily="18" charset="0"/>
                            </a:rPr>
                            <m:t>.</m:t>
                          </m:r>
                          <m:r>
                            <m:rPr>
                              <m:sty m:val="p"/>
                            </m:rPr>
                            <a:rPr lang="en-US" i="1" dirty="0">
                              <a:latin typeface="Cambria Math" panose="02040503050406030204" pitchFamily="18" charset="0"/>
                            </a:rPr>
                            <m:t>freq</m:t>
                          </m:r>
                        </m:e>
                      </m:nary>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r>
                            <m:rPr>
                              <m:sty m:val="p"/>
                            </m:rPr>
                            <a:rPr lang="en-US" i="1" dirty="0">
                              <a:latin typeface="Cambria Math" panose="02040503050406030204" pitchFamily="18" charset="0"/>
                            </a:rPr>
                            <m:t>T</m:t>
                          </m:r>
                        </m:sub>
                      </m:sSub>
                      <m:d>
                        <m:dPr>
                          <m:ctrlPr>
                            <a:rPr lang="en-US" i="1" dirty="0">
                              <a:latin typeface="Cambria Math" panose="02040503050406030204" pitchFamily="18" charset="0"/>
                            </a:rPr>
                          </m:ctrlPr>
                        </m:dPr>
                        <m:e>
                          <m:r>
                            <a:rPr lang="en-US" i="1" dirty="0">
                              <a:latin typeface="Cambria Math" panose="02040503050406030204" pitchFamily="18" charset="0"/>
                            </a:rPr>
                            <m:t>𝑐</m:t>
                          </m:r>
                        </m:e>
                      </m:d>
                      <m:r>
                        <a:rPr lang="en-US" b="0" i="1" dirty="0" smtClean="0">
                          <a:latin typeface="Cambria Math" panose="02040503050406030204" pitchFamily="18" charset="0"/>
                        </a:rPr>
                        <m:t>−</m:t>
                      </m:r>
                      <m:nary>
                        <m:naryPr>
                          <m:chr m:val="∑"/>
                          <m:supHide m:val="on"/>
                          <m:ctrlPr>
                            <a:rPr lang="en-US" i="1" dirty="0">
                              <a:latin typeface="Cambria Math" panose="02040503050406030204" pitchFamily="18" charset="0"/>
                            </a:rPr>
                          </m:ctrlPr>
                        </m:naryPr>
                        <m:sub>
                          <m:r>
                            <m:rPr>
                              <m:sty m:val="p"/>
                              <m:brk m:alnAt="7"/>
                            </m:rPr>
                            <a:rPr lang="en-US" i="1" dirty="0">
                              <a:latin typeface="Cambria Math" panose="02040503050406030204" pitchFamily="18" charset="0"/>
                            </a:rPr>
                            <m:t>c</m:t>
                          </m:r>
                          <m:r>
                            <a:rPr lang="en-US" i="1" dirty="0">
                              <a:latin typeface="Cambria Math" panose="02040503050406030204" pitchFamily="18" charset="0"/>
                              <a:ea typeface="Cambria Math" panose="02040503050406030204" pitchFamily="18" charset="0"/>
                            </a:rPr>
                            <m:t>∈</m:t>
                          </m:r>
                          <m:r>
                            <m:rPr>
                              <m:sty m:val="p"/>
                            </m:rPr>
                            <a:rPr lang="en-US" i="1" dirty="0">
                              <a:latin typeface="Cambria Math" panose="02040503050406030204" pitchFamily="18" charset="0"/>
                              <a:ea typeface="Cambria Math" panose="02040503050406030204" pitchFamily="18" charset="0"/>
                            </a:rPr>
                            <m:t>C</m:t>
                          </m:r>
                        </m:sub>
                        <m:sup/>
                        <m:e>
                          <m:r>
                            <m:rPr>
                              <m:sty m:val="p"/>
                            </m:rPr>
                            <a:rPr lang="en-US" i="1" dirty="0">
                              <a:latin typeface="Cambria Math" panose="02040503050406030204" pitchFamily="18" charset="0"/>
                            </a:rPr>
                            <m:t>c</m:t>
                          </m:r>
                          <m:r>
                            <a:rPr lang="en-US" i="1" dirty="0">
                              <a:latin typeface="Cambria Math" panose="02040503050406030204" pitchFamily="18" charset="0"/>
                            </a:rPr>
                            <m:t>.</m:t>
                          </m:r>
                          <m:r>
                            <m:rPr>
                              <m:sty m:val="p"/>
                            </m:rPr>
                            <a:rPr lang="en-US" i="1" dirty="0">
                              <a:latin typeface="Cambria Math" panose="02040503050406030204" pitchFamily="18" charset="0"/>
                            </a:rPr>
                            <m:t>freq</m:t>
                          </m:r>
                        </m:e>
                      </m:nary>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𝑇</m:t>
                              </m:r>
                            </m:e>
                            <m:sup>
                              <m:r>
                                <a:rPr lang="en-US" b="0" i="1" dirty="0" smtClean="0">
                                  <a:latin typeface="Cambria Math" panose="02040503050406030204" pitchFamily="18" charset="0"/>
                                </a:rPr>
                                <m:t>′</m:t>
                              </m:r>
                            </m:sup>
                          </m:sSup>
                        </m:sub>
                      </m:sSub>
                      <m:d>
                        <m:dPr>
                          <m:ctrlPr>
                            <a:rPr lang="en-US" i="1" dirty="0">
                              <a:latin typeface="Cambria Math" panose="02040503050406030204" pitchFamily="18" charset="0"/>
                            </a:rPr>
                          </m:ctrlPr>
                        </m:dPr>
                        <m:e>
                          <m:r>
                            <a:rPr lang="en-US" i="1" dirty="0">
                              <a:latin typeface="Cambria Math" panose="02040503050406030204" pitchFamily="18" charset="0"/>
                            </a:rPr>
                            <m:t>𝑐</m:t>
                          </m:r>
                        </m:e>
                      </m:d>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𝑓𝑟𝑒𝑞</m:t>
                      </m:r>
                      <m:r>
                        <a:rPr lang="en-US" b="0" i="1" dirty="0" smtClean="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r>
                            <m:rPr>
                              <m:sty m:val="p"/>
                            </m:rPr>
                            <a:rPr lang="en-US" i="1" dirty="0">
                              <a:latin typeface="Cambria Math" panose="02040503050406030204" pitchFamily="18" charset="0"/>
                            </a:rPr>
                            <m:t>T</m:t>
                          </m:r>
                        </m:sub>
                      </m:sSub>
                      <m:d>
                        <m:dPr>
                          <m:ctrlPr>
                            <a:rPr lang="en-US" i="1" dirty="0">
                              <a:latin typeface="Cambria Math" panose="02040503050406030204" pitchFamily="18" charset="0"/>
                            </a:rPr>
                          </m:ctrlPr>
                        </m:dPr>
                        <m:e>
                          <m:r>
                            <a:rPr lang="en-US" b="0" i="1" dirty="0" smtClean="0">
                              <a:latin typeface="Cambria Math" panose="02040503050406030204" pitchFamily="18" charset="0"/>
                            </a:rPr>
                            <m:t>𝑥</m:t>
                          </m:r>
                        </m:e>
                      </m:d>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𝑓𝑟𝑒𝑞</m:t>
                      </m:r>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r>
                            <m:rPr>
                              <m:sty m:val="p"/>
                            </m:rPr>
                            <a:rPr lang="en-US" i="1" dirty="0">
                              <a:latin typeface="Cambria Math" panose="02040503050406030204" pitchFamily="18" charset="0"/>
                            </a:rPr>
                            <m:t>T</m:t>
                          </m:r>
                        </m:sub>
                      </m:sSub>
                      <m:d>
                        <m:dPr>
                          <m:ctrlPr>
                            <a:rPr lang="en-US" i="1" dirty="0">
                              <a:latin typeface="Cambria Math" panose="02040503050406030204" pitchFamily="18" charset="0"/>
                            </a:rPr>
                          </m:ctrlPr>
                        </m:dPr>
                        <m:e>
                          <m:r>
                            <a:rPr lang="en-US" b="0" i="1" dirty="0" smtClean="0">
                              <a:latin typeface="Cambria Math" panose="02040503050406030204" pitchFamily="18" charset="0"/>
                            </a:rPr>
                            <m:t>𝑎</m:t>
                          </m:r>
                        </m:e>
                      </m:d>
                      <m:r>
                        <a:rPr lang="en-US" b="0" i="1" dirty="0" smtClean="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𝑓𝑟𝑒𝑞</m:t>
                      </m:r>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𝑇</m:t>
                              </m:r>
                            </m:e>
                            <m:sup>
                              <m:r>
                                <a:rPr lang="en-US" b="0" i="1" dirty="0" smtClean="0">
                                  <a:latin typeface="Cambria Math" panose="02040503050406030204" pitchFamily="18" charset="0"/>
                                </a:rPr>
                                <m:t>′</m:t>
                              </m:r>
                            </m:sup>
                          </m:sSup>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i="1" dirty="0">
                          <a:latin typeface="Cambria Math" panose="02040503050406030204" pitchFamily="18" charset="0"/>
                        </a:rPr>
                        <m:t>.</m:t>
                      </m:r>
                      <m:r>
                        <a:rPr lang="en-US" i="1" dirty="0">
                          <a:latin typeface="Cambria Math" panose="02040503050406030204" pitchFamily="18" charset="0"/>
                        </a:rPr>
                        <m:t>𝑓𝑟𝑒𝑞</m:t>
                      </m:r>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sSup>
                            <m:sSupPr>
                              <m:ctrlPr>
                                <a:rPr lang="en-US" i="1" dirty="0">
                                  <a:latin typeface="Cambria Math" panose="02040503050406030204" pitchFamily="18" charset="0"/>
                                </a:rPr>
                              </m:ctrlPr>
                            </m:sSupPr>
                            <m:e>
                              <m:r>
                                <a:rPr lang="en-US" i="1" dirty="0">
                                  <a:latin typeface="Cambria Math" panose="02040503050406030204" pitchFamily="18" charset="0"/>
                                </a:rPr>
                                <m:t>𝑇</m:t>
                              </m:r>
                            </m:e>
                            <m:sup>
                              <m:r>
                                <a:rPr lang="en-US" i="1" dirty="0">
                                  <a:latin typeface="Cambria Math" panose="02040503050406030204" pitchFamily="18" charset="0"/>
                                </a:rPr>
                                <m:t>′</m:t>
                              </m:r>
                            </m:sup>
                          </m:sSup>
                        </m:sub>
                      </m:sSub>
                      <m:d>
                        <m:dPr>
                          <m:ctrlPr>
                            <a:rPr lang="en-US" i="1" dirty="0">
                              <a:latin typeface="Cambria Math" panose="02040503050406030204" pitchFamily="18" charset="0"/>
                            </a:rPr>
                          </m:ctrlPr>
                        </m:dPr>
                        <m:e>
                          <m:r>
                            <a:rPr lang="en-US" b="0" i="1" dirty="0" smtClean="0">
                              <a:latin typeface="Cambria Math" panose="02040503050406030204" pitchFamily="18" charset="0"/>
                            </a:rPr>
                            <m:t>𝑎</m:t>
                          </m:r>
                        </m:e>
                      </m:d>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𝑓𝑟𝑒𝑞</m:t>
                          </m:r>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𝑓𝑟𝑒𝑞</m:t>
                          </m:r>
                        </m:e>
                      </m:d>
                      <m:r>
                        <a:rPr lang="en-US" i="1" dirty="0">
                          <a:latin typeface="Cambria Math" panose="02040503050406030204" pitchFamily="18" charset="0"/>
                          <a:ea typeface="Cambria Math" panose="02040503050406030204" pitchFamily="18" charset="0"/>
                        </a:rPr>
                        <m:t>∙</m:t>
                      </m:r>
                      <m:d>
                        <m:dPr>
                          <m:ctrlPr>
                            <a:rPr lang="en-US" i="1" dirty="0" smtClean="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r>
                                <m:rPr>
                                  <m:sty m:val="p"/>
                                </m:rPr>
                                <a:rPr lang="en-US" i="1" dirty="0">
                                  <a:latin typeface="Cambria Math" panose="02040503050406030204" pitchFamily="18" charset="0"/>
                                </a:rPr>
                                <m:t>T</m:t>
                              </m:r>
                            </m:sub>
                          </m:sSub>
                          <m:d>
                            <m:dPr>
                              <m:ctrlPr>
                                <a:rPr lang="en-US" i="1" dirty="0">
                                  <a:latin typeface="Cambria Math" panose="02040503050406030204" pitchFamily="18" charset="0"/>
                                </a:rPr>
                              </m:ctrlPr>
                            </m:dPr>
                            <m:e>
                              <m:r>
                                <a:rPr lang="en-US" i="1" dirty="0">
                                  <a:latin typeface="Cambria Math" panose="02040503050406030204" pitchFamily="18" charset="0"/>
                                </a:rPr>
                                <m:t>𝑎</m:t>
                              </m:r>
                            </m:e>
                          </m:d>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d</m:t>
                              </m:r>
                            </m:e>
                            <m:sub>
                              <m:r>
                                <a:rPr lang="en-US" b="0" i="1" dirty="0" smtClean="0">
                                  <a:latin typeface="Cambria Math" panose="02040503050406030204" pitchFamily="18" charset="0"/>
                                </a:rPr>
                                <m:t>𝑥</m:t>
                              </m:r>
                            </m:sub>
                          </m:sSub>
                          <m:d>
                            <m:dPr>
                              <m:ctrlPr>
                                <a:rPr lang="en-US" i="1" dirty="0">
                                  <a:latin typeface="Cambria Math" panose="02040503050406030204" pitchFamily="18" charset="0"/>
                                </a:rPr>
                              </m:ctrlPr>
                            </m:dPr>
                            <m:e>
                              <m:r>
                                <a:rPr lang="en-US" i="1" dirty="0">
                                  <a:latin typeface="Cambria Math" panose="02040503050406030204" pitchFamily="18" charset="0"/>
                                </a:rPr>
                                <m:t>𝑎</m:t>
                              </m:r>
                            </m:e>
                          </m:d>
                        </m:e>
                      </m:d>
                      <m:r>
                        <a:rPr lang="en-US" b="0" i="1" dirty="0" smtClean="0">
                          <a:latin typeface="Cambria Math" panose="02040503050406030204" pitchFamily="18" charset="0"/>
                          <a:ea typeface="Cambria Math" panose="02040503050406030204" pitchFamily="18" charset="0"/>
                        </a:rPr>
                        <m:t>≥0</m:t>
                      </m:r>
                    </m:oMath>
                  </m:oMathPara>
                </a14:m>
                <a:endParaRPr lang="en-US" b="0" dirty="0"/>
              </a:p>
              <a:p>
                <a:pPr marL="0" indent="0">
                  <a:buNone/>
                </a:pPr>
                <a:r>
                  <a:rPr lang="en-US" dirty="0"/>
                  <a:t>Similarly, </a:t>
                </a:r>
                <a14:m>
                  <m:oMath xmlns:m="http://schemas.openxmlformats.org/officeDocument/2006/math">
                    <m:r>
                      <a:rPr lang="en-US" i="1">
                        <a:latin typeface="Cambria Math" panose="02040503050406030204" pitchFamily="18" charset="0"/>
                      </a:rPr>
                      <m:t>𝐵</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𝑇</m:t>
                            </m:r>
                            <m:r>
                              <a:rPr lang="en-US" b="0" i="1" smtClean="0">
                                <a:latin typeface="Cambria Math" panose="02040503050406030204" pitchFamily="18" charset="0"/>
                              </a:rPr>
                              <m:t>′</m:t>
                            </m:r>
                          </m:e>
                          <m:sup>
                            <m:r>
                              <a:rPr lang="en-US" i="1">
                                <a:latin typeface="Cambria Math" panose="02040503050406030204" pitchFamily="18" charset="0"/>
                              </a:rPr>
                              <m:t>′</m:t>
                            </m:r>
                          </m:sup>
                        </m:sSup>
                      </m:e>
                    </m:d>
                    <m:r>
                      <a:rPr lang="en-US" b="0" i="1" smtClean="0">
                        <a:latin typeface="Cambria Math" panose="02040503050406030204" pitchFamily="18" charset="0"/>
                      </a:rPr>
                      <m:t>≤</m:t>
                    </m:r>
                    <m:r>
                      <a:rPr lang="en-US" i="1">
                        <a:latin typeface="Cambria Math" panose="02040503050406030204" pitchFamily="18" charset="0"/>
                      </a:rPr>
                      <m:t>𝐵</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m:t>
                            </m:r>
                          </m:sup>
                        </m:sSup>
                      </m:e>
                    </m:d>
                    <m:r>
                      <a:rPr lang="en-US" b="0" i="1" smtClean="0">
                        <a:latin typeface="Cambria Math" panose="02040503050406030204" pitchFamily="18" charset="0"/>
                      </a:rPr>
                      <m:t>≤</m:t>
                    </m:r>
                    <m:r>
                      <a:rPr lang="en-US" i="1">
                        <a:latin typeface="Cambria Math" panose="02040503050406030204" pitchFamily="18" charset="0"/>
                      </a:rPr>
                      <m:t>𝐵</m:t>
                    </m:r>
                    <m:d>
                      <m:dPr>
                        <m:ctrlPr>
                          <a:rPr lang="en-US" i="1">
                            <a:latin typeface="Cambria Math" panose="02040503050406030204" pitchFamily="18" charset="0"/>
                          </a:rPr>
                        </m:ctrlPr>
                      </m:dPr>
                      <m:e>
                        <m:r>
                          <a:rPr lang="en-US" b="0" i="1" smtClean="0">
                            <a:latin typeface="Cambria Math" panose="02040503050406030204" pitchFamily="18" charset="0"/>
                          </a:rPr>
                          <m:t>𝑇</m:t>
                        </m:r>
                      </m:e>
                    </m:d>
                  </m:oMath>
                </a14:m>
                <a:r>
                  <a:rPr lang="en-US" b="0" dirty="0"/>
                  <a:t>, but </a:t>
                </a:r>
                <a14:m>
                  <m:oMath xmlns:m="http://schemas.openxmlformats.org/officeDocument/2006/math">
                    <m:r>
                      <a:rPr lang="en-US" i="1">
                        <a:latin typeface="Cambria Math" panose="02040503050406030204" pitchFamily="18" charset="0"/>
                      </a:rPr>
                      <m:t>𝐵</m:t>
                    </m:r>
                    <m:d>
                      <m:dPr>
                        <m:ctrlPr>
                          <a:rPr lang="en-US" i="1">
                            <a:latin typeface="Cambria Math" panose="02040503050406030204" pitchFamily="18" charset="0"/>
                          </a:rPr>
                        </m:ctrlPr>
                      </m:dPr>
                      <m:e>
                        <m:r>
                          <a:rPr lang="en-US" i="1">
                            <a:latin typeface="Cambria Math" panose="02040503050406030204" pitchFamily="18" charset="0"/>
                          </a:rPr>
                          <m:t>𝑇</m:t>
                        </m:r>
                      </m:e>
                    </m:d>
                    <m:r>
                      <a:rPr lang="en-US" b="0" i="1" smtClean="0">
                        <a:latin typeface="Cambria Math" panose="02040503050406030204" pitchFamily="18" charset="0"/>
                      </a:rPr>
                      <m:t>≤</m:t>
                    </m:r>
                    <m:r>
                      <a:rPr lang="en-US" i="1">
                        <a:latin typeface="Cambria Math" panose="02040503050406030204" pitchFamily="18" charset="0"/>
                      </a:rPr>
                      <m:t>𝐵</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𝑇</m:t>
                            </m:r>
                            <m:r>
                              <a:rPr lang="en-US" i="1">
                                <a:latin typeface="Cambria Math" panose="02040503050406030204" pitchFamily="18" charset="0"/>
                              </a:rPr>
                              <m:t>′</m:t>
                            </m:r>
                          </m:e>
                          <m:sup>
                            <m:r>
                              <a:rPr lang="en-US" i="1">
                                <a:latin typeface="Cambria Math" panose="02040503050406030204" pitchFamily="18" charset="0"/>
                              </a:rPr>
                              <m:t>′</m:t>
                            </m:r>
                          </m:sup>
                        </m:sSup>
                      </m:e>
                    </m:d>
                  </m:oMath>
                </a14:m>
                <a:r>
                  <a:rPr lang="en-US" b="0" dirty="0"/>
                  <a:t>, so </a:t>
                </a:r>
                <a14:m>
                  <m:oMath xmlns:m="http://schemas.openxmlformats.org/officeDocument/2006/math">
                    <m:r>
                      <a:rPr lang="en-US" b="1" i="1">
                        <a:latin typeface="Cambria Math" panose="02040503050406030204" pitchFamily="18" charset="0"/>
                      </a:rPr>
                      <m:t>𝑩</m:t>
                    </m:r>
                    <m:d>
                      <m:dPr>
                        <m:ctrlPr>
                          <a:rPr lang="en-US" b="1" i="1">
                            <a:latin typeface="Cambria Math" panose="02040503050406030204" pitchFamily="18" charset="0"/>
                          </a:rPr>
                        </m:ctrlPr>
                      </m:dPr>
                      <m:e>
                        <m:r>
                          <a:rPr lang="en-US" b="1" i="1">
                            <a:latin typeface="Cambria Math" panose="02040503050406030204" pitchFamily="18" charset="0"/>
                          </a:rPr>
                          <m:t>𝑻</m:t>
                        </m:r>
                      </m:e>
                    </m:d>
                    <m:r>
                      <a:rPr lang="en-US" b="1" i="1" smtClean="0">
                        <a:latin typeface="Cambria Math" panose="02040503050406030204" pitchFamily="18" charset="0"/>
                      </a:rPr>
                      <m:t>=</m:t>
                    </m:r>
                    <m:r>
                      <a:rPr lang="en-US" b="1" i="1">
                        <a:latin typeface="Cambria Math" panose="02040503050406030204" pitchFamily="18" charset="0"/>
                      </a:rPr>
                      <m:t>𝑩</m:t>
                    </m:r>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𝑻</m:t>
                            </m:r>
                            <m:r>
                              <a:rPr lang="en-US" b="1" i="1">
                                <a:latin typeface="Cambria Math" panose="02040503050406030204" pitchFamily="18" charset="0"/>
                              </a:rPr>
                              <m:t>′</m:t>
                            </m:r>
                          </m:e>
                          <m:sup>
                            <m:r>
                              <a:rPr lang="en-US" b="1" i="1">
                                <a:latin typeface="Cambria Math" panose="02040503050406030204" pitchFamily="18" charset="0"/>
                              </a:rPr>
                              <m:t>′</m:t>
                            </m:r>
                          </m:sup>
                        </m:sSup>
                      </m:e>
                    </m:d>
                  </m:oMath>
                </a14:m>
                <a:endParaRPr lang="en-US" b="1" dirty="0"/>
              </a:p>
              <a:p>
                <a:pPr marL="0" indent="0">
                  <a:buNone/>
                </a:pPr>
                <a:endParaRPr lang="en-US" b="0" dirty="0"/>
              </a:p>
            </p:txBody>
          </p:sp>
        </mc:Choice>
        <mc:Fallback>
          <p:sp>
            <p:nvSpPr>
              <p:cNvPr id="6" name="Content Placeholder 5">
                <a:extLst>
                  <a:ext uri="{FF2B5EF4-FFF2-40B4-BE49-F238E27FC236}">
                    <a16:creationId xmlns:a16="http://schemas.microsoft.com/office/drawing/2014/main" id="{CC143DA1-68B4-B276-9A25-092D72E9DC85}"/>
                  </a:ext>
                </a:extLst>
              </p:cNvPr>
              <p:cNvSpPr>
                <a:spLocks noGrp="1" noRot="1" noChangeAspect="1" noMove="1" noResize="1" noEditPoints="1" noAdjustHandles="1" noChangeArrowheads="1" noChangeShapeType="1" noTextEdit="1"/>
              </p:cNvSpPr>
              <p:nvPr>
                <p:ph sz="half" idx="2"/>
              </p:nvPr>
            </p:nvSpPr>
            <p:spPr>
              <a:xfrm>
                <a:off x="838199" y="4114800"/>
                <a:ext cx="10954109" cy="2656936"/>
              </a:xfrm>
              <a:blipFill>
                <a:blip r:embed="rId4"/>
                <a:stretch>
                  <a:fillRect l="-1113"/>
                </a:stretch>
              </a:blipFill>
            </p:spPr>
            <p:txBody>
              <a:bodyPr/>
              <a:lstStyle/>
              <a:p>
                <a:r>
                  <a:rPr lang="en-US">
                    <a:noFill/>
                  </a:rPr>
                  <a:t> </a:t>
                </a:r>
              </a:p>
            </p:txBody>
          </p:sp>
        </mc:Fallback>
      </mc:AlternateContent>
    </p:spTree>
    <p:extLst>
      <p:ext uri="{BB962C8B-B14F-4D97-AF65-F5344CB8AC3E}">
        <p14:creationId xmlns:p14="http://schemas.microsoft.com/office/powerpoint/2010/main" val="33709234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C7EE0-DBEA-285A-202D-FE74CC942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5FE86-1168-8CF2-63DB-52ED8E613E0C}"/>
              </a:ext>
            </a:extLst>
          </p:cNvPr>
          <p:cNvSpPr>
            <a:spLocks noGrp="1"/>
          </p:cNvSpPr>
          <p:nvPr>
            <p:ph type="title"/>
          </p:nvPr>
        </p:nvSpPr>
        <p:spPr/>
        <p:txBody>
          <a:bodyPr/>
          <a:lstStyle/>
          <a:p>
            <a:r>
              <a:rPr lang="en-US" dirty="0"/>
              <a:t>Huffman Coding: Correctness (3)</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339785CE-0B12-1A10-C5D1-D05F7BDFAD00}"/>
                  </a:ext>
                </a:extLst>
              </p:cNvPr>
              <p:cNvSpPr>
                <a:spLocks noGrp="1"/>
              </p:cNvSpPr>
              <p:nvPr>
                <p:ph idx="1"/>
              </p:nvPr>
            </p:nvSpPr>
            <p:spPr/>
            <p:txBody>
              <a:bodyPr>
                <a:normAutofit/>
              </a:bodyPr>
              <a:lstStyle/>
              <a:p>
                <a:pPr marL="0" indent="0">
                  <a:buNone/>
                </a:pPr>
                <a:r>
                  <a:rPr lang="en-US" sz="2400" dirty="0"/>
                  <a:t>Need to show that Huffman coding algorithms holds optimal substructure property.</a:t>
                </a:r>
              </a:p>
              <a:p>
                <a:pPr marL="0" indent="0">
                  <a:buNone/>
                </a:pPr>
                <a:r>
                  <a:rPr lang="en-US" sz="2400" b="1" dirty="0"/>
                  <a:t>Lemma</a:t>
                </a:r>
                <a:r>
                  <a:rPr lang="en-US" sz="2400" dirty="0"/>
                  <a:t>: </a:t>
                </a:r>
              </a:p>
              <a:p>
                <a:r>
                  <a:rPr lang="en-US" sz="2400" dirty="0"/>
                  <a:t>Let </a:t>
                </a:r>
                <a14:m>
                  <m:oMath xmlns:m="http://schemas.openxmlformats.org/officeDocument/2006/math">
                    <m:r>
                      <m:rPr>
                        <m:sty m:val="p"/>
                      </m:rPr>
                      <a:rPr lang="en-US" sz="2400">
                        <a:latin typeface="Cambria Math" panose="02040503050406030204" pitchFamily="18" charset="0"/>
                      </a:rPr>
                      <m:t>C</m:t>
                    </m:r>
                  </m:oMath>
                </a14:m>
                <a:r>
                  <a:rPr lang="en-US" sz="2400" dirty="0"/>
                  <a:t> be the alphabet and each </a:t>
                </a:r>
                <a14:m>
                  <m:oMath xmlns:m="http://schemas.openxmlformats.org/officeDocument/2006/math">
                    <m:r>
                      <m:rPr>
                        <m:sty m:val="p"/>
                        <m:brk m:alnAt="7"/>
                      </m:rPr>
                      <a:rPr lang="en-US" sz="2400" i="1" dirty="0">
                        <a:latin typeface="Cambria Math" panose="02040503050406030204" pitchFamily="18" charset="0"/>
                      </a:rPr>
                      <m:t>c</m:t>
                    </m:r>
                    <m:r>
                      <a:rPr lang="en-US" sz="2400" i="1" dirty="0">
                        <a:latin typeface="Cambria Math" panose="02040503050406030204" pitchFamily="18" charset="0"/>
                        <a:ea typeface="Cambria Math" panose="02040503050406030204" pitchFamily="18" charset="0"/>
                      </a:rPr>
                      <m:t>∈</m:t>
                    </m:r>
                    <m:r>
                      <m:rPr>
                        <m:sty m:val="p"/>
                      </m:rPr>
                      <a:rPr lang="en-US" sz="2400" i="1" dirty="0">
                        <a:latin typeface="Cambria Math" panose="02040503050406030204" pitchFamily="18" charset="0"/>
                        <a:ea typeface="Cambria Math" panose="02040503050406030204" pitchFamily="18" charset="0"/>
                      </a:rPr>
                      <m:t>C</m:t>
                    </m:r>
                  </m:oMath>
                </a14:m>
                <a:r>
                  <a:rPr lang="en-US" sz="2400" dirty="0"/>
                  <a:t> symbol has </a:t>
                </a:r>
                <a14:m>
                  <m:oMath xmlns:m="http://schemas.openxmlformats.org/officeDocument/2006/math">
                    <m:r>
                      <a:rPr lang="en-US" sz="2400" i="1" dirty="0" smtClean="0">
                        <a:latin typeface="Cambria Math" panose="02040503050406030204" pitchFamily="18" charset="0"/>
                      </a:rPr>
                      <m:t>𝑐</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oMath>
                </a14:m>
                <a:r>
                  <a:rPr lang="en-US" sz="2400" dirty="0"/>
                  <a:t> frequency.</a:t>
                </a:r>
              </a:p>
              <a:p>
                <a:r>
                  <a:rPr lang="en-US" sz="2400" dirty="0"/>
                  <a:t>Let </a:t>
                </a:r>
                <a14:m>
                  <m:oMath xmlns:m="http://schemas.openxmlformats.org/officeDocument/2006/math">
                    <m:r>
                      <a:rPr lang="en-US" sz="2400" i="1" dirty="0" smtClean="0">
                        <a:latin typeface="Cambria Math" panose="02040503050406030204" pitchFamily="18" charset="0"/>
                      </a:rPr>
                      <m:t>𝑥</m:t>
                    </m:r>
                  </m:oMath>
                </a14:m>
                <a:r>
                  <a:rPr lang="en-US" sz="2400" dirty="0"/>
                  <a:t> and </a:t>
                </a:r>
                <a14:m>
                  <m:oMath xmlns:m="http://schemas.openxmlformats.org/officeDocument/2006/math">
                    <m:r>
                      <a:rPr lang="en-US" sz="2400" i="1" dirty="0" smtClean="0">
                        <a:latin typeface="Cambria Math" panose="02040503050406030204" pitchFamily="18" charset="0"/>
                      </a:rPr>
                      <m:t>𝑦</m:t>
                    </m:r>
                  </m:oMath>
                </a14:m>
                <a:r>
                  <a:rPr lang="en-US" sz="2400" dirty="0"/>
                  <a:t> symbols having the lowest frequencies.</a:t>
                </a:r>
              </a:p>
              <a:p>
                <a:r>
                  <a:rPr lang="en-US" sz="2400" dirty="0"/>
                  <a:t>Let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𝐶</m:t>
                        </m:r>
                      </m:e>
                      <m:sup>
                        <m:r>
                          <a:rPr lang="en-US" sz="2400" i="1">
                            <a:latin typeface="Cambria Math" panose="02040503050406030204" pitchFamily="18" charset="0"/>
                          </a:rPr>
                          <m:t>′</m:t>
                        </m:r>
                      </m:sup>
                    </m:sSup>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 </m:t>
                        </m:r>
                        <m:r>
                          <a:rPr lang="en-US" sz="2400" b="0" i="1" smtClean="0">
                            <a:latin typeface="Cambria Math" panose="02040503050406030204" pitchFamily="18" charset="0"/>
                          </a:rPr>
                          <m:t>𝑦</m:t>
                        </m:r>
                        <m:r>
                          <a:rPr lang="en-US" sz="2400" b="0" i="1" smtClean="0">
                            <a:latin typeface="Cambria Math" panose="02040503050406030204" pitchFamily="18" charset="0"/>
                          </a:rPr>
                          <m:t>}</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𝑧</m:t>
                    </m:r>
                    <m:r>
                      <a:rPr lang="en-US" sz="2400" b="0" i="1" smtClean="0">
                        <a:latin typeface="Cambria Math" panose="02040503050406030204" pitchFamily="18" charset="0"/>
                        <a:ea typeface="Cambria Math" panose="02040503050406030204" pitchFamily="18" charset="0"/>
                      </a:rPr>
                      <m:t>}</m:t>
                    </m:r>
                  </m:oMath>
                </a14:m>
                <a:r>
                  <a:rPr lang="en-US" sz="2400" dirty="0"/>
                  <a:t>, where for new symbol </a:t>
                </a:r>
                <a14:m>
                  <m:oMath xmlns:m="http://schemas.openxmlformats.org/officeDocument/2006/math">
                    <m:r>
                      <a:rPr lang="en-US" sz="2400" i="1" dirty="0" smtClean="0">
                        <a:latin typeface="Cambria Math" panose="02040503050406030204" pitchFamily="18" charset="0"/>
                      </a:rPr>
                      <m:t>𝑧</m:t>
                    </m:r>
                  </m:oMath>
                </a14:m>
                <a:r>
                  <a:rPr lang="en-US" sz="2400" dirty="0"/>
                  <a:t>,</a:t>
                </a:r>
                <a:br>
                  <a:rPr lang="en-US" sz="2400" dirty="0"/>
                </a:b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𝑓𝑟𝑒𝑞</m:t>
                    </m:r>
                    <m:r>
                      <a:rPr lang="en-US" sz="2400" i="1" dirty="0" smtClean="0">
                        <a:latin typeface="Cambria Math" panose="02040503050406030204" pitchFamily="18" charset="0"/>
                      </a:rPr>
                      <m:t> = </m:t>
                    </m:r>
                    <m:r>
                      <a:rPr lang="en-US" sz="2400" i="1" dirty="0" err="1" smtClean="0">
                        <a:latin typeface="Cambria Math" panose="02040503050406030204" pitchFamily="18" charset="0"/>
                      </a:rPr>
                      <m:t>𝑥</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𝑦</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𝑓𝑟𝑒𝑞</m:t>
                    </m:r>
                  </m:oMath>
                </a14:m>
                <a:r>
                  <a:rPr lang="en-US" sz="2400" dirty="0"/>
                  <a:t>.</a:t>
                </a:r>
              </a:p>
              <a:p>
                <a:r>
                  <a:rPr lang="en-US" sz="2400" dirty="0"/>
                  <a:t> Let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oMath>
                </a14:m>
                <a:r>
                  <a:rPr lang="en-US" sz="2400" dirty="0"/>
                  <a:t> be any tree representing an optimal prefix-free code for alphabet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𝐶</m:t>
                        </m:r>
                      </m:e>
                      <m:sup>
                        <m:r>
                          <a:rPr lang="en-US" sz="2400" i="1">
                            <a:latin typeface="Cambria Math" panose="02040503050406030204" pitchFamily="18" charset="0"/>
                          </a:rPr>
                          <m:t>′</m:t>
                        </m:r>
                      </m:sup>
                    </m:sSup>
                  </m:oMath>
                </a14:m>
                <a:endParaRPr lang="en-US" sz="2400" dirty="0"/>
              </a:p>
              <a:p>
                <a:r>
                  <a:rPr lang="en-US" sz="2400" dirty="0"/>
                  <a:t>Then tree </a:t>
                </a:r>
                <a14:m>
                  <m:oMath xmlns:m="http://schemas.openxmlformats.org/officeDocument/2006/math">
                    <m:r>
                      <a:rPr lang="en-US" sz="2400" i="1" dirty="0" smtClean="0">
                        <a:latin typeface="Cambria Math" panose="02040503050406030204" pitchFamily="18" charset="0"/>
                      </a:rPr>
                      <m:t>𝑇</m:t>
                    </m:r>
                  </m:oMath>
                </a14:m>
                <a:r>
                  <a:rPr lang="en-US" sz="2400" dirty="0"/>
                  <a:t>, obtained from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oMath>
                </a14:m>
                <a:r>
                  <a:rPr lang="en-US" sz="2400" dirty="0"/>
                  <a:t>by replacing the leaf node for </a:t>
                </a:r>
                <a14:m>
                  <m:oMath xmlns:m="http://schemas.openxmlformats.org/officeDocument/2006/math">
                    <m:r>
                      <a:rPr lang="en-US" sz="2400" i="1" dirty="0" smtClean="0">
                        <a:latin typeface="Cambria Math" panose="02040503050406030204" pitchFamily="18" charset="0"/>
                      </a:rPr>
                      <m:t>𝑧</m:t>
                    </m:r>
                  </m:oMath>
                </a14:m>
                <a:r>
                  <a:rPr lang="en-US" sz="2400" dirty="0"/>
                  <a:t> with an internal node having </a:t>
                </a:r>
                <a14:m>
                  <m:oMath xmlns:m="http://schemas.openxmlformats.org/officeDocument/2006/math">
                    <m:r>
                      <a:rPr lang="en-US" sz="2400" i="1" dirty="0" smtClean="0">
                        <a:latin typeface="Cambria Math" panose="02040503050406030204" pitchFamily="18" charset="0"/>
                      </a:rPr>
                      <m:t>𝑥</m:t>
                    </m:r>
                  </m:oMath>
                </a14:m>
                <a:r>
                  <a:rPr lang="en-US" sz="2400" dirty="0"/>
                  <a:t> and </a:t>
                </a:r>
                <a14:m>
                  <m:oMath xmlns:m="http://schemas.openxmlformats.org/officeDocument/2006/math">
                    <m:r>
                      <a:rPr lang="en-US" sz="2400" i="1" dirty="0" smtClean="0">
                        <a:latin typeface="Cambria Math" panose="02040503050406030204" pitchFamily="18" charset="0"/>
                      </a:rPr>
                      <m:t>𝑦</m:t>
                    </m:r>
                  </m:oMath>
                </a14:m>
                <a:r>
                  <a:rPr lang="en-US" sz="2400" dirty="0"/>
                  <a:t> as children, represents an optimal prefix-free code for the alphabet C .</a:t>
                </a:r>
              </a:p>
            </p:txBody>
          </p:sp>
        </mc:Choice>
        <mc:Fallback>
          <p:sp>
            <p:nvSpPr>
              <p:cNvPr id="5" name="Content Placeholder 4">
                <a:extLst>
                  <a:ext uri="{FF2B5EF4-FFF2-40B4-BE49-F238E27FC236}">
                    <a16:creationId xmlns:a16="http://schemas.microsoft.com/office/drawing/2014/main" id="{339785CE-0B12-1A10-C5D1-D05F7BDFAD00}"/>
                  </a:ext>
                </a:extLst>
              </p:cNvPr>
              <p:cNvSpPr>
                <a:spLocks noGrp="1" noRot="1" noChangeAspect="1" noMove="1" noResize="1" noEditPoints="1" noAdjustHandles="1" noChangeArrowheads="1" noChangeShapeType="1" noTextEdit="1"/>
              </p:cNvSpPr>
              <p:nvPr>
                <p:ph idx="1"/>
              </p:nvPr>
            </p:nvSpPr>
            <p:spPr>
              <a:blipFill>
                <a:blip r:embed="rId2"/>
                <a:stretch>
                  <a:fillRect l="-928" t="-1961" r="-638"/>
                </a:stretch>
              </a:blipFill>
            </p:spPr>
            <p:txBody>
              <a:bodyPr/>
              <a:lstStyle/>
              <a:p>
                <a:r>
                  <a:rPr lang="en-US">
                    <a:noFill/>
                  </a:rPr>
                  <a:t> </a:t>
                </a:r>
              </a:p>
            </p:txBody>
          </p:sp>
        </mc:Fallback>
      </mc:AlternateContent>
    </p:spTree>
    <p:extLst>
      <p:ext uri="{BB962C8B-B14F-4D97-AF65-F5344CB8AC3E}">
        <p14:creationId xmlns:p14="http://schemas.microsoft.com/office/powerpoint/2010/main" val="3728262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21541-A6B3-55FE-4B00-E8BA1454A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95CE3-7FC2-10B3-4EAD-36D5A14121E7}"/>
              </a:ext>
            </a:extLst>
          </p:cNvPr>
          <p:cNvSpPr>
            <a:spLocks noGrp="1"/>
          </p:cNvSpPr>
          <p:nvPr>
            <p:ph type="title"/>
          </p:nvPr>
        </p:nvSpPr>
        <p:spPr/>
        <p:txBody>
          <a:bodyPr/>
          <a:lstStyle/>
          <a:p>
            <a:r>
              <a:rPr lang="en-US" dirty="0"/>
              <a:t>Huffman Coding: Correctness (3)</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2B9D972B-B1F2-BCF3-9BD2-E31FDC362F34}"/>
                  </a:ext>
                </a:extLst>
              </p:cNvPr>
              <p:cNvSpPr>
                <a:spLocks noGrp="1"/>
              </p:cNvSpPr>
              <p:nvPr>
                <p:ph idx="1"/>
              </p:nvPr>
            </p:nvSpPr>
            <p:spPr/>
            <p:txBody>
              <a:bodyPr>
                <a:normAutofit/>
              </a:bodyPr>
              <a:lstStyle/>
              <a:p>
                <a:pPr marL="0" indent="0">
                  <a:buNone/>
                </a:pPr>
                <a:r>
                  <a:rPr lang="en-US" sz="2400" dirty="0"/>
                  <a:t>Need to show that Huffman coding algorithms holds optimal substructure property.</a:t>
                </a:r>
              </a:p>
              <a:p>
                <a:pPr marL="0" indent="0">
                  <a:buNone/>
                </a:pPr>
                <a:r>
                  <a:rPr lang="en-US" sz="2400" b="1" dirty="0"/>
                  <a:t>Proof</a:t>
                </a:r>
                <a:r>
                  <a:rPr lang="en-US" sz="2400" dirty="0"/>
                  <a:t>: </a:t>
                </a:r>
              </a:p>
              <a:p>
                <a:r>
                  <a:rPr lang="en-US" sz="2400" dirty="0"/>
                  <a:t>For each </a:t>
                </a:r>
                <a14:m>
                  <m:oMath xmlns:m="http://schemas.openxmlformats.org/officeDocument/2006/math">
                    <m:r>
                      <m:rPr>
                        <m:sty m:val="p"/>
                      </m:rPr>
                      <a:rPr lang="en-US" sz="2400" b="0" i="0" smtClean="0">
                        <a:latin typeface="Cambria Math" panose="02040503050406030204" pitchFamily="18" charset="0"/>
                      </a:rPr>
                      <m:t>c</m:t>
                    </m:r>
                    <m:r>
                      <a:rPr lang="en-US" sz="2400" b="0" i="1" smtClean="0">
                        <a:latin typeface="Cambria Math" panose="02040503050406030204" pitchFamily="18" charset="0"/>
                        <a:ea typeface="Cambria Math" panose="02040503050406030204" pitchFamily="18" charset="0"/>
                      </a:rPr>
                      <m:t>∈</m:t>
                    </m:r>
                    <m:d>
                      <m:dPr>
                        <m:ctrlPr>
                          <a:rPr lang="en-US" sz="2400" i="1" smtClean="0">
                            <a:latin typeface="Cambria Math" panose="02040503050406030204" pitchFamily="18" charset="0"/>
                          </a:rPr>
                        </m:ctrlPr>
                      </m:dPr>
                      <m:e>
                        <m:r>
                          <a:rPr lang="en-US" sz="2400" i="1">
                            <a:latin typeface="Cambria Math" panose="02040503050406030204" pitchFamily="18" charset="0"/>
                          </a:rPr>
                          <m:t>𝐶</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 </m:t>
                        </m:r>
                        <m:r>
                          <a:rPr lang="en-US" sz="2400" i="1">
                            <a:latin typeface="Cambria Math" panose="02040503050406030204" pitchFamily="18" charset="0"/>
                          </a:rPr>
                          <m:t>𝑦</m:t>
                        </m:r>
                        <m:r>
                          <a:rPr lang="en-US" sz="2400" i="1">
                            <a:latin typeface="Cambria Math" panose="02040503050406030204" pitchFamily="18" charset="0"/>
                          </a:rPr>
                          <m:t>}</m:t>
                        </m:r>
                      </m:e>
                    </m:d>
                  </m:oMath>
                </a14:m>
                <a:r>
                  <a:rPr lang="en-US" sz="2400" dirty="0"/>
                  <a:t>; </a:t>
                </a:r>
                <a14:m>
                  <m:oMath xmlns:m="http://schemas.openxmlformats.org/officeDocument/2006/math">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𝑐</m:t>
                        </m:r>
                      </m:e>
                    </m:d>
                    <m:r>
                      <a:rPr lang="en-US" sz="2400" b="0" i="1" dirty="0" smtClean="0">
                        <a:latin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sSup>
                          <m:sSupPr>
                            <m:ctrlPr>
                              <a:rPr lang="en-US" sz="2400" i="1" dirty="0">
                                <a:latin typeface="Cambria Math" panose="02040503050406030204" pitchFamily="18" charset="0"/>
                              </a:rPr>
                            </m:ctrlPr>
                          </m:sSupPr>
                          <m:e>
                            <m:r>
                              <a:rPr lang="en-US" sz="2400" i="1" dirty="0">
                                <a:latin typeface="Cambria Math" panose="02040503050406030204" pitchFamily="18" charset="0"/>
                              </a:rPr>
                              <m:t>𝑇</m:t>
                            </m:r>
                          </m:e>
                          <m:sup>
                            <m:r>
                              <a:rPr lang="en-US" sz="2400" i="1" dirty="0">
                                <a:latin typeface="Cambria Math" panose="02040503050406030204" pitchFamily="18" charset="0"/>
                              </a:rPr>
                              <m:t>′</m:t>
                            </m:r>
                          </m:sup>
                        </m:sSup>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𝑐</m:t>
                        </m:r>
                      </m:e>
                    </m:d>
                  </m:oMath>
                </a14:m>
                <a:r>
                  <a:rPr lang="en-US" sz="2400" dirty="0"/>
                  <a:t>.</a:t>
                </a:r>
              </a:p>
              <a:p>
                <a:r>
                  <a:rPr lang="en-US" sz="2400" dirty="0"/>
                  <a:t>By construction: </a:t>
                </a:r>
                <a14:m>
                  <m:oMath xmlns:m="http://schemas.openxmlformats.org/officeDocument/2006/math">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𝑥</m:t>
                        </m:r>
                      </m:e>
                    </m:d>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a:rPr lang="en-US" sz="2400" b="0" i="1" dirty="0" smtClean="0">
                            <a:latin typeface="Cambria Math" panose="02040503050406030204" pitchFamily="18" charset="0"/>
                          </a:rPr>
                          <m:t>𝑇</m:t>
                        </m:r>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𝑦</m:t>
                        </m:r>
                      </m:e>
                    </m:d>
                    <m:r>
                      <a:rPr lang="en-US" sz="2400" b="0" i="1" dirty="0" smtClean="0">
                        <a:latin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sSup>
                          <m:sSupPr>
                            <m:ctrlPr>
                              <a:rPr lang="en-US" sz="2400" i="1" dirty="0">
                                <a:latin typeface="Cambria Math" panose="02040503050406030204" pitchFamily="18" charset="0"/>
                              </a:rPr>
                            </m:ctrlPr>
                          </m:sSupPr>
                          <m:e>
                            <m:r>
                              <a:rPr lang="en-US" sz="2400" i="1" dirty="0">
                                <a:latin typeface="Cambria Math" panose="02040503050406030204" pitchFamily="18" charset="0"/>
                              </a:rPr>
                              <m:t>𝑇</m:t>
                            </m:r>
                          </m:e>
                          <m:sup>
                            <m:r>
                              <a:rPr lang="en-US" sz="2400" i="1" dirty="0">
                                <a:latin typeface="Cambria Math" panose="02040503050406030204" pitchFamily="18" charset="0"/>
                              </a:rPr>
                              <m:t>′</m:t>
                            </m:r>
                          </m:sup>
                        </m:sSup>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𝑧</m:t>
                        </m:r>
                      </m:e>
                    </m:d>
                    <m:r>
                      <a:rPr lang="en-US" sz="2400" b="0" i="1" dirty="0" smtClean="0">
                        <a:latin typeface="Cambria Math" panose="02040503050406030204" pitchFamily="18" charset="0"/>
                      </a:rPr>
                      <m:t>+1</m:t>
                    </m:r>
                  </m:oMath>
                </a14:m>
                <a:r>
                  <a:rPr lang="en-US" sz="2400" dirty="0"/>
                  <a:t>, then</a:t>
                </a:r>
                <a:br>
                  <a:rPr lang="en-US" sz="2400" dirty="0"/>
                </a:br>
                <a14:m>
                  <m:oMath xmlns:m="http://schemas.openxmlformats.org/officeDocument/2006/math">
                    <m:r>
                      <a:rPr lang="en-US" sz="2400" i="1">
                        <a:latin typeface="Cambria Math" panose="02040503050406030204" pitchFamily="18" charset="0"/>
                      </a:rPr>
                      <m:t>𝐵</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m:t>
                    </m:r>
                    <m:r>
                      <a:rPr lang="en-US" sz="2400" i="1">
                        <a:latin typeface="Cambria Math" panose="02040503050406030204" pitchFamily="18" charset="0"/>
                      </a:rPr>
                      <m:t>𝐵</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e>
                    </m:d>
                    <m:r>
                      <a:rPr lang="en-US" sz="2400" i="1">
                        <a:latin typeface="Cambria Math" panose="02040503050406030204" pitchFamily="18" charset="0"/>
                      </a:rPr>
                      <m:t>=</m:t>
                    </m:r>
                    <m:nary>
                      <m:naryPr>
                        <m:chr m:val="∑"/>
                        <m:supHide m:val="on"/>
                        <m:ctrlPr>
                          <a:rPr lang="en-US" sz="2400" i="1" dirty="0">
                            <a:latin typeface="Cambria Math" panose="02040503050406030204" pitchFamily="18" charset="0"/>
                          </a:rPr>
                        </m:ctrlPr>
                      </m:naryPr>
                      <m:sub>
                        <m:r>
                          <m:rPr>
                            <m:sty m:val="p"/>
                            <m:brk m:alnAt="7"/>
                          </m:rPr>
                          <a:rPr lang="en-US" sz="2400" i="1" dirty="0">
                            <a:latin typeface="Cambria Math" panose="02040503050406030204" pitchFamily="18" charset="0"/>
                          </a:rPr>
                          <m:t>c</m:t>
                        </m:r>
                        <m:r>
                          <a:rPr lang="en-US" sz="2400" i="1" dirty="0">
                            <a:latin typeface="Cambria Math" panose="02040503050406030204" pitchFamily="18" charset="0"/>
                            <a:ea typeface="Cambria Math" panose="02040503050406030204" pitchFamily="18" charset="0"/>
                          </a:rPr>
                          <m:t>∈</m:t>
                        </m:r>
                        <m:r>
                          <m:rPr>
                            <m:sty m:val="p"/>
                          </m:rPr>
                          <a:rPr lang="en-US" sz="2400" i="1" dirty="0">
                            <a:latin typeface="Cambria Math" panose="02040503050406030204" pitchFamily="18" charset="0"/>
                            <a:ea typeface="Cambria Math" panose="02040503050406030204" pitchFamily="18" charset="0"/>
                          </a:rPr>
                          <m:t>C</m:t>
                        </m:r>
                      </m:sub>
                      <m:sup/>
                      <m:e>
                        <m:r>
                          <m:rPr>
                            <m:sty m:val="p"/>
                          </m:rPr>
                          <a:rPr lang="en-US" sz="2400" i="1" dirty="0">
                            <a:latin typeface="Cambria Math" panose="02040503050406030204" pitchFamily="18" charset="0"/>
                          </a:rPr>
                          <m:t>c</m:t>
                        </m:r>
                        <m:r>
                          <a:rPr lang="en-US" sz="2400" i="1" dirty="0">
                            <a:latin typeface="Cambria Math" panose="02040503050406030204" pitchFamily="18" charset="0"/>
                          </a:rPr>
                          <m:t>.</m:t>
                        </m:r>
                        <m:r>
                          <m:rPr>
                            <m:sty m:val="p"/>
                          </m:rPr>
                          <a:rPr lang="en-US" sz="2400" i="1" dirty="0">
                            <a:latin typeface="Cambria Math" panose="02040503050406030204" pitchFamily="18" charset="0"/>
                          </a:rPr>
                          <m:t>freq</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𝑐</m:t>
                            </m:r>
                          </m:e>
                        </m:d>
                      </m:e>
                    </m:nary>
                    <m:r>
                      <a:rPr lang="en-US" sz="2400" i="1" dirty="0">
                        <a:latin typeface="Cambria Math" panose="02040503050406030204" pitchFamily="18" charset="0"/>
                      </a:rPr>
                      <m:t>−</m:t>
                    </m:r>
                    <m:nary>
                      <m:naryPr>
                        <m:chr m:val="∑"/>
                        <m:supHide m:val="on"/>
                        <m:ctrlPr>
                          <a:rPr lang="en-US" sz="2400" i="1" dirty="0">
                            <a:latin typeface="Cambria Math" panose="02040503050406030204" pitchFamily="18" charset="0"/>
                          </a:rPr>
                        </m:ctrlPr>
                      </m:naryPr>
                      <m:sub>
                        <m:r>
                          <m:rPr>
                            <m:sty m:val="p"/>
                            <m:brk m:alnAt="7"/>
                          </m:rPr>
                          <a:rPr lang="en-US" sz="2400" i="1" dirty="0">
                            <a:latin typeface="Cambria Math" panose="02040503050406030204" pitchFamily="18" charset="0"/>
                          </a:rPr>
                          <m:t>c</m:t>
                        </m:r>
                        <m:r>
                          <a:rPr lang="en-US" sz="2400" i="1" dirty="0">
                            <a:latin typeface="Cambria Math" panose="02040503050406030204" pitchFamily="18" charset="0"/>
                            <a:ea typeface="Cambria Math" panose="02040503050406030204" pitchFamily="18" charset="0"/>
                          </a:rPr>
                          <m:t>∈</m:t>
                        </m:r>
                        <m:sSup>
                          <m:sSupPr>
                            <m:ctrlPr>
                              <a:rPr lang="en-US" sz="240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𝐶</m:t>
                            </m:r>
                          </m:e>
                          <m:sup>
                            <m:r>
                              <a:rPr lang="en-US" sz="2400" b="0" i="1" dirty="0" smtClean="0">
                                <a:latin typeface="Cambria Math" panose="02040503050406030204" pitchFamily="18" charset="0"/>
                                <a:ea typeface="Cambria Math" panose="02040503050406030204" pitchFamily="18" charset="0"/>
                              </a:rPr>
                              <m:t>′</m:t>
                            </m:r>
                          </m:sup>
                        </m:sSup>
                      </m:sub>
                      <m:sup/>
                      <m:e>
                        <m:r>
                          <m:rPr>
                            <m:sty m:val="p"/>
                          </m:rPr>
                          <a:rPr lang="en-US" sz="2400" i="1" dirty="0">
                            <a:latin typeface="Cambria Math" panose="02040503050406030204" pitchFamily="18" charset="0"/>
                          </a:rPr>
                          <m:t>c</m:t>
                        </m:r>
                        <m:r>
                          <a:rPr lang="en-US" sz="2400" i="1" dirty="0">
                            <a:latin typeface="Cambria Math" panose="02040503050406030204" pitchFamily="18" charset="0"/>
                          </a:rPr>
                          <m:t>.</m:t>
                        </m:r>
                        <m:r>
                          <m:rPr>
                            <m:sty m:val="p"/>
                          </m:rPr>
                          <a:rPr lang="en-US" sz="2400" i="1" dirty="0">
                            <a:latin typeface="Cambria Math" panose="02040503050406030204" pitchFamily="18" charset="0"/>
                          </a:rPr>
                          <m:t>freq</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sSup>
                              <m:sSupPr>
                                <m:ctrlPr>
                                  <a:rPr lang="en-US" sz="2400" i="1" dirty="0">
                                    <a:latin typeface="Cambria Math" panose="02040503050406030204" pitchFamily="18" charset="0"/>
                                  </a:rPr>
                                </m:ctrlPr>
                              </m:sSupPr>
                              <m:e>
                                <m:r>
                                  <a:rPr lang="en-US" sz="2400" i="1" dirty="0">
                                    <a:latin typeface="Cambria Math" panose="02040503050406030204" pitchFamily="18" charset="0"/>
                                  </a:rPr>
                                  <m:t>𝑇</m:t>
                                </m:r>
                              </m:e>
                              <m:sup>
                                <m:r>
                                  <a:rPr lang="en-US" sz="2400" i="1" dirty="0">
                                    <a:latin typeface="Cambria Math" panose="02040503050406030204" pitchFamily="18" charset="0"/>
                                  </a:rPr>
                                  <m:t>′</m:t>
                                </m:r>
                              </m:sup>
                            </m:sSup>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𝑐</m:t>
                            </m:r>
                          </m:e>
                        </m:d>
                      </m:e>
                    </m:nary>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r>
                      <a:rPr lang="en-US" sz="2400" b="0" i="1" dirty="0" smtClean="0">
                        <a:latin typeface="Cambria Math" panose="02040503050406030204" pitchFamily="18" charset="0"/>
                      </a:rPr>
                      <m:t>𝑓𝑟𝑒𝑞</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𝑦</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𝑧</m:t>
                    </m:r>
                    <m:r>
                      <a:rPr lang="en-US" sz="2400" i="1" dirty="0">
                        <a:latin typeface="Cambria Math" panose="02040503050406030204" pitchFamily="18" charset="0"/>
                      </a:rPr>
                      <m:t>.</m:t>
                    </m:r>
                    <m:r>
                      <m:rPr>
                        <m:sty m:val="p"/>
                      </m:rPr>
                      <a:rPr lang="en-US" sz="2400" i="1" dirty="0">
                        <a:latin typeface="Cambria Math" panose="02040503050406030204" pitchFamily="18" charset="0"/>
                      </a:rPr>
                      <m:t>freq</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sSup>
                          <m:sSupPr>
                            <m:ctrlPr>
                              <a:rPr lang="en-US" sz="2400" i="1" dirty="0">
                                <a:latin typeface="Cambria Math" panose="02040503050406030204" pitchFamily="18" charset="0"/>
                              </a:rPr>
                            </m:ctrlPr>
                          </m:sSupPr>
                          <m:e>
                            <m:r>
                              <a:rPr lang="en-US" sz="2400" i="1" dirty="0">
                                <a:latin typeface="Cambria Math" panose="02040503050406030204" pitchFamily="18" charset="0"/>
                              </a:rPr>
                              <m:t>𝑇</m:t>
                            </m:r>
                          </m:e>
                          <m:sup>
                            <m:r>
                              <a:rPr lang="en-US" sz="2400" i="1" dirty="0">
                                <a:latin typeface="Cambria Math" panose="02040503050406030204" pitchFamily="18" charset="0"/>
                              </a:rPr>
                              <m:t>′</m:t>
                            </m:r>
                          </m:sup>
                        </m:sSup>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𝑧</m:t>
                        </m:r>
                      </m:e>
                    </m:d>
                    <m:r>
                      <a:rPr lang="en-US" sz="2400" b="0" i="1" dirty="0" smtClean="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e>
                    </m:d>
                    <m:r>
                      <a:rPr lang="en-US" sz="2400" i="1" dirty="0">
                        <a:latin typeface="Cambria Math" panose="02040503050406030204" pitchFamily="18" charset="0"/>
                        <a:ea typeface="Cambria Math" panose="02040503050406030204" pitchFamily="18" charset="0"/>
                      </a:rPr>
                      <m:t>∙</m:t>
                    </m:r>
                    <m:d>
                      <m:dPr>
                        <m:ctrlPr>
                          <a:rPr lang="en-US" sz="2400" i="1" dirty="0" smtClean="0">
                            <a:latin typeface="Cambria Math" panose="02040503050406030204" pitchFamily="18" charset="0"/>
                            <a:ea typeface="Cambria Math" panose="02040503050406030204" pitchFamily="18" charset="0"/>
                          </a:rPr>
                        </m:ctrlPr>
                      </m:dPr>
                      <m:e>
                        <m:sSub>
                          <m:sSubPr>
                            <m:ctrlPr>
                              <a:rPr lang="en-US" sz="2400" i="1" dirty="0">
                                <a:latin typeface="Cambria Math" panose="02040503050406030204" pitchFamily="18" charset="0"/>
                              </a:rPr>
                            </m:ctrlPr>
                          </m:sSubPr>
                          <m:e>
                            <m:r>
                              <m:rPr>
                                <m:sty m:val="p"/>
                              </m:rPr>
                              <a:rPr lang="en-US" sz="2400" i="1" dirty="0">
                                <a:latin typeface="Cambria Math" panose="02040503050406030204" pitchFamily="18" charset="0"/>
                              </a:rPr>
                              <m:t>d</m:t>
                            </m:r>
                          </m:e>
                          <m:sub>
                            <m:r>
                              <m:rPr>
                                <m:sty m:val="p"/>
                              </m:rPr>
                              <a:rPr lang="en-US" sz="2400" i="1" dirty="0">
                                <a:latin typeface="Cambria Math" panose="02040503050406030204" pitchFamily="18" charset="0"/>
                              </a:rPr>
                              <m:t>T</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b="0" i="1" dirty="0" smtClean="0">
                            <a:latin typeface="Cambria Math" panose="02040503050406030204" pitchFamily="18" charset="0"/>
                          </a:rPr>
                          <m:t>−1</m:t>
                        </m:r>
                      </m:e>
                    </m:d>
                    <m:r>
                      <a:rPr lang="en-US" sz="2400" b="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oMath>
                </a14:m>
                <a:endParaRPr lang="en-US" sz="2400" dirty="0"/>
              </a:p>
              <a:p>
                <a14:m>
                  <m:oMath xmlns:m="http://schemas.openxmlformats.org/officeDocument/2006/math">
                    <m:r>
                      <a:rPr lang="en-US" sz="2400" i="1">
                        <a:latin typeface="Cambria Math" panose="02040503050406030204" pitchFamily="18" charset="0"/>
                      </a:rPr>
                      <m:t>𝐵</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e>
                    </m:d>
                    <m:r>
                      <a:rPr lang="en-US" sz="2400" b="0" i="1" smtClean="0">
                        <a:latin typeface="Cambria Math" panose="02040503050406030204" pitchFamily="18" charset="0"/>
                      </a:rPr>
                      <m:t>=</m:t>
                    </m:r>
                    <m:r>
                      <a:rPr lang="en-US" sz="2400" i="1">
                        <a:latin typeface="Cambria Math" panose="02040503050406030204" pitchFamily="18" charset="0"/>
                      </a:rPr>
                      <m:t>𝐵</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b="0" i="1" smtClean="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b="0" i="1" dirty="0" smtClean="0">
                        <a:latin typeface="Cambria Math" panose="02040503050406030204" pitchFamily="18" charset="0"/>
                      </a:rPr>
                      <m:t>−</m:t>
                    </m:r>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oMath>
                </a14:m>
                <a:endParaRPr lang="en-US" sz="2400" dirty="0"/>
              </a:p>
            </p:txBody>
          </p:sp>
        </mc:Choice>
        <mc:Fallback>
          <p:sp>
            <p:nvSpPr>
              <p:cNvPr id="5" name="Content Placeholder 4">
                <a:extLst>
                  <a:ext uri="{FF2B5EF4-FFF2-40B4-BE49-F238E27FC236}">
                    <a16:creationId xmlns:a16="http://schemas.microsoft.com/office/drawing/2014/main" id="{2B9D972B-B1F2-BCF3-9BD2-E31FDC362F34}"/>
                  </a:ext>
                </a:extLst>
              </p:cNvPr>
              <p:cNvSpPr>
                <a:spLocks noGrp="1" noRot="1" noChangeAspect="1" noMove="1" noResize="1" noEditPoints="1" noAdjustHandles="1" noChangeArrowheads="1" noChangeShapeType="1" noTextEdit="1"/>
              </p:cNvSpPr>
              <p:nvPr>
                <p:ph idx="1"/>
              </p:nvPr>
            </p:nvSpPr>
            <p:spPr>
              <a:blipFill>
                <a:blip r:embed="rId2"/>
                <a:stretch>
                  <a:fillRect l="-928" t="-1961" r="-638"/>
                </a:stretch>
              </a:blipFill>
            </p:spPr>
            <p:txBody>
              <a:bodyPr/>
              <a:lstStyle/>
              <a:p>
                <a:r>
                  <a:rPr lang="en-US">
                    <a:noFill/>
                  </a:rPr>
                  <a:t> </a:t>
                </a:r>
              </a:p>
            </p:txBody>
          </p:sp>
        </mc:Fallback>
      </mc:AlternateContent>
    </p:spTree>
    <p:extLst>
      <p:ext uri="{BB962C8B-B14F-4D97-AF65-F5344CB8AC3E}">
        <p14:creationId xmlns:p14="http://schemas.microsoft.com/office/powerpoint/2010/main" val="683299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24B32-3455-F037-836C-D8333D107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7D357-A57D-74A6-DEBC-F2298FB1A4FC}"/>
              </a:ext>
            </a:extLst>
          </p:cNvPr>
          <p:cNvSpPr>
            <a:spLocks noGrp="1"/>
          </p:cNvSpPr>
          <p:nvPr>
            <p:ph type="title"/>
          </p:nvPr>
        </p:nvSpPr>
        <p:spPr/>
        <p:txBody>
          <a:bodyPr/>
          <a:lstStyle/>
          <a:p>
            <a:r>
              <a:rPr lang="en-US" dirty="0"/>
              <a:t>Huffman Coding: Correctness (4)</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97ACEE63-9184-B060-C1E5-435B19F21FB4}"/>
                  </a:ext>
                </a:extLst>
              </p:cNvPr>
              <p:cNvSpPr>
                <a:spLocks noGrp="1"/>
              </p:cNvSpPr>
              <p:nvPr>
                <p:ph idx="1"/>
              </p:nvPr>
            </p:nvSpPr>
            <p:spPr/>
            <p:txBody>
              <a:bodyPr>
                <a:normAutofit/>
              </a:bodyPr>
              <a:lstStyle/>
              <a:p>
                <a:pPr marL="0" indent="0">
                  <a:buNone/>
                </a:pPr>
                <a:r>
                  <a:rPr lang="en-US" sz="2400" dirty="0"/>
                  <a:t>Need to show that Huffman coding algorithms holds optimal substructure property.</a:t>
                </a:r>
              </a:p>
              <a:p>
                <a:pPr marL="0" indent="0">
                  <a:buNone/>
                </a:pPr>
                <a:r>
                  <a:rPr lang="en-US" sz="2400" b="1" dirty="0"/>
                  <a:t>Proof (continue)</a:t>
                </a:r>
                <a:r>
                  <a:rPr lang="en-US" sz="2400" dirty="0"/>
                  <a:t>:</a:t>
                </a:r>
              </a:p>
              <a:p>
                <a:r>
                  <a:rPr lang="en-US" sz="2400" dirty="0"/>
                  <a:t>Suppose that </a:t>
                </a:r>
                <a14:m>
                  <m:oMath xmlns:m="http://schemas.openxmlformats.org/officeDocument/2006/math">
                    <m:r>
                      <a:rPr lang="en-US" sz="2400" i="1" dirty="0" smtClean="0">
                        <a:latin typeface="Cambria Math" panose="02040503050406030204" pitchFamily="18" charset="0"/>
                      </a:rPr>
                      <m:t>𝑇</m:t>
                    </m:r>
                  </m:oMath>
                </a14:m>
                <a:r>
                  <a:rPr lang="en-US" sz="2400" dirty="0"/>
                  <a:t> does not represent an optimal prefix-free code for </a:t>
                </a:r>
                <a14:m>
                  <m:oMath xmlns:m="http://schemas.openxmlformats.org/officeDocument/2006/math">
                    <m:r>
                      <a:rPr lang="en-US" sz="2400" i="1" dirty="0" smtClean="0">
                        <a:latin typeface="Cambria Math" panose="02040503050406030204" pitchFamily="18" charset="0"/>
                      </a:rPr>
                      <m:t>𝐶</m:t>
                    </m:r>
                  </m:oMath>
                </a14:m>
                <a:r>
                  <a:rPr lang="en-US" sz="2400" dirty="0"/>
                  <a:t>.</a:t>
                </a:r>
              </a:p>
              <a:p>
                <a:r>
                  <a:rPr lang="en-US" sz="2400" dirty="0"/>
                  <a:t>Then exists an optimal tree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oMath>
                </a14:m>
                <a:r>
                  <a:rPr lang="en-US" sz="2400" dirty="0"/>
                  <a:t> for </a:t>
                </a:r>
                <a14:m>
                  <m:oMath xmlns:m="http://schemas.openxmlformats.org/officeDocument/2006/math">
                    <m:r>
                      <a:rPr lang="en-US" sz="2400" i="1" dirty="0">
                        <a:latin typeface="Cambria Math" panose="02040503050406030204" pitchFamily="18" charset="0"/>
                      </a:rPr>
                      <m:t>𝐶</m:t>
                    </m:r>
                  </m:oMath>
                </a14:m>
                <a:r>
                  <a:rPr lang="en-US" sz="2400" dirty="0"/>
                  <a:t> such that </a:t>
                </a:r>
                <a14:m>
                  <m:oMath xmlns:m="http://schemas.openxmlformats.org/officeDocument/2006/math">
                    <m:r>
                      <a:rPr lang="en-US" sz="2400" b="0" i="1" smtClean="0">
                        <a:latin typeface="Cambria Math" panose="02040503050406030204" pitchFamily="18" charset="0"/>
                      </a:rPr>
                      <m:t>𝐵</m:t>
                    </m:r>
                    <m:d>
                      <m:dPr>
                        <m:ctrlPr>
                          <a:rPr lang="en-US" sz="2400" b="0" i="1" smtClean="0">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r>
                              <a:rPr lang="en-US" sz="2400" b="0" i="1" smtClean="0">
                                <a:latin typeface="Cambria Math" panose="02040503050406030204" pitchFamily="18" charset="0"/>
                              </a:rPr>
                              <m:t>′</m:t>
                            </m:r>
                          </m:sup>
                        </m:sSup>
                      </m:e>
                    </m:d>
                    <m:r>
                      <a:rPr lang="en-US" sz="2400" b="0" i="1" smtClean="0">
                        <a:latin typeface="Cambria Math" panose="02040503050406030204" pitchFamily="18" charset="0"/>
                      </a:rPr>
                      <m:t>&lt;</m:t>
                    </m:r>
                    <m:r>
                      <a:rPr lang="en-US" sz="2400" b="0" i="1" smtClean="0">
                        <a:latin typeface="Cambria Math" panose="02040503050406030204" pitchFamily="18" charset="0"/>
                      </a:rPr>
                      <m:t>𝐵</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𝑇</m:t>
                        </m:r>
                      </m:e>
                    </m:d>
                  </m:oMath>
                </a14:m>
                <a:r>
                  <a:rPr lang="en-US" sz="2400" dirty="0"/>
                  <a:t>.</a:t>
                </a:r>
              </a:p>
              <a:p>
                <a:r>
                  <a:rPr lang="en-US" sz="2400" dirty="0"/>
                  <a:t>Without losing generality, assume </a:t>
                </a:r>
                <a14:m>
                  <m:oMath xmlns:m="http://schemas.openxmlformats.org/officeDocument/2006/math">
                    <m:r>
                      <a:rPr lang="en-US" sz="2400" i="1" dirty="0" smtClean="0">
                        <a:latin typeface="Cambria Math" panose="02040503050406030204" pitchFamily="18" charset="0"/>
                      </a:rPr>
                      <m:t>𝑥</m:t>
                    </m:r>
                  </m:oMath>
                </a14:m>
                <a:r>
                  <a:rPr lang="en-US" sz="2400" dirty="0"/>
                  <a:t> and </a:t>
                </a:r>
                <a14:m>
                  <m:oMath xmlns:m="http://schemas.openxmlformats.org/officeDocument/2006/math">
                    <m:r>
                      <a:rPr lang="en-US" sz="2400" i="1" dirty="0" smtClean="0">
                        <a:latin typeface="Cambria Math" panose="02040503050406030204" pitchFamily="18" charset="0"/>
                      </a:rPr>
                      <m:t>𝑦</m:t>
                    </m:r>
                  </m:oMath>
                </a14:m>
                <a:r>
                  <a:rPr lang="en-US" sz="2400" dirty="0"/>
                  <a:t> are siblings in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r>
                          <a:rPr lang="en-US" sz="2400" i="1">
                            <a:latin typeface="Cambria Math" panose="02040503050406030204" pitchFamily="18" charset="0"/>
                          </a:rPr>
                          <m:t>′</m:t>
                        </m:r>
                      </m:sup>
                    </m:sSup>
                  </m:oMath>
                </a14:m>
                <a:endParaRPr lang="en-US" sz="2400" dirty="0"/>
              </a:p>
              <a:p>
                <a:r>
                  <a:rPr lang="en-US" sz="2400" dirty="0"/>
                  <a:t>Construct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r>
                          <a:rPr lang="en-US" sz="2400" i="1">
                            <a:latin typeface="Cambria Math" panose="02040503050406030204" pitchFamily="18" charset="0"/>
                          </a:rPr>
                          <m:t>′</m:t>
                        </m:r>
                        <m:r>
                          <a:rPr lang="en-US" sz="2400" b="0" i="1" smtClean="0">
                            <a:latin typeface="Cambria Math" panose="02040503050406030204" pitchFamily="18" charset="0"/>
                          </a:rPr>
                          <m:t>′</m:t>
                        </m:r>
                      </m:sup>
                    </m:sSup>
                  </m:oMath>
                </a14:m>
                <a:r>
                  <a:rPr lang="en-US" sz="2400" dirty="0"/>
                  <a:t> from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r>
                          <a:rPr lang="en-US" sz="2400" i="1">
                            <a:latin typeface="Cambria Math" panose="02040503050406030204" pitchFamily="18" charset="0"/>
                          </a:rPr>
                          <m:t>′</m:t>
                        </m:r>
                      </m:sup>
                    </m:sSup>
                  </m:oMath>
                </a14:m>
                <a:r>
                  <a:rPr lang="en-US" sz="2400" dirty="0"/>
                  <a:t> with replacing </a:t>
                </a:r>
                <a14:m>
                  <m:oMath xmlns:m="http://schemas.openxmlformats.org/officeDocument/2006/math">
                    <m:r>
                      <a:rPr lang="en-US" sz="2400" i="1" dirty="0">
                        <a:latin typeface="Cambria Math" panose="02040503050406030204" pitchFamily="18" charset="0"/>
                      </a:rPr>
                      <m:t>𝑥</m:t>
                    </m:r>
                  </m:oMath>
                </a14:m>
                <a:r>
                  <a:rPr lang="en-US" sz="2400" dirty="0"/>
                  <a:t> and </a:t>
                </a:r>
                <a14:m>
                  <m:oMath xmlns:m="http://schemas.openxmlformats.org/officeDocument/2006/math">
                    <m:r>
                      <a:rPr lang="en-US" sz="2400" i="1" dirty="0">
                        <a:latin typeface="Cambria Math" panose="02040503050406030204" pitchFamily="18" charset="0"/>
                      </a:rPr>
                      <m:t>𝑦</m:t>
                    </m:r>
                  </m:oMath>
                </a14:m>
                <a:r>
                  <a:rPr lang="en-US" sz="2400" dirty="0"/>
                  <a:t> by </a:t>
                </a:r>
                <a14:m>
                  <m:oMath xmlns:m="http://schemas.openxmlformats.org/officeDocument/2006/math">
                    <m:r>
                      <a:rPr lang="en-US" sz="2400" i="1" dirty="0" smtClean="0">
                        <a:latin typeface="Cambria Math" panose="02040503050406030204" pitchFamily="18" charset="0"/>
                      </a:rPr>
                      <m:t>𝑧</m:t>
                    </m:r>
                  </m:oMath>
                </a14:m>
                <a:r>
                  <a:rPr lang="en-US" sz="2400" dirty="0"/>
                  <a:t>: </a:t>
                </a:r>
                <a14:m>
                  <m:oMath xmlns:m="http://schemas.openxmlformats.org/officeDocument/2006/math">
                    <m:r>
                      <m:rPr>
                        <m:sty m:val="p"/>
                      </m:rPr>
                      <a:rPr lang="en-US" sz="2400" b="0" i="0" dirty="0" smtClean="0">
                        <a:latin typeface="Cambria Math" panose="02040503050406030204" pitchFamily="18" charset="0"/>
                      </a:rPr>
                      <m:t>z</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rPr>
                      <m:t> = </m:t>
                    </m:r>
                    <m:r>
                      <a:rPr lang="en-US" sz="2400" i="1" dirty="0" err="1">
                        <a:latin typeface="Cambria Math" panose="02040503050406030204" pitchFamily="18" charset="0"/>
                      </a:rPr>
                      <m:t>𝑥</m:t>
                    </m:r>
                    <m:r>
                      <a:rPr lang="en-US" sz="2400" i="1" dirty="0" err="1">
                        <a:latin typeface="Cambria Math" panose="02040503050406030204" pitchFamily="18" charset="0"/>
                      </a:rPr>
                      <m:t>.</m:t>
                    </m:r>
                    <m:r>
                      <a:rPr lang="en-US" sz="2400" i="1" dirty="0" err="1">
                        <a:latin typeface="Cambria Math" panose="02040503050406030204" pitchFamily="18" charset="0"/>
                      </a:rPr>
                      <m:t>𝑓𝑟𝑒𝑞</m:t>
                    </m:r>
                    <m:r>
                      <a:rPr lang="en-US" sz="2400" i="1" dirty="0" err="1">
                        <a:latin typeface="Cambria Math" panose="02040503050406030204" pitchFamily="18" charset="0"/>
                      </a:rPr>
                      <m:t>+</m:t>
                    </m:r>
                    <m:r>
                      <a:rPr lang="en-US" sz="2400" i="1" dirty="0" err="1">
                        <a:latin typeface="Cambria Math" panose="02040503050406030204" pitchFamily="18" charset="0"/>
                      </a:rPr>
                      <m:t>𝑦</m:t>
                    </m:r>
                    <m:r>
                      <a:rPr lang="en-US" sz="2400" i="1" dirty="0" err="1">
                        <a:latin typeface="Cambria Math" panose="02040503050406030204" pitchFamily="18" charset="0"/>
                      </a:rPr>
                      <m:t>.</m:t>
                    </m:r>
                    <m:r>
                      <a:rPr lang="en-US" sz="2400" i="1" dirty="0" err="1">
                        <a:latin typeface="Cambria Math" panose="02040503050406030204" pitchFamily="18" charset="0"/>
                      </a:rPr>
                      <m:t>𝑓𝑟𝑒𝑞</m:t>
                    </m:r>
                  </m:oMath>
                </a14:m>
                <a:endParaRPr lang="en-US" sz="2400" dirty="0"/>
              </a:p>
              <a:p>
                <a14:m>
                  <m:oMath xmlns:m="http://schemas.openxmlformats.org/officeDocument/2006/math">
                    <m:r>
                      <a:rPr lang="en-US" sz="2400" i="1">
                        <a:latin typeface="Cambria Math" panose="02040503050406030204" pitchFamily="18" charset="0"/>
                      </a:rPr>
                      <m:t>𝐵</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b="0" i="1" smtClean="0">
                                <a:latin typeface="Cambria Math" panose="02040503050406030204" pitchFamily="18" charset="0"/>
                              </a:rPr>
                              <m:t>′′</m:t>
                            </m:r>
                            <m:r>
                              <a:rPr lang="en-US" sz="2400" i="1">
                                <a:latin typeface="Cambria Math" panose="02040503050406030204" pitchFamily="18" charset="0"/>
                              </a:rPr>
                              <m:t>′</m:t>
                            </m:r>
                          </m:sup>
                        </m:sSup>
                      </m:e>
                    </m:d>
                    <m:r>
                      <a:rPr lang="en-US" sz="2400" i="1">
                        <a:latin typeface="Cambria Math" panose="02040503050406030204" pitchFamily="18" charset="0"/>
                      </a:rPr>
                      <m:t>=</m:t>
                    </m:r>
                    <m:r>
                      <a:rPr lang="en-US" sz="2400" i="1">
                        <a:latin typeface="Cambria Math" panose="02040503050406030204" pitchFamily="18" charset="0"/>
                      </a:rPr>
                      <m:t>𝐵</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e>
                    </m:d>
                    <m:r>
                      <a:rPr lang="en-US" sz="2400" i="1">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b="0" i="1" dirty="0" smtClean="0">
                        <a:latin typeface="Cambria Math" panose="02040503050406030204" pitchFamily="18" charset="0"/>
                      </a:rPr>
                      <m:t>&lt;</m:t>
                    </m:r>
                    <m:r>
                      <a:rPr lang="en-US" sz="2400" i="1">
                        <a:latin typeface="Cambria Math" panose="02040503050406030204" pitchFamily="18" charset="0"/>
                      </a:rPr>
                      <m:t>𝐵</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i="1" dirty="0">
                        <a:latin typeface="Cambria Math" panose="02040503050406030204" pitchFamily="18" charset="0"/>
                      </a:rPr>
                      <m:t>−</m:t>
                    </m:r>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𝑓𝑟𝑒𝑞</m:t>
                    </m:r>
                    <m:r>
                      <a:rPr lang="en-US" sz="2400" b="0" i="1" dirty="0" smtClean="0">
                        <a:latin typeface="Cambria Math" panose="02040503050406030204" pitchFamily="18" charset="0"/>
                      </a:rPr>
                      <m:t>=</m:t>
                    </m:r>
                    <m:r>
                      <a:rPr lang="en-US" sz="2400" i="1">
                        <a:latin typeface="Cambria Math" panose="02040503050406030204" pitchFamily="18" charset="0"/>
                      </a:rPr>
                      <m:t>𝐵</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e>
                    </m:d>
                  </m:oMath>
                </a14:m>
                <a:endParaRPr lang="en-US" sz="2400" dirty="0"/>
              </a:p>
              <a:p>
                <a:r>
                  <a:rPr lang="en-US" sz="2400" dirty="0"/>
                  <a:t>This contradicts with assumption that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𝑇</m:t>
                        </m:r>
                      </m:e>
                      <m:sup>
                        <m:r>
                          <a:rPr lang="en-US" sz="2400" i="1">
                            <a:latin typeface="Cambria Math" panose="02040503050406030204" pitchFamily="18" charset="0"/>
                          </a:rPr>
                          <m:t>′</m:t>
                        </m:r>
                      </m:sup>
                    </m:sSup>
                  </m:oMath>
                </a14:m>
                <a:r>
                  <a:rPr lang="en-US" sz="2400" dirty="0"/>
                  <a:t> represents an optimal prefix-free code for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𝐶</m:t>
                        </m:r>
                      </m:e>
                      <m:sup>
                        <m:r>
                          <a:rPr lang="en-US" sz="2400" i="1">
                            <a:latin typeface="Cambria Math" panose="02040503050406030204" pitchFamily="18" charset="0"/>
                          </a:rPr>
                          <m:t>′</m:t>
                        </m:r>
                      </m:sup>
                    </m:sSup>
                  </m:oMath>
                </a14:m>
                <a:endParaRPr lang="en-US" sz="2400" dirty="0"/>
              </a:p>
            </p:txBody>
          </p:sp>
        </mc:Choice>
        <mc:Fallback>
          <p:sp>
            <p:nvSpPr>
              <p:cNvPr id="5" name="Content Placeholder 4">
                <a:extLst>
                  <a:ext uri="{FF2B5EF4-FFF2-40B4-BE49-F238E27FC236}">
                    <a16:creationId xmlns:a16="http://schemas.microsoft.com/office/drawing/2014/main" id="{97ACEE63-9184-B060-C1E5-435B19F21FB4}"/>
                  </a:ext>
                </a:extLst>
              </p:cNvPr>
              <p:cNvSpPr>
                <a:spLocks noGrp="1" noRot="1" noChangeAspect="1" noMove="1" noResize="1" noEditPoints="1" noAdjustHandles="1" noChangeArrowheads="1" noChangeShapeType="1" noTextEdit="1"/>
              </p:cNvSpPr>
              <p:nvPr>
                <p:ph idx="1"/>
              </p:nvPr>
            </p:nvSpPr>
            <p:spPr>
              <a:blipFill>
                <a:blip r:embed="rId2"/>
                <a:stretch>
                  <a:fillRect l="-928" t="-1961" r="-638"/>
                </a:stretch>
              </a:blipFill>
            </p:spPr>
            <p:txBody>
              <a:bodyPr/>
              <a:lstStyle/>
              <a:p>
                <a:r>
                  <a:rPr lang="en-US">
                    <a:noFill/>
                  </a:rPr>
                  <a:t> </a:t>
                </a:r>
              </a:p>
            </p:txBody>
          </p:sp>
        </mc:Fallback>
      </mc:AlternateContent>
    </p:spTree>
    <p:extLst>
      <p:ext uri="{BB962C8B-B14F-4D97-AF65-F5344CB8AC3E}">
        <p14:creationId xmlns:p14="http://schemas.microsoft.com/office/powerpoint/2010/main" val="1908286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6">
            <a:extLst>
              <a:ext uri="{FF2B5EF4-FFF2-40B4-BE49-F238E27FC236}">
                <a16:creationId xmlns:a16="http://schemas.microsoft.com/office/drawing/2014/main" id="{4A447BDE-B655-E1BC-C47E-559BB019B62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Thank You</a:t>
            </a:r>
          </a:p>
        </p:txBody>
      </p:sp>
    </p:spTree>
    <p:extLst>
      <p:ext uri="{BB962C8B-B14F-4D97-AF65-F5344CB8AC3E}">
        <p14:creationId xmlns:p14="http://schemas.microsoft.com/office/powerpoint/2010/main" val="79719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523dde-f9d1-4aa7-80a9-c0900420d3c3}"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47959</TotalTime>
  <Words>2315</Words>
  <Application>Microsoft Office PowerPoint</Application>
  <PresentationFormat>Widescreen</PresentationFormat>
  <Paragraphs>272</Paragraphs>
  <Slides>33</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Calibri Light</vt:lpstr>
      <vt:lpstr>Cambria Math</vt:lpstr>
      <vt:lpstr>Office Theme</vt:lpstr>
      <vt:lpstr>Introduction to Algorithms</vt:lpstr>
      <vt:lpstr>Course Overview</vt:lpstr>
      <vt:lpstr>Greedy Algorithms</vt:lpstr>
      <vt:lpstr>Greedy Approach: Main Characteristics (1)</vt:lpstr>
      <vt:lpstr>Greedy Approach: Main Characteristics (2)</vt:lpstr>
      <vt:lpstr>Greddy Algorithms and DP</vt:lpstr>
      <vt:lpstr>Activity Selection Problem (1)</vt:lpstr>
      <vt:lpstr>Activity Selection Problem (2)</vt:lpstr>
      <vt:lpstr>Activity Selection Problem: Optimal Substructure</vt:lpstr>
      <vt:lpstr>Activity Selection Problem:  Dynamic Programming</vt:lpstr>
      <vt:lpstr>Activity Selection Problem:  Greedy Choice (1)</vt:lpstr>
      <vt:lpstr>Activity Selection Problem:  Greedy Choice (2)</vt:lpstr>
      <vt:lpstr>Activity Selection Problem:  Recursive Greedy Algorithm</vt:lpstr>
      <vt:lpstr>Activity Selection Problem:  Recursive Greedy Algorithm Example</vt:lpstr>
      <vt:lpstr>Activity Selection Problem:  Iterative Greedy Algorithm</vt:lpstr>
      <vt:lpstr>Elements of Greedy Strategy (1)</vt:lpstr>
      <vt:lpstr>Elements of Greedy Strategy (2)</vt:lpstr>
      <vt:lpstr>Elements of Greedy Strategy (3)</vt:lpstr>
      <vt:lpstr>Greedy Approach  vs Dynamic Programming</vt:lpstr>
      <vt:lpstr>Huffman Coding</vt:lpstr>
      <vt:lpstr>Huffman Coding (2)</vt:lpstr>
      <vt:lpstr>Huffman Coding (3)</vt:lpstr>
      <vt:lpstr>Huffman Coding: Decoding</vt:lpstr>
      <vt:lpstr>Huffman Coding: Cost</vt:lpstr>
      <vt:lpstr>Huffman Coding: Algorithm</vt:lpstr>
      <vt:lpstr>Huffman Coding: Building Tree (1)</vt:lpstr>
      <vt:lpstr>Huffman Coding: Building Tree (2)</vt:lpstr>
      <vt:lpstr>Huffman Coding: Correctness (1)</vt:lpstr>
      <vt:lpstr>Huffman Coding: Correctness (2)</vt:lpstr>
      <vt:lpstr>Huffman Coding: Correctness (3)</vt:lpstr>
      <vt:lpstr>Huffman Coding: Correctness (3)</vt:lpstr>
      <vt:lpstr>Huffman Coding: Correctness (4)</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Prazyan, Levon</dc:creator>
  <cp:lastModifiedBy>Prazyan, Levon</cp:lastModifiedBy>
  <cp:revision>8</cp:revision>
  <cp:lastPrinted>2025-12-18T06:16:12Z</cp:lastPrinted>
  <dcterms:created xsi:type="dcterms:W3CDTF">2024-06-18T05:26:31Z</dcterms:created>
  <dcterms:modified xsi:type="dcterms:W3CDTF">2026-03-31T05:33:59Z</dcterms:modified>
</cp:coreProperties>
</file>
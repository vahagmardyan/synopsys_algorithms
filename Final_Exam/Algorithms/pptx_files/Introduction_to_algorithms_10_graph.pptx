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4796" r:id="rId4"/>
    <p:sldId id="4797" r:id="rId5"/>
    <p:sldId id="4798" r:id="rId6"/>
    <p:sldId id="4799" r:id="rId7"/>
    <p:sldId id="4800" r:id="rId8"/>
    <p:sldId id="4801" r:id="rId9"/>
    <p:sldId id="4802" r:id="rId10"/>
    <p:sldId id="4803" r:id="rId11"/>
    <p:sldId id="4804" r:id="rId12"/>
    <p:sldId id="4807" r:id="rId13"/>
    <p:sldId id="4808" r:id="rId14"/>
    <p:sldId id="4805" r:id="rId15"/>
    <p:sldId id="4806" r:id="rId16"/>
    <p:sldId id="4810" r:id="rId17"/>
    <p:sldId id="4811" r:id="rId18"/>
    <p:sldId id="4809" r:id="rId19"/>
    <p:sldId id="4815" r:id="rId20"/>
    <p:sldId id="4814" r:id="rId21"/>
    <p:sldId id="4812" r:id="rId22"/>
    <p:sldId id="4817" r:id="rId23"/>
    <p:sldId id="4816" r:id="rId24"/>
    <p:sldId id="4819" r:id="rId25"/>
    <p:sldId id="4818" r:id="rId26"/>
    <p:sldId id="4820" r:id="rId27"/>
    <p:sldId id="4821" r:id="rId28"/>
    <p:sldId id="4822" r:id="rId29"/>
    <p:sldId id="4823" r:id="rId30"/>
    <p:sldId id="4825" r:id="rId31"/>
    <p:sldId id="4824" r:id="rId32"/>
    <p:sldId id="4826" r:id="rId33"/>
    <p:sldId id="4830" r:id="rId34"/>
    <p:sldId id="4827" r:id="rId35"/>
    <p:sldId id="4829" r:id="rId36"/>
    <p:sldId id="4831" r:id="rId37"/>
    <p:sldId id="4828" r:id="rId38"/>
    <p:sldId id="4832" r:id="rId39"/>
    <p:sldId id="47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24B850-B50A-452D-AE24-F319E8963BD3}" v="1547" dt="2026-04-28T06:39:21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1" autoAdjust="0"/>
    <p:restoredTop sz="72513" autoAdjust="0"/>
  </p:normalViewPr>
  <p:slideViewPr>
    <p:cSldViewPr snapToGrid="0">
      <p:cViewPr varScale="1">
        <p:scale>
          <a:sx n="76" d="100"/>
          <a:sy n="76" d="100"/>
        </p:scale>
        <p:origin x="147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zyan, Levon" userId="ed024b0e-4a1a-418a-8ca0-755e149680c9" providerId="ADAL" clId="{4A4D12F4-25F0-4DC3-8755-13CF4EFB28EA}"/>
    <pc:docChg chg="undo custSel addSld delSld modSld sldOrd modNotesMaster">
      <pc:chgData name="Prazyan, Levon" userId="ed024b0e-4a1a-418a-8ca0-755e149680c9" providerId="ADAL" clId="{4A4D12F4-25F0-4DC3-8755-13CF4EFB28EA}" dt="2026-04-28T06:39:21.090" v="13596" actId="20577"/>
      <pc:docMkLst>
        <pc:docMk/>
      </pc:docMkLst>
      <pc:sldChg chg="addSp modSp">
        <pc:chgData name="Prazyan, Levon" userId="ed024b0e-4a1a-418a-8ca0-755e149680c9" providerId="ADAL" clId="{4A4D12F4-25F0-4DC3-8755-13CF4EFB28EA}" dt="2026-04-27T17:08:09.164" v="11560" actId="767"/>
        <pc:sldMkLst>
          <pc:docMk/>
          <pc:sldMk cId="360046134" sldId="256"/>
        </pc:sldMkLst>
        <pc:spChg chg="add mod">
          <ac:chgData name="Prazyan, Levon" userId="ed024b0e-4a1a-418a-8ca0-755e149680c9" providerId="ADAL" clId="{4A4D12F4-25F0-4DC3-8755-13CF4EFB28EA}" dt="2026-04-27T17:08:09.164" v="11560" actId="767"/>
          <ac:spMkLst>
            <pc:docMk/>
            <pc:sldMk cId="360046134" sldId="256"/>
            <ac:spMk id="4" creationId="{C0C3958C-43B1-84FE-3C6E-A09B2A0126BC}"/>
          </ac:spMkLst>
        </pc:spChg>
      </pc:sldChg>
      <pc:sldChg chg="modSp mod">
        <pc:chgData name="Prazyan, Levon" userId="ed024b0e-4a1a-418a-8ca0-755e149680c9" providerId="ADAL" clId="{4A4D12F4-25F0-4DC3-8755-13CF4EFB28EA}" dt="2026-04-12T20:23:52.655" v="6401"/>
        <pc:sldMkLst>
          <pc:docMk/>
          <pc:sldMk cId="417041952" sldId="257"/>
        </pc:sldMkLst>
        <pc:spChg chg="mod">
          <ac:chgData name="Prazyan, Levon" userId="ed024b0e-4a1a-418a-8ca0-755e149680c9" providerId="ADAL" clId="{4A4D12F4-25F0-4DC3-8755-13CF4EFB28EA}" dt="2026-04-12T20:23:52.655" v="6401"/>
          <ac:spMkLst>
            <pc:docMk/>
            <pc:sldMk cId="417041952" sldId="257"/>
            <ac:spMk id="3" creationId="{4BC1998C-E6BD-C71A-C3E7-04FF6D66E39F}"/>
          </ac:spMkLst>
        </pc:spChg>
      </pc:sldChg>
      <pc:sldChg chg="addSp modSp new mod ord modAnim">
        <pc:chgData name="Prazyan, Levon" userId="ed024b0e-4a1a-418a-8ca0-755e149680c9" providerId="ADAL" clId="{4A4D12F4-25F0-4DC3-8755-13CF4EFB28EA}" dt="2026-04-13T15:07:45.805" v="7587" actId="5793"/>
        <pc:sldMkLst>
          <pc:docMk/>
          <pc:sldMk cId="1293261217" sldId="4796"/>
        </pc:sldMkLst>
        <pc:spChg chg="mod">
          <ac:chgData name="Prazyan, Levon" userId="ed024b0e-4a1a-418a-8ca0-755e149680c9" providerId="ADAL" clId="{4A4D12F4-25F0-4DC3-8755-13CF4EFB28EA}" dt="2026-04-12T21:03:36.784" v="6438" actId="20577"/>
          <ac:spMkLst>
            <pc:docMk/>
            <pc:sldMk cId="1293261217" sldId="4796"/>
            <ac:spMk id="2" creationId="{0235C7C6-155B-F742-33FD-33177EBA141E}"/>
          </ac:spMkLst>
        </pc:spChg>
        <pc:spChg chg="mod">
          <ac:chgData name="Prazyan, Levon" userId="ed024b0e-4a1a-418a-8ca0-755e149680c9" providerId="ADAL" clId="{4A4D12F4-25F0-4DC3-8755-13CF4EFB28EA}" dt="2026-04-13T15:07:45.805" v="7587" actId="5793"/>
          <ac:spMkLst>
            <pc:docMk/>
            <pc:sldMk cId="1293261217" sldId="4796"/>
            <ac:spMk id="3" creationId="{AABA4198-104E-E662-B75F-5877EB359FB4}"/>
          </ac:spMkLst>
        </pc:spChg>
        <pc:spChg chg="add mod">
          <ac:chgData name="Prazyan, Levon" userId="ed024b0e-4a1a-418a-8ca0-755e149680c9" providerId="ADAL" clId="{4A4D12F4-25F0-4DC3-8755-13CF4EFB28EA}" dt="2026-04-13T15:06:48.643" v="7575" actId="1076"/>
          <ac:spMkLst>
            <pc:docMk/>
            <pc:sldMk cId="1293261217" sldId="4796"/>
            <ac:spMk id="4" creationId="{8BED76EF-E245-7CAC-D659-A1BA2C74770F}"/>
          </ac:spMkLst>
        </pc:spChg>
        <pc:picChg chg="add mod">
          <ac:chgData name="Prazyan, Levon" userId="ed024b0e-4a1a-418a-8ca0-755e149680c9" providerId="ADAL" clId="{4A4D12F4-25F0-4DC3-8755-13CF4EFB28EA}" dt="2026-04-13T15:07:03.630" v="7583" actId="1076"/>
          <ac:picMkLst>
            <pc:docMk/>
            <pc:sldMk cId="1293261217" sldId="4796"/>
            <ac:picMk id="5" creationId="{6603F3CC-4DEB-E6BA-F609-9AA1743A993D}"/>
          </ac:picMkLst>
        </pc:picChg>
      </pc:sldChg>
      <pc:sldChg chg="addSp delSp modSp new mod chgLayout">
        <pc:chgData name="Prazyan, Levon" userId="ed024b0e-4a1a-418a-8ca0-755e149680c9" providerId="ADAL" clId="{4A4D12F4-25F0-4DC3-8755-13CF4EFB28EA}" dt="2026-04-13T13:58:21.154" v="6525" actId="2711"/>
        <pc:sldMkLst>
          <pc:docMk/>
          <pc:sldMk cId="2515864730" sldId="4797"/>
        </pc:sldMkLst>
        <pc:spChg chg="add mod ord">
          <ac:chgData name="Prazyan, Levon" userId="ed024b0e-4a1a-418a-8ca0-755e149680c9" providerId="ADAL" clId="{4A4D12F4-25F0-4DC3-8755-13CF4EFB28EA}" dt="2026-04-12T21:09:03.806" v="6507" actId="20577"/>
          <ac:spMkLst>
            <pc:docMk/>
            <pc:sldMk cId="2515864730" sldId="4797"/>
            <ac:spMk id="4" creationId="{6EDACBA2-91BD-E666-8EE9-C2AFF92DE6F5}"/>
          </ac:spMkLst>
        </pc:spChg>
        <pc:spChg chg="add del mod ord">
          <ac:chgData name="Prazyan, Levon" userId="ed024b0e-4a1a-418a-8ca0-755e149680c9" providerId="ADAL" clId="{4A4D12F4-25F0-4DC3-8755-13CF4EFB28EA}" dt="2026-04-13T13:58:21.154" v="6525" actId="2711"/>
          <ac:spMkLst>
            <pc:docMk/>
            <pc:sldMk cId="2515864730" sldId="4797"/>
            <ac:spMk id="5" creationId="{CE211373-479E-B1CB-C622-3021C78AA3A6}"/>
          </ac:spMkLst>
        </pc:spChg>
      </pc:sldChg>
      <pc:sldChg chg="addSp delSp modSp new mod modClrScheme chgLayout modNotesTx">
        <pc:chgData name="Prazyan, Levon" userId="ed024b0e-4a1a-418a-8ca0-755e149680c9" providerId="ADAL" clId="{4A4D12F4-25F0-4DC3-8755-13CF4EFB28EA}" dt="2026-04-13T14:06:16.395" v="6781" actId="20577"/>
        <pc:sldMkLst>
          <pc:docMk/>
          <pc:sldMk cId="296924946" sldId="4798"/>
        </pc:sldMkLst>
        <pc:spChg chg="mod ord">
          <ac:chgData name="Prazyan, Levon" userId="ed024b0e-4a1a-418a-8ca0-755e149680c9" providerId="ADAL" clId="{4A4D12F4-25F0-4DC3-8755-13CF4EFB28EA}" dt="2026-04-13T14:06:16.395" v="6781" actId="20577"/>
          <ac:spMkLst>
            <pc:docMk/>
            <pc:sldMk cId="296924946" sldId="4798"/>
            <ac:spMk id="2" creationId="{B1B6587B-80E9-AE2D-BE1A-D52E0ED085CC}"/>
          </ac:spMkLst>
        </pc:spChg>
        <pc:spChg chg="add mod ord">
          <ac:chgData name="Prazyan, Levon" userId="ed024b0e-4a1a-418a-8ca0-755e149680c9" providerId="ADAL" clId="{4A4D12F4-25F0-4DC3-8755-13CF4EFB28EA}" dt="2026-04-13T14:02:50.921" v="6599"/>
          <ac:spMkLst>
            <pc:docMk/>
            <pc:sldMk cId="296924946" sldId="4798"/>
            <ac:spMk id="6" creationId="{BD9FBC9D-A799-A638-8278-A77A07D745CD}"/>
          </ac:spMkLst>
        </pc:spChg>
        <pc:picChg chg="add mod ord modCrop">
          <ac:chgData name="Prazyan, Levon" userId="ed024b0e-4a1a-418a-8ca0-755e149680c9" providerId="ADAL" clId="{4A4D12F4-25F0-4DC3-8755-13CF4EFB28EA}" dt="2026-04-13T14:02:44.047" v="6598" actId="14100"/>
          <ac:picMkLst>
            <pc:docMk/>
            <pc:sldMk cId="296924946" sldId="4798"/>
            <ac:picMk id="5" creationId="{D30A51FE-71CF-AA68-FFDA-BF3F74323022}"/>
          </ac:picMkLst>
        </pc:picChg>
      </pc:sldChg>
      <pc:sldChg chg="addSp modSp add mod modClrScheme chgLayout modNotesTx">
        <pc:chgData name="Prazyan, Levon" userId="ed024b0e-4a1a-418a-8ca0-755e149680c9" providerId="ADAL" clId="{4A4D12F4-25F0-4DC3-8755-13CF4EFB28EA}" dt="2026-04-13T14:06:11.605" v="6777" actId="20577"/>
        <pc:sldMkLst>
          <pc:docMk/>
          <pc:sldMk cId="1142015219" sldId="4799"/>
        </pc:sldMkLst>
        <pc:spChg chg="mod ord">
          <ac:chgData name="Prazyan, Levon" userId="ed024b0e-4a1a-418a-8ca0-755e149680c9" providerId="ADAL" clId="{4A4D12F4-25F0-4DC3-8755-13CF4EFB28EA}" dt="2026-04-13T14:06:11.605" v="6777" actId="20577"/>
          <ac:spMkLst>
            <pc:docMk/>
            <pc:sldMk cId="1142015219" sldId="4799"/>
            <ac:spMk id="2" creationId="{441B8CA8-F464-EF89-A6C3-ED0BB265F8CA}"/>
          </ac:spMkLst>
        </pc:spChg>
        <pc:spChg chg="add mod ord">
          <ac:chgData name="Prazyan, Levon" userId="ed024b0e-4a1a-418a-8ca0-755e149680c9" providerId="ADAL" clId="{4A4D12F4-25F0-4DC3-8755-13CF4EFB28EA}" dt="2026-04-13T14:05:35.295" v="6771" actId="20577"/>
          <ac:spMkLst>
            <pc:docMk/>
            <pc:sldMk cId="1142015219" sldId="4799"/>
            <ac:spMk id="3" creationId="{1CD6B390-866A-BB97-96C5-9B65C0208154}"/>
          </ac:spMkLst>
        </pc:spChg>
        <pc:picChg chg="mod ord modCrop">
          <ac:chgData name="Prazyan, Levon" userId="ed024b0e-4a1a-418a-8ca0-755e149680c9" providerId="ADAL" clId="{4A4D12F4-25F0-4DC3-8755-13CF4EFB28EA}" dt="2026-04-13T14:03:56.353" v="6608" actId="1076"/>
          <ac:picMkLst>
            <pc:docMk/>
            <pc:sldMk cId="1142015219" sldId="4799"/>
            <ac:picMk id="5" creationId="{F7D7A0B6-28D6-BDF4-2C90-D67F7E13C76B}"/>
          </ac:picMkLst>
        </pc:picChg>
      </pc:sldChg>
      <pc:sldChg chg="addSp delSp modSp new mod modClrScheme modAnim chgLayout modNotesTx">
        <pc:chgData name="Prazyan, Levon" userId="ed024b0e-4a1a-418a-8ca0-755e149680c9" providerId="ADAL" clId="{4A4D12F4-25F0-4DC3-8755-13CF4EFB28EA}" dt="2026-04-13T17:00:41.278" v="7820"/>
        <pc:sldMkLst>
          <pc:docMk/>
          <pc:sldMk cId="3934223708" sldId="4800"/>
        </pc:sldMkLst>
        <pc:spChg chg="add mod ord">
          <ac:chgData name="Prazyan, Levon" userId="ed024b0e-4a1a-418a-8ca0-755e149680c9" providerId="ADAL" clId="{4A4D12F4-25F0-4DC3-8755-13CF4EFB28EA}" dt="2026-04-13T14:10:55.156" v="6826" actId="700"/>
          <ac:spMkLst>
            <pc:docMk/>
            <pc:sldMk cId="3934223708" sldId="4800"/>
            <ac:spMk id="5" creationId="{921440F7-DDA1-D525-A701-8D2D839DD354}"/>
          </ac:spMkLst>
        </pc:spChg>
        <pc:spChg chg="add mod ord">
          <ac:chgData name="Prazyan, Levon" userId="ed024b0e-4a1a-418a-8ca0-755e149680c9" providerId="ADAL" clId="{4A4D12F4-25F0-4DC3-8755-13CF4EFB28EA}" dt="2026-04-13T14:30:31.550" v="7370"/>
          <ac:spMkLst>
            <pc:docMk/>
            <pc:sldMk cId="3934223708" sldId="4800"/>
            <ac:spMk id="7" creationId="{1FA2F71B-DCBF-1809-6140-53CADA14D3EF}"/>
          </ac:spMkLst>
        </pc:spChg>
        <pc:picChg chg="add mod modCrop">
          <ac:chgData name="Prazyan, Levon" userId="ed024b0e-4a1a-418a-8ca0-755e149680c9" providerId="ADAL" clId="{4A4D12F4-25F0-4DC3-8755-13CF4EFB28EA}" dt="2026-04-13T14:19:05.652" v="7000" actId="14100"/>
          <ac:picMkLst>
            <pc:docMk/>
            <pc:sldMk cId="3934223708" sldId="4800"/>
            <ac:picMk id="9" creationId="{39E7401F-8605-81A1-5DF9-2B4BFA9A95A9}"/>
          </ac:picMkLst>
        </pc:picChg>
      </pc:sldChg>
      <pc:sldChg chg="addSp delSp modSp new mod">
        <pc:chgData name="Prazyan, Levon" userId="ed024b0e-4a1a-418a-8ca0-755e149680c9" providerId="ADAL" clId="{4A4D12F4-25F0-4DC3-8755-13CF4EFB28EA}" dt="2026-04-13T14:54:28.734" v="7547" actId="20577"/>
        <pc:sldMkLst>
          <pc:docMk/>
          <pc:sldMk cId="1958567314" sldId="4801"/>
        </pc:sldMkLst>
        <pc:spChg chg="mod">
          <ac:chgData name="Prazyan, Levon" userId="ed024b0e-4a1a-418a-8ca0-755e149680c9" providerId="ADAL" clId="{4A4D12F4-25F0-4DC3-8755-13CF4EFB28EA}" dt="2026-04-13T14:30:57.624" v="7378" actId="20577"/>
          <ac:spMkLst>
            <pc:docMk/>
            <pc:sldMk cId="1958567314" sldId="4801"/>
            <ac:spMk id="2" creationId="{F2104286-A926-F710-02AB-0200A7284142}"/>
          </ac:spMkLst>
        </pc:spChg>
        <pc:spChg chg="mod">
          <ac:chgData name="Prazyan, Levon" userId="ed024b0e-4a1a-418a-8ca0-755e149680c9" providerId="ADAL" clId="{4A4D12F4-25F0-4DC3-8755-13CF4EFB28EA}" dt="2026-04-13T14:54:28.734" v="7547" actId="20577"/>
          <ac:spMkLst>
            <pc:docMk/>
            <pc:sldMk cId="1958567314" sldId="4801"/>
            <ac:spMk id="3" creationId="{BEBD9B8D-0535-9A67-A282-188F37D5A3DF}"/>
          </ac:spMkLst>
        </pc:spChg>
        <pc:picChg chg="add mod modCrop">
          <ac:chgData name="Prazyan, Levon" userId="ed024b0e-4a1a-418a-8ca0-755e149680c9" providerId="ADAL" clId="{4A4D12F4-25F0-4DC3-8755-13CF4EFB28EA}" dt="2026-04-13T14:36:54.815" v="7387" actId="1076"/>
          <ac:picMkLst>
            <pc:docMk/>
            <pc:sldMk cId="1958567314" sldId="4801"/>
            <ac:picMk id="5" creationId="{60C1BD50-23CC-29E4-2C6F-40D47AA7A36B}"/>
          </ac:picMkLst>
        </pc:picChg>
      </pc:sldChg>
      <pc:sldChg chg="addSp delSp modSp new mod setBg modClrScheme chgLayout modNotesTx">
        <pc:chgData name="Prazyan, Levon" userId="ed024b0e-4a1a-418a-8ca0-755e149680c9" providerId="ADAL" clId="{4A4D12F4-25F0-4DC3-8755-13CF4EFB28EA}" dt="2026-04-13T15:24:42.326" v="7723" actId="20577"/>
        <pc:sldMkLst>
          <pc:docMk/>
          <pc:sldMk cId="313051976" sldId="4802"/>
        </pc:sldMkLst>
        <pc:spChg chg="add mod ord">
          <ac:chgData name="Prazyan, Levon" userId="ed024b0e-4a1a-418a-8ca0-755e149680c9" providerId="ADAL" clId="{4A4D12F4-25F0-4DC3-8755-13CF4EFB28EA}" dt="2026-04-13T15:11:38.496" v="7654" actId="20577"/>
          <ac:spMkLst>
            <pc:docMk/>
            <pc:sldMk cId="313051976" sldId="4802"/>
            <ac:spMk id="5" creationId="{D1F212BB-3054-F47A-B06C-9953E4AFDBA8}"/>
          </ac:spMkLst>
        </pc:spChg>
        <pc:spChg chg="add mod ord">
          <ac:chgData name="Prazyan, Levon" userId="ed024b0e-4a1a-418a-8ca0-755e149680c9" providerId="ADAL" clId="{4A4D12F4-25F0-4DC3-8755-13CF4EFB28EA}" dt="2026-04-13T15:12:21.308" v="7664" actId="20577"/>
          <ac:spMkLst>
            <pc:docMk/>
            <pc:sldMk cId="313051976" sldId="4802"/>
            <ac:spMk id="6" creationId="{C6B39E11-35AD-E96E-A007-0D18D9908AAB}"/>
          </ac:spMkLst>
        </pc:spChg>
        <pc:spChg chg="add">
          <ac:chgData name="Prazyan, Levon" userId="ed024b0e-4a1a-418a-8ca0-755e149680c9" providerId="ADAL" clId="{4A4D12F4-25F0-4DC3-8755-13CF4EFB28EA}" dt="2026-04-13T15:08:11.898" v="7588" actId="26606"/>
          <ac:spMkLst>
            <pc:docMk/>
            <pc:sldMk cId="313051976" sldId="4802"/>
            <ac:spMk id="20" creationId="{1B15ED52-F352-441B-82BF-E0EA34836D08}"/>
          </ac:spMkLst>
        </pc:spChg>
        <pc:spChg chg="add">
          <ac:chgData name="Prazyan, Levon" userId="ed024b0e-4a1a-418a-8ca0-755e149680c9" providerId="ADAL" clId="{4A4D12F4-25F0-4DC3-8755-13CF4EFB28EA}" dt="2026-04-13T15:08:11.898" v="7588" actId="26606"/>
          <ac:spMkLst>
            <pc:docMk/>
            <pc:sldMk cId="313051976" sldId="4802"/>
            <ac:spMk id="22" creationId="{3B2E3793-BFE6-45A2-9B7B-E18844431C99}"/>
          </ac:spMkLst>
        </pc:spChg>
        <pc:spChg chg="add">
          <ac:chgData name="Prazyan, Levon" userId="ed024b0e-4a1a-418a-8ca0-755e149680c9" providerId="ADAL" clId="{4A4D12F4-25F0-4DC3-8755-13CF4EFB28EA}" dt="2026-04-13T15:08:11.898" v="7588" actId="26606"/>
          <ac:spMkLst>
            <pc:docMk/>
            <pc:sldMk cId="313051976" sldId="4802"/>
            <ac:spMk id="24" creationId="{BC4C4868-CB8F-4AF9-9CDB-8108F2C19B67}"/>
          </ac:spMkLst>
        </pc:spChg>
        <pc:spChg chg="add">
          <ac:chgData name="Prazyan, Levon" userId="ed024b0e-4a1a-418a-8ca0-755e149680c9" providerId="ADAL" clId="{4A4D12F4-25F0-4DC3-8755-13CF4EFB28EA}" dt="2026-04-13T15:08:11.898" v="7588" actId="26606"/>
          <ac:spMkLst>
            <pc:docMk/>
            <pc:sldMk cId="313051976" sldId="4802"/>
            <ac:spMk id="26" creationId="{375E0459-6403-40CD-989D-56A4407CA12E}"/>
          </ac:spMkLst>
        </pc:spChg>
        <pc:spChg chg="add">
          <ac:chgData name="Prazyan, Levon" userId="ed024b0e-4a1a-418a-8ca0-755e149680c9" providerId="ADAL" clId="{4A4D12F4-25F0-4DC3-8755-13CF4EFB28EA}" dt="2026-04-13T15:08:11.898" v="7588" actId="26606"/>
          <ac:spMkLst>
            <pc:docMk/>
            <pc:sldMk cId="313051976" sldId="4802"/>
            <ac:spMk id="28" creationId="{53E5B1A8-3AC9-4BD1-9BBC-78CA94F2D1BA}"/>
          </ac:spMkLst>
        </pc:spChg>
      </pc:sldChg>
      <pc:sldChg chg="addSp delSp modSp new mod setBg">
        <pc:chgData name="Prazyan, Levon" userId="ed024b0e-4a1a-418a-8ca0-755e149680c9" providerId="ADAL" clId="{4A4D12F4-25F0-4DC3-8755-13CF4EFB28EA}" dt="2026-04-13T15:35:13.131" v="7784" actId="1076"/>
        <pc:sldMkLst>
          <pc:docMk/>
          <pc:sldMk cId="4259568915" sldId="4803"/>
        </pc:sldMkLst>
        <pc:spChg chg="mod">
          <ac:chgData name="Prazyan, Levon" userId="ed024b0e-4a1a-418a-8ca0-755e149680c9" providerId="ADAL" clId="{4A4D12F4-25F0-4DC3-8755-13CF4EFB28EA}" dt="2026-04-13T15:33:54.728" v="7776" actId="20577"/>
          <ac:spMkLst>
            <pc:docMk/>
            <pc:sldMk cId="4259568915" sldId="4803"/>
            <ac:spMk id="2" creationId="{F7FF6913-1094-13E0-591F-31B27429A686}"/>
          </ac:spMkLst>
        </pc:spChg>
        <pc:picChg chg="add mod ord">
          <ac:chgData name="Prazyan, Levon" userId="ed024b0e-4a1a-418a-8ca0-755e149680c9" providerId="ADAL" clId="{4A4D12F4-25F0-4DC3-8755-13CF4EFB28EA}" dt="2026-04-13T15:35:13.131" v="7784" actId="1076"/>
          <ac:picMkLst>
            <pc:docMk/>
            <pc:sldMk cId="4259568915" sldId="4803"/>
            <ac:picMk id="13" creationId="{C5A00275-1253-62C4-0078-63FD2DA53FE6}"/>
          </ac:picMkLst>
        </pc:picChg>
      </pc:sldChg>
      <pc:sldChg chg="addSp delSp modSp new mod setBg modClrScheme chgLayout">
        <pc:chgData name="Prazyan, Levon" userId="ed024b0e-4a1a-418a-8ca0-755e149680c9" providerId="ADAL" clId="{4A4D12F4-25F0-4DC3-8755-13CF4EFB28EA}" dt="2026-04-13T15:37:34.451" v="7815" actId="14100"/>
        <pc:sldMkLst>
          <pc:docMk/>
          <pc:sldMk cId="2245040766" sldId="4804"/>
        </pc:sldMkLst>
        <pc:spChg chg="mod ord">
          <ac:chgData name="Prazyan, Levon" userId="ed024b0e-4a1a-418a-8ca0-755e149680c9" providerId="ADAL" clId="{4A4D12F4-25F0-4DC3-8755-13CF4EFB28EA}" dt="2026-04-13T15:37:25.040" v="7812" actId="26606"/>
          <ac:spMkLst>
            <pc:docMk/>
            <pc:sldMk cId="2245040766" sldId="4804"/>
            <ac:spMk id="2" creationId="{3A588824-8F06-816B-D044-BB571BE18C3D}"/>
          </ac:spMkLst>
        </pc:spChg>
        <pc:spChg chg="add">
          <ac:chgData name="Prazyan, Levon" userId="ed024b0e-4a1a-418a-8ca0-755e149680c9" providerId="ADAL" clId="{4A4D12F4-25F0-4DC3-8755-13CF4EFB28EA}" dt="2026-04-13T15:37:25.040" v="7812" actId="26606"/>
          <ac:spMkLst>
            <pc:docMk/>
            <pc:sldMk cId="2245040766" sldId="4804"/>
            <ac:spMk id="17" creationId="{D12DDE76-C203-4047-9998-63900085B5E8}"/>
          </ac:spMkLst>
        </pc:spChg>
        <pc:picChg chg="add mod ord">
          <ac:chgData name="Prazyan, Levon" userId="ed024b0e-4a1a-418a-8ca0-755e149680c9" providerId="ADAL" clId="{4A4D12F4-25F0-4DC3-8755-13CF4EFB28EA}" dt="2026-04-13T15:37:34.451" v="7815" actId="14100"/>
          <ac:picMkLst>
            <pc:docMk/>
            <pc:sldMk cId="2245040766" sldId="4804"/>
            <ac:picMk id="11" creationId="{AB9CCD0A-48CF-4B17-29AD-A5C4273618FD}"/>
          </ac:picMkLst>
        </pc:picChg>
      </pc:sldChg>
      <pc:sldChg chg="addSp delSp modSp new mod modAnim">
        <pc:chgData name="Prazyan, Levon" userId="ed024b0e-4a1a-418a-8ca0-755e149680c9" providerId="ADAL" clId="{4A4D12F4-25F0-4DC3-8755-13CF4EFB28EA}" dt="2026-04-13T17:41:28.916" v="8207"/>
        <pc:sldMkLst>
          <pc:docMk/>
          <pc:sldMk cId="113762663" sldId="4805"/>
        </pc:sldMkLst>
        <pc:spChg chg="mod">
          <ac:chgData name="Prazyan, Levon" userId="ed024b0e-4a1a-418a-8ca0-755e149680c9" providerId="ADAL" clId="{4A4D12F4-25F0-4DC3-8755-13CF4EFB28EA}" dt="2026-04-13T17:17:48.415" v="7843" actId="20577"/>
          <ac:spMkLst>
            <pc:docMk/>
            <pc:sldMk cId="113762663" sldId="4805"/>
            <ac:spMk id="2" creationId="{F1E5AD32-FF6C-1A76-4758-C7B183499BA1}"/>
          </ac:spMkLst>
        </pc:spChg>
        <pc:spChg chg="mod">
          <ac:chgData name="Prazyan, Levon" userId="ed024b0e-4a1a-418a-8ca0-755e149680c9" providerId="ADAL" clId="{4A4D12F4-25F0-4DC3-8755-13CF4EFB28EA}" dt="2026-04-13T17:40:51.759" v="8203" actId="113"/>
          <ac:spMkLst>
            <pc:docMk/>
            <pc:sldMk cId="113762663" sldId="4805"/>
            <ac:spMk id="4" creationId="{8586A09C-93BE-55B2-1688-BD2C98F177AF}"/>
          </ac:spMkLst>
        </pc:spChg>
        <pc:picChg chg="add mod modCrop">
          <ac:chgData name="Prazyan, Levon" userId="ed024b0e-4a1a-418a-8ca0-755e149680c9" providerId="ADAL" clId="{4A4D12F4-25F0-4DC3-8755-13CF4EFB28EA}" dt="2026-04-13T17:18:15.354" v="7847" actId="14100"/>
          <ac:picMkLst>
            <pc:docMk/>
            <pc:sldMk cId="113762663" sldId="4805"/>
            <ac:picMk id="5" creationId="{407840DF-EF64-2BAF-8781-EAB1F011BB1D}"/>
          </ac:picMkLst>
        </pc:picChg>
      </pc:sldChg>
      <pc:sldChg chg="addSp delSp modSp new mod modClrScheme modAnim chgLayout">
        <pc:chgData name="Prazyan, Levon" userId="ed024b0e-4a1a-418a-8ca0-755e149680c9" providerId="ADAL" clId="{4A4D12F4-25F0-4DC3-8755-13CF4EFB28EA}" dt="2026-04-14T06:24:59.136" v="10318" actId="20577"/>
        <pc:sldMkLst>
          <pc:docMk/>
          <pc:sldMk cId="3289655907" sldId="4806"/>
        </pc:sldMkLst>
        <pc:spChg chg="mod ord">
          <ac:chgData name="Prazyan, Levon" userId="ed024b0e-4a1a-418a-8ca0-755e149680c9" providerId="ADAL" clId="{4A4D12F4-25F0-4DC3-8755-13CF4EFB28EA}" dt="2026-04-13T19:42:20.494" v="9151" actId="20577"/>
          <ac:spMkLst>
            <pc:docMk/>
            <pc:sldMk cId="3289655907" sldId="4806"/>
            <ac:spMk id="2" creationId="{BBF014C8-1906-3DB0-FFB9-5B2802B109EA}"/>
          </ac:spMkLst>
        </pc:spChg>
        <pc:spChg chg="add mod ord">
          <ac:chgData name="Prazyan, Levon" userId="ed024b0e-4a1a-418a-8ca0-755e149680c9" providerId="ADAL" clId="{4A4D12F4-25F0-4DC3-8755-13CF4EFB28EA}" dt="2026-04-14T06:24:59.136" v="10318" actId="20577"/>
          <ac:spMkLst>
            <pc:docMk/>
            <pc:sldMk cId="3289655907" sldId="4806"/>
            <ac:spMk id="5" creationId="{EDE2E708-0EDD-883E-0213-D97756ABB73D}"/>
          </ac:spMkLst>
        </pc:spChg>
      </pc:sldChg>
      <pc:sldChg chg="addSp delSp modSp new mod modClrScheme chgLayout">
        <pc:chgData name="Prazyan, Levon" userId="ed024b0e-4a1a-418a-8ca0-755e149680c9" providerId="ADAL" clId="{4A4D12F4-25F0-4DC3-8755-13CF4EFB28EA}" dt="2026-04-13T19:19:49.311" v="8695" actId="14100"/>
        <pc:sldMkLst>
          <pc:docMk/>
          <pc:sldMk cId="2790637049" sldId="4807"/>
        </pc:sldMkLst>
        <pc:spChg chg="mod ord">
          <ac:chgData name="Prazyan, Levon" userId="ed024b0e-4a1a-418a-8ca0-755e149680c9" providerId="ADAL" clId="{4A4D12F4-25F0-4DC3-8755-13CF4EFB28EA}" dt="2026-04-13T19:18:33.616" v="8688" actId="700"/>
          <ac:spMkLst>
            <pc:docMk/>
            <pc:sldMk cId="2790637049" sldId="4807"/>
            <ac:spMk id="2" creationId="{68A0AC75-D246-E97F-F8BD-2D95F857A95B}"/>
          </ac:spMkLst>
        </pc:spChg>
        <pc:picChg chg="add mod ord">
          <ac:chgData name="Prazyan, Levon" userId="ed024b0e-4a1a-418a-8ca0-755e149680c9" providerId="ADAL" clId="{4A4D12F4-25F0-4DC3-8755-13CF4EFB28EA}" dt="2026-04-13T19:19:49.311" v="8695" actId="14100"/>
          <ac:picMkLst>
            <pc:docMk/>
            <pc:sldMk cId="2790637049" sldId="4807"/>
            <ac:picMk id="22" creationId="{A7769A52-B567-209A-FB1C-346FC9F8E92B}"/>
          </ac:picMkLst>
        </pc:picChg>
      </pc:sldChg>
      <pc:sldChg chg="addSp delSp modSp new mod">
        <pc:chgData name="Prazyan, Levon" userId="ed024b0e-4a1a-418a-8ca0-755e149680c9" providerId="ADAL" clId="{4A4D12F4-25F0-4DC3-8755-13CF4EFB28EA}" dt="2026-04-13T19:23:08.129" v="8703" actId="14100"/>
        <pc:sldMkLst>
          <pc:docMk/>
          <pc:sldMk cId="1699384992" sldId="4808"/>
        </pc:sldMkLst>
        <pc:spChg chg="mod">
          <ac:chgData name="Prazyan, Levon" userId="ed024b0e-4a1a-418a-8ca0-755e149680c9" providerId="ADAL" clId="{4A4D12F4-25F0-4DC3-8755-13CF4EFB28EA}" dt="2026-04-13T19:20:13.694" v="8699" actId="20577"/>
          <ac:spMkLst>
            <pc:docMk/>
            <pc:sldMk cId="1699384992" sldId="4808"/>
            <ac:spMk id="2" creationId="{293F67E2-D157-C1B5-7CE6-D3CE8B303489}"/>
          </ac:spMkLst>
        </pc:spChg>
        <pc:picChg chg="add mod ord">
          <ac:chgData name="Prazyan, Levon" userId="ed024b0e-4a1a-418a-8ca0-755e149680c9" providerId="ADAL" clId="{4A4D12F4-25F0-4DC3-8755-13CF4EFB28EA}" dt="2026-04-13T19:23:08.129" v="8703" actId="14100"/>
          <ac:picMkLst>
            <pc:docMk/>
            <pc:sldMk cId="1699384992" sldId="4808"/>
            <ac:picMk id="5" creationId="{743936AD-2386-5FD5-7187-1D4C0BF30F1A}"/>
          </ac:picMkLst>
        </pc:picChg>
      </pc:sldChg>
      <pc:sldChg chg="modSp new mod">
        <pc:chgData name="Prazyan, Levon" userId="ed024b0e-4a1a-418a-8ca0-755e149680c9" providerId="ADAL" clId="{4A4D12F4-25F0-4DC3-8755-13CF4EFB28EA}" dt="2026-04-14T06:22:05.293" v="10206" actId="6549"/>
        <pc:sldMkLst>
          <pc:docMk/>
          <pc:sldMk cId="4005754349" sldId="4809"/>
        </pc:sldMkLst>
        <pc:spChg chg="mod">
          <ac:chgData name="Prazyan, Levon" userId="ed024b0e-4a1a-418a-8ca0-755e149680c9" providerId="ADAL" clId="{4A4D12F4-25F0-4DC3-8755-13CF4EFB28EA}" dt="2026-04-14T06:19:04.796" v="10153" actId="20577"/>
          <ac:spMkLst>
            <pc:docMk/>
            <pc:sldMk cId="4005754349" sldId="4809"/>
            <ac:spMk id="2" creationId="{C3CE2DDE-19AE-E445-7361-9614E91BC99C}"/>
          </ac:spMkLst>
        </pc:spChg>
        <pc:spChg chg="mod">
          <ac:chgData name="Prazyan, Levon" userId="ed024b0e-4a1a-418a-8ca0-755e149680c9" providerId="ADAL" clId="{4A4D12F4-25F0-4DC3-8755-13CF4EFB28EA}" dt="2026-04-14T06:22:05.293" v="10206" actId="6549"/>
          <ac:spMkLst>
            <pc:docMk/>
            <pc:sldMk cId="4005754349" sldId="4809"/>
            <ac:spMk id="3" creationId="{3A8B93CF-9F60-F584-21F4-13C89796CC9C}"/>
          </ac:spMkLst>
        </pc:spChg>
      </pc:sldChg>
      <pc:sldChg chg="modSp add mod modAnim">
        <pc:chgData name="Prazyan, Levon" userId="ed024b0e-4a1a-418a-8ca0-755e149680c9" providerId="ADAL" clId="{4A4D12F4-25F0-4DC3-8755-13CF4EFB28EA}" dt="2026-04-14T07:16:27.159" v="10851" actId="20577"/>
        <pc:sldMkLst>
          <pc:docMk/>
          <pc:sldMk cId="1572197253" sldId="4810"/>
        </pc:sldMkLst>
        <pc:spChg chg="mod">
          <ac:chgData name="Prazyan, Levon" userId="ed024b0e-4a1a-418a-8ca0-755e149680c9" providerId="ADAL" clId="{4A4D12F4-25F0-4DC3-8755-13CF4EFB28EA}" dt="2026-04-13T19:42:16.594" v="9150" actId="20577"/>
          <ac:spMkLst>
            <pc:docMk/>
            <pc:sldMk cId="1572197253" sldId="4810"/>
            <ac:spMk id="2" creationId="{83EA7C4B-A5D7-F48B-BA43-7E450A2082A6}"/>
          </ac:spMkLst>
        </pc:spChg>
        <pc:spChg chg="mod">
          <ac:chgData name="Prazyan, Levon" userId="ed024b0e-4a1a-418a-8ca0-755e149680c9" providerId="ADAL" clId="{4A4D12F4-25F0-4DC3-8755-13CF4EFB28EA}" dt="2026-04-14T07:16:27.159" v="10851" actId="20577"/>
          <ac:spMkLst>
            <pc:docMk/>
            <pc:sldMk cId="1572197253" sldId="4810"/>
            <ac:spMk id="5" creationId="{F8E8A413-6268-3850-8C2C-911D872141DC}"/>
          </ac:spMkLst>
        </pc:spChg>
      </pc:sldChg>
      <pc:sldChg chg="modSp add mod modAnim">
        <pc:chgData name="Prazyan, Levon" userId="ed024b0e-4a1a-418a-8ca0-755e149680c9" providerId="ADAL" clId="{4A4D12F4-25F0-4DC3-8755-13CF4EFB28EA}" dt="2026-04-28T06:01:45.115" v="13589" actId="20577"/>
        <pc:sldMkLst>
          <pc:docMk/>
          <pc:sldMk cId="2123965891" sldId="4811"/>
        </pc:sldMkLst>
        <pc:spChg chg="mod">
          <ac:chgData name="Prazyan, Levon" userId="ed024b0e-4a1a-418a-8ca0-755e149680c9" providerId="ADAL" clId="{4A4D12F4-25F0-4DC3-8755-13CF4EFB28EA}" dt="2026-04-13T21:08:45.321" v="10036" actId="6549"/>
          <ac:spMkLst>
            <pc:docMk/>
            <pc:sldMk cId="2123965891" sldId="4811"/>
            <ac:spMk id="2" creationId="{A590BF9E-CE7E-B3BF-B513-8359EFF4D520}"/>
          </ac:spMkLst>
        </pc:spChg>
        <pc:spChg chg="mod">
          <ac:chgData name="Prazyan, Levon" userId="ed024b0e-4a1a-418a-8ca0-755e149680c9" providerId="ADAL" clId="{4A4D12F4-25F0-4DC3-8755-13CF4EFB28EA}" dt="2026-04-28T06:01:22.988" v="13587" actId="20577"/>
          <ac:spMkLst>
            <pc:docMk/>
            <pc:sldMk cId="2123965891" sldId="4811"/>
            <ac:spMk id="5" creationId="{1CA30DF0-A9AB-3BD6-67C7-6BFAFC402581}"/>
          </ac:spMkLst>
        </pc:spChg>
      </pc:sldChg>
      <pc:sldChg chg="addSp delSp modSp new mod modClrScheme chgLayout">
        <pc:chgData name="Prazyan, Levon" userId="ed024b0e-4a1a-418a-8ca0-755e149680c9" providerId="ADAL" clId="{4A4D12F4-25F0-4DC3-8755-13CF4EFB28EA}" dt="2026-04-25T20:05:30.446" v="10880" actId="1076"/>
        <pc:sldMkLst>
          <pc:docMk/>
          <pc:sldMk cId="4212521015" sldId="4812"/>
        </pc:sldMkLst>
        <pc:spChg chg="mod ord">
          <ac:chgData name="Prazyan, Levon" userId="ed024b0e-4a1a-418a-8ca0-755e149680c9" providerId="ADAL" clId="{4A4D12F4-25F0-4DC3-8755-13CF4EFB28EA}" dt="2026-04-25T20:00:16.260" v="10877" actId="700"/>
          <ac:spMkLst>
            <pc:docMk/>
            <pc:sldMk cId="4212521015" sldId="4812"/>
            <ac:spMk id="2" creationId="{845F8A23-006C-30A6-9A4D-4C162D835D2F}"/>
          </ac:spMkLst>
        </pc:spChg>
        <pc:picChg chg="add mod ord">
          <ac:chgData name="Prazyan, Levon" userId="ed024b0e-4a1a-418a-8ca0-755e149680c9" providerId="ADAL" clId="{4A4D12F4-25F0-4DC3-8755-13CF4EFB28EA}" dt="2026-04-25T20:05:30.446" v="10880" actId="1076"/>
          <ac:picMkLst>
            <pc:docMk/>
            <pc:sldMk cId="4212521015" sldId="4812"/>
            <ac:picMk id="7" creationId="{B27E6C40-15FB-07F4-B301-BF7798FB95C1}"/>
          </ac:picMkLst>
        </pc:picChg>
        <pc:picChg chg="add mod ord">
          <ac:chgData name="Prazyan, Levon" userId="ed024b0e-4a1a-418a-8ca0-755e149680c9" providerId="ADAL" clId="{4A4D12F4-25F0-4DC3-8755-13CF4EFB28EA}" dt="2026-04-25T20:01:09.573" v="10879" actId="22"/>
          <ac:picMkLst>
            <pc:docMk/>
            <pc:sldMk cId="4212521015" sldId="4812"/>
            <ac:picMk id="9" creationId="{A745FF7B-8492-1375-865F-319BEA90D5AA}"/>
          </ac:picMkLst>
        </pc:picChg>
      </pc:sldChg>
      <pc:sldChg chg="modSp add mod ord modNotesTx">
        <pc:chgData name="Prazyan, Levon" userId="ed024b0e-4a1a-418a-8ca0-755e149680c9" providerId="ADAL" clId="{4A4D12F4-25F0-4DC3-8755-13CF4EFB28EA}" dt="2026-04-25T19:35:58.140" v="10862" actId="123"/>
        <pc:sldMkLst>
          <pc:docMk/>
          <pc:sldMk cId="1148061590" sldId="4814"/>
        </pc:sldMkLst>
        <pc:spChg chg="mod">
          <ac:chgData name="Prazyan, Levon" userId="ed024b0e-4a1a-418a-8ca0-755e149680c9" providerId="ADAL" clId="{4A4D12F4-25F0-4DC3-8755-13CF4EFB28EA}" dt="2026-04-13T21:13:57.901" v="10072" actId="20577"/>
          <ac:spMkLst>
            <pc:docMk/>
            <pc:sldMk cId="1148061590" sldId="4814"/>
            <ac:spMk id="5" creationId="{72604231-7256-DA6F-A831-FE2C7446637F}"/>
          </ac:spMkLst>
        </pc:spChg>
        <pc:spChg chg="mod">
          <ac:chgData name="Prazyan, Levon" userId="ed024b0e-4a1a-418a-8ca0-755e149680c9" providerId="ADAL" clId="{4A4D12F4-25F0-4DC3-8755-13CF4EFB28EA}" dt="2026-04-25T19:35:58.140" v="10862" actId="123"/>
          <ac:spMkLst>
            <pc:docMk/>
            <pc:sldMk cId="1148061590" sldId="4814"/>
            <ac:spMk id="6" creationId="{CAB2B38A-2B4F-2D6D-057D-1B4ED214132D}"/>
          </ac:spMkLst>
        </pc:spChg>
      </pc:sldChg>
      <pc:sldChg chg="modSp add mod modAnim">
        <pc:chgData name="Prazyan, Levon" userId="ed024b0e-4a1a-418a-8ca0-755e149680c9" providerId="ADAL" clId="{4A4D12F4-25F0-4DC3-8755-13CF4EFB28EA}" dt="2026-04-28T06:03:51.494" v="13590" actId="33524"/>
        <pc:sldMkLst>
          <pc:docMk/>
          <pc:sldMk cId="3096009911" sldId="4815"/>
        </pc:sldMkLst>
        <pc:spChg chg="mod">
          <ac:chgData name="Prazyan, Levon" userId="ed024b0e-4a1a-418a-8ca0-755e149680c9" providerId="ADAL" clId="{4A4D12F4-25F0-4DC3-8755-13CF4EFB28EA}" dt="2026-04-14T06:22:19.377" v="10208" actId="20577"/>
          <ac:spMkLst>
            <pc:docMk/>
            <pc:sldMk cId="3096009911" sldId="4815"/>
            <ac:spMk id="2" creationId="{45C30B4E-0824-6997-0799-037B5DA199D2}"/>
          </ac:spMkLst>
        </pc:spChg>
        <pc:spChg chg="mod">
          <ac:chgData name="Prazyan, Levon" userId="ed024b0e-4a1a-418a-8ca0-755e149680c9" providerId="ADAL" clId="{4A4D12F4-25F0-4DC3-8755-13CF4EFB28EA}" dt="2026-04-28T06:03:51.494" v="13590" actId="33524"/>
          <ac:spMkLst>
            <pc:docMk/>
            <pc:sldMk cId="3096009911" sldId="4815"/>
            <ac:spMk id="3" creationId="{A32FF188-239A-18AB-EBAD-964256FC6FA2}"/>
          </ac:spMkLst>
        </pc:spChg>
      </pc:sldChg>
      <pc:sldChg chg="addSp delSp modSp new mod modClrScheme chgLayout">
        <pc:chgData name="Prazyan, Levon" userId="ed024b0e-4a1a-418a-8ca0-755e149680c9" providerId="ADAL" clId="{4A4D12F4-25F0-4DC3-8755-13CF4EFB28EA}" dt="2026-04-25T20:08:21.651" v="10912" actId="1076"/>
        <pc:sldMkLst>
          <pc:docMk/>
          <pc:sldMk cId="1917257266" sldId="4816"/>
        </pc:sldMkLst>
        <pc:spChg chg="add mod ord">
          <ac:chgData name="Prazyan, Levon" userId="ed024b0e-4a1a-418a-8ca0-755e149680c9" providerId="ADAL" clId="{4A4D12F4-25F0-4DC3-8755-13CF4EFB28EA}" dt="2026-04-25T20:06:15.475" v="10893" actId="20577"/>
          <ac:spMkLst>
            <pc:docMk/>
            <pc:sldMk cId="1917257266" sldId="4816"/>
            <ac:spMk id="5" creationId="{ADB19BD1-6F61-71F8-F0F8-BE070D11A5C9}"/>
          </ac:spMkLst>
        </pc:spChg>
        <pc:picChg chg="add mod ord modCrop">
          <ac:chgData name="Prazyan, Levon" userId="ed024b0e-4a1a-418a-8ca0-755e149680c9" providerId="ADAL" clId="{4A4D12F4-25F0-4DC3-8755-13CF4EFB28EA}" dt="2026-04-25T20:08:21.651" v="10912" actId="1076"/>
          <ac:picMkLst>
            <pc:docMk/>
            <pc:sldMk cId="1917257266" sldId="4816"/>
            <ac:picMk id="8" creationId="{94340218-98FD-56DB-31DB-829C719CCEE1}"/>
          </ac:picMkLst>
        </pc:picChg>
      </pc:sldChg>
      <pc:sldChg chg="modSp add mod ord">
        <pc:chgData name="Prazyan, Levon" userId="ed024b0e-4a1a-418a-8ca0-755e149680c9" providerId="ADAL" clId="{4A4D12F4-25F0-4DC3-8755-13CF4EFB28EA}" dt="2026-04-25T20:07:59.364" v="10908"/>
        <pc:sldMkLst>
          <pc:docMk/>
          <pc:sldMk cId="262916389" sldId="4817"/>
        </pc:sldMkLst>
        <pc:spChg chg="mod">
          <ac:chgData name="Prazyan, Levon" userId="ed024b0e-4a1a-418a-8ca0-755e149680c9" providerId="ADAL" clId="{4A4D12F4-25F0-4DC3-8755-13CF4EFB28EA}" dt="2026-04-25T20:07:18.715" v="10899" actId="20577"/>
          <ac:spMkLst>
            <pc:docMk/>
            <pc:sldMk cId="262916389" sldId="4817"/>
            <ac:spMk id="5" creationId="{5A13E7DD-9230-8F79-4797-EEE2B048E2BB}"/>
          </ac:spMkLst>
        </pc:spChg>
        <pc:picChg chg="mod modCrop">
          <ac:chgData name="Prazyan, Levon" userId="ed024b0e-4a1a-418a-8ca0-755e149680c9" providerId="ADAL" clId="{4A4D12F4-25F0-4DC3-8755-13CF4EFB28EA}" dt="2026-04-25T20:07:52.404" v="10906" actId="1076"/>
          <ac:picMkLst>
            <pc:docMk/>
            <pc:sldMk cId="262916389" sldId="4817"/>
            <ac:picMk id="8" creationId="{30F09A00-DC82-BE8B-86F5-B7DEADF26E6C}"/>
          </ac:picMkLst>
        </pc:picChg>
      </pc:sldChg>
      <pc:sldChg chg="addSp delSp modSp new mod modClrScheme chgLayout">
        <pc:chgData name="Prazyan, Levon" userId="ed024b0e-4a1a-418a-8ca0-755e149680c9" providerId="ADAL" clId="{4A4D12F4-25F0-4DC3-8755-13CF4EFB28EA}" dt="2026-04-27T02:45:32.761" v="11272" actId="20577"/>
        <pc:sldMkLst>
          <pc:docMk/>
          <pc:sldMk cId="487717972" sldId="4818"/>
        </pc:sldMkLst>
        <pc:spChg chg="mod ord">
          <ac:chgData name="Prazyan, Levon" userId="ed024b0e-4a1a-418a-8ca0-755e149680c9" providerId="ADAL" clId="{4A4D12F4-25F0-4DC3-8755-13CF4EFB28EA}" dt="2026-04-27T02:45:32.761" v="11272" actId="20577"/>
          <ac:spMkLst>
            <pc:docMk/>
            <pc:sldMk cId="487717972" sldId="4818"/>
            <ac:spMk id="2" creationId="{9DEE0759-5FF8-1B97-70E7-3AB78A0C4E54}"/>
          </ac:spMkLst>
        </pc:spChg>
        <pc:spChg chg="del mod ord">
          <ac:chgData name="Prazyan, Levon" userId="ed024b0e-4a1a-418a-8ca0-755e149680c9" providerId="ADAL" clId="{4A4D12F4-25F0-4DC3-8755-13CF4EFB28EA}" dt="2026-04-27T02:37:56.739" v="11200" actId="700"/>
          <ac:spMkLst>
            <pc:docMk/>
            <pc:sldMk cId="487717972" sldId="4818"/>
            <ac:spMk id="3" creationId="{FB22E633-997E-5C4F-665C-38F0DE6B6881}"/>
          </ac:spMkLst>
        </pc:spChg>
        <pc:spChg chg="add mod ord">
          <ac:chgData name="Prazyan, Levon" userId="ed024b0e-4a1a-418a-8ca0-755e149680c9" providerId="ADAL" clId="{4A4D12F4-25F0-4DC3-8755-13CF4EFB28EA}" dt="2026-04-27T02:44:42.882" v="11269" actId="14100"/>
          <ac:spMkLst>
            <pc:docMk/>
            <pc:sldMk cId="487717972" sldId="4818"/>
            <ac:spMk id="4" creationId="{653FBA80-4A52-7714-9199-C77F2E3FB785}"/>
          </ac:spMkLst>
        </pc:spChg>
        <pc:spChg chg="add del mod ord">
          <ac:chgData name="Prazyan, Levon" userId="ed024b0e-4a1a-418a-8ca0-755e149680c9" providerId="ADAL" clId="{4A4D12F4-25F0-4DC3-8755-13CF4EFB28EA}" dt="2026-04-27T02:43:55.647" v="11263" actId="22"/>
          <ac:spMkLst>
            <pc:docMk/>
            <pc:sldMk cId="487717972" sldId="4818"/>
            <ac:spMk id="5" creationId="{409D7B0E-FCC3-646E-1AAD-B753AAF790AB}"/>
          </ac:spMkLst>
        </pc:spChg>
        <pc:picChg chg="add mod ord">
          <ac:chgData name="Prazyan, Levon" userId="ed024b0e-4a1a-418a-8ca0-755e149680c9" providerId="ADAL" clId="{4A4D12F4-25F0-4DC3-8755-13CF4EFB28EA}" dt="2026-04-27T02:44:50.306" v="11271" actId="14100"/>
          <ac:picMkLst>
            <pc:docMk/>
            <pc:sldMk cId="487717972" sldId="4818"/>
            <ac:picMk id="7" creationId="{58B41738-F8B2-B0A0-484D-B8179F04C1CC}"/>
          </ac:picMkLst>
        </pc:picChg>
      </pc:sldChg>
      <pc:sldChg chg="addSp modSp add mod ord modAnim">
        <pc:chgData name="Prazyan, Levon" userId="ed024b0e-4a1a-418a-8ca0-755e149680c9" providerId="ADAL" clId="{4A4D12F4-25F0-4DC3-8755-13CF4EFB28EA}" dt="2026-04-27T02:36:15.509" v="11167" actId="113"/>
        <pc:sldMkLst>
          <pc:docMk/>
          <pc:sldMk cId="3317735526" sldId="4819"/>
        </pc:sldMkLst>
        <pc:spChg chg="mod">
          <ac:chgData name="Prazyan, Levon" userId="ed024b0e-4a1a-418a-8ca0-755e149680c9" providerId="ADAL" clId="{4A4D12F4-25F0-4DC3-8755-13CF4EFB28EA}" dt="2026-04-25T20:23:26.077" v="10924" actId="20577"/>
          <ac:spMkLst>
            <pc:docMk/>
            <pc:sldMk cId="3317735526" sldId="4819"/>
            <ac:spMk id="2" creationId="{A5A47517-709A-081F-EB2A-BA28C5D188F8}"/>
          </ac:spMkLst>
        </pc:spChg>
        <pc:spChg chg="add mod">
          <ac:chgData name="Prazyan, Levon" userId="ed024b0e-4a1a-418a-8ca0-755e149680c9" providerId="ADAL" clId="{4A4D12F4-25F0-4DC3-8755-13CF4EFB28EA}" dt="2026-04-27T02:36:15.509" v="11167" actId="113"/>
          <ac:spMkLst>
            <pc:docMk/>
            <pc:sldMk cId="3317735526" sldId="4819"/>
            <ac:spMk id="3" creationId="{F199BBDD-7A72-D6DD-E70C-08E66109D62B}"/>
          </ac:spMkLst>
        </pc:spChg>
        <pc:picChg chg="mod">
          <ac:chgData name="Prazyan, Levon" userId="ed024b0e-4a1a-418a-8ca0-755e149680c9" providerId="ADAL" clId="{4A4D12F4-25F0-4DC3-8755-13CF4EFB28EA}" dt="2026-04-25T20:23:53.099" v="10927" actId="1076"/>
          <ac:picMkLst>
            <pc:docMk/>
            <pc:sldMk cId="3317735526" sldId="4819"/>
            <ac:picMk id="7" creationId="{0D1F60B5-29B1-2BFD-866E-1784785F2811}"/>
          </ac:picMkLst>
        </pc:picChg>
        <pc:picChg chg="mod">
          <ac:chgData name="Prazyan, Levon" userId="ed024b0e-4a1a-418a-8ca0-755e149680c9" providerId="ADAL" clId="{4A4D12F4-25F0-4DC3-8755-13CF4EFB28EA}" dt="2026-04-25T20:23:55.741" v="10928" actId="1076"/>
          <ac:picMkLst>
            <pc:docMk/>
            <pc:sldMk cId="3317735526" sldId="4819"/>
            <ac:picMk id="9" creationId="{89363EF5-796C-BAF4-253A-57AA4149C98C}"/>
          </ac:picMkLst>
        </pc:picChg>
      </pc:sldChg>
      <pc:sldChg chg="addSp delSp modSp new mod modClrScheme modAnim chgLayout">
        <pc:chgData name="Prazyan, Levon" userId="ed024b0e-4a1a-418a-8ca0-755e149680c9" providerId="ADAL" clId="{4A4D12F4-25F0-4DC3-8755-13CF4EFB28EA}" dt="2026-04-28T06:39:21.090" v="13596" actId="20577"/>
        <pc:sldMkLst>
          <pc:docMk/>
          <pc:sldMk cId="427874335" sldId="4820"/>
        </pc:sldMkLst>
        <pc:spChg chg="mod ord">
          <ac:chgData name="Prazyan, Levon" userId="ed024b0e-4a1a-418a-8ca0-755e149680c9" providerId="ADAL" clId="{4A4D12F4-25F0-4DC3-8755-13CF4EFB28EA}" dt="2026-04-27T02:56:42.259" v="11296" actId="700"/>
          <ac:spMkLst>
            <pc:docMk/>
            <pc:sldMk cId="427874335" sldId="4820"/>
            <ac:spMk id="2" creationId="{56B19E32-A124-BFBC-7F80-7CFEA5A8E0BC}"/>
          </ac:spMkLst>
        </pc:spChg>
        <pc:spChg chg="del mod ord">
          <ac:chgData name="Prazyan, Levon" userId="ed024b0e-4a1a-418a-8ca0-755e149680c9" providerId="ADAL" clId="{4A4D12F4-25F0-4DC3-8755-13CF4EFB28EA}" dt="2026-04-27T02:56:42.259" v="11296" actId="700"/>
          <ac:spMkLst>
            <pc:docMk/>
            <pc:sldMk cId="427874335" sldId="4820"/>
            <ac:spMk id="3" creationId="{AB53C6CD-999D-D78C-164E-1D0635F199E4}"/>
          </ac:spMkLst>
        </pc:spChg>
        <pc:spChg chg="del">
          <ac:chgData name="Prazyan, Levon" userId="ed024b0e-4a1a-418a-8ca0-755e149680c9" providerId="ADAL" clId="{4A4D12F4-25F0-4DC3-8755-13CF4EFB28EA}" dt="2026-04-27T02:56:42.259" v="11296" actId="700"/>
          <ac:spMkLst>
            <pc:docMk/>
            <pc:sldMk cId="427874335" sldId="4820"/>
            <ac:spMk id="4" creationId="{310697E1-C1A0-58EA-212F-DEF0BD02A460}"/>
          </ac:spMkLst>
        </pc:spChg>
        <pc:spChg chg="add mod ord">
          <ac:chgData name="Prazyan, Levon" userId="ed024b0e-4a1a-418a-8ca0-755e149680c9" providerId="ADAL" clId="{4A4D12F4-25F0-4DC3-8755-13CF4EFB28EA}" dt="2026-04-28T06:39:21.090" v="13596" actId="20577"/>
          <ac:spMkLst>
            <pc:docMk/>
            <pc:sldMk cId="427874335" sldId="4820"/>
            <ac:spMk id="5" creationId="{B96FD44A-0B7E-E3B5-2FFE-8B2AE53AAA9E}"/>
          </ac:spMkLst>
        </pc:spChg>
      </pc:sldChg>
      <pc:sldChg chg="addSp delSp modSp new mod modClrScheme chgLayout">
        <pc:chgData name="Prazyan, Levon" userId="ed024b0e-4a1a-418a-8ca0-755e149680c9" providerId="ADAL" clId="{4A4D12F4-25F0-4DC3-8755-13CF4EFB28EA}" dt="2026-04-27T17:15:45.067" v="11749" actId="404"/>
        <pc:sldMkLst>
          <pc:docMk/>
          <pc:sldMk cId="3597013916" sldId="4821"/>
        </pc:sldMkLst>
        <pc:spChg chg="mod ord">
          <ac:chgData name="Prazyan, Levon" userId="ed024b0e-4a1a-418a-8ca0-755e149680c9" providerId="ADAL" clId="{4A4D12F4-25F0-4DC3-8755-13CF4EFB28EA}" dt="2026-04-27T17:05:12.676" v="11497" actId="700"/>
          <ac:spMkLst>
            <pc:docMk/>
            <pc:sldMk cId="3597013916" sldId="4821"/>
            <ac:spMk id="2" creationId="{45CCA898-7097-018D-16F4-B21D270815DB}"/>
          </ac:spMkLst>
        </pc:spChg>
        <pc:spChg chg="del mod ord">
          <ac:chgData name="Prazyan, Levon" userId="ed024b0e-4a1a-418a-8ca0-755e149680c9" providerId="ADAL" clId="{4A4D12F4-25F0-4DC3-8755-13CF4EFB28EA}" dt="2026-04-27T17:05:12.676" v="11497" actId="700"/>
          <ac:spMkLst>
            <pc:docMk/>
            <pc:sldMk cId="3597013916" sldId="4821"/>
            <ac:spMk id="3" creationId="{8E045C68-CEAB-44EE-9B78-D8285E469FDE}"/>
          </ac:spMkLst>
        </pc:spChg>
        <pc:spChg chg="add mod ord">
          <ac:chgData name="Prazyan, Levon" userId="ed024b0e-4a1a-418a-8ca0-755e149680c9" providerId="ADAL" clId="{4A4D12F4-25F0-4DC3-8755-13CF4EFB28EA}" dt="2026-04-27T17:15:45.067" v="11749" actId="404"/>
          <ac:spMkLst>
            <pc:docMk/>
            <pc:sldMk cId="3597013916" sldId="4821"/>
            <ac:spMk id="4" creationId="{6D96BA5C-3163-30CD-E0E5-E72EF27E11C3}"/>
          </ac:spMkLst>
        </pc:spChg>
        <pc:spChg chg="add del mod ord">
          <ac:chgData name="Prazyan, Levon" userId="ed024b0e-4a1a-418a-8ca0-755e149680c9" providerId="ADAL" clId="{4A4D12F4-25F0-4DC3-8755-13CF4EFB28EA}" dt="2026-04-27T17:06:33.171" v="11498" actId="22"/>
          <ac:spMkLst>
            <pc:docMk/>
            <pc:sldMk cId="3597013916" sldId="4821"/>
            <ac:spMk id="5" creationId="{3656AC71-CD15-6DB2-48A7-5C393E338759}"/>
          </ac:spMkLst>
        </pc:spChg>
        <pc:picChg chg="add mod ord">
          <ac:chgData name="Prazyan, Levon" userId="ed024b0e-4a1a-418a-8ca0-755e149680c9" providerId="ADAL" clId="{4A4D12F4-25F0-4DC3-8755-13CF4EFB28EA}" dt="2026-04-27T17:14:50.855" v="11706" actId="1076"/>
          <ac:picMkLst>
            <pc:docMk/>
            <pc:sldMk cId="3597013916" sldId="4821"/>
            <ac:picMk id="7" creationId="{C0E5D32D-F4FE-5FC3-9A53-33431D5B625B}"/>
          </ac:picMkLst>
        </pc:picChg>
      </pc:sldChg>
      <pc:sldChg chg="addSp delSp modSp new mod">
        <pc:chgData name="Prazyan, Levon" userId="ed024b0e-4a1a-418a-8ca0-755e149680c9" providerId="ADAL" clId="{4A4D12F4-25F0-4DC3-8755-13CF4EFB28EA}" dt="2026-04-27T19:57:04.767" v="12608"/>
        <pc:sldMkLst>
          <pc:docMk/>
          <pc:sldMk cId="2744166731" sldId="4822"/>
        </pc:sldMkLst>
        <pc:spChg chg="mod">
          <ac:chgData name="Prazyan, Levon" userId="ed024b0e-4a1a-418a-8ca0-755e149680c9" providerId="ADAL" clId="{4A4D12F4-25F0-4DC3-8755-13CF4EFB28EA}" dt="2026-04-27T17:29:49.338" v="11772" actId="20577"/>
          <ac:spMkLst>
            <pc:docMk/>
            <pc:sldMk cId="2744166731" sldId="4822"/>
            <ac:spMk id="2" creationId="{73A922E7-9BBA-33D2-6F23-DD085E467F66}"/>
          </ac:spMkLst>
        </pc:spChg>
        <pc:spChg chg="mod">
          <ac:chgData name="Prazyan, Levon" userId="ed024b0e-4a1a-418a-8ca0-755e149680c9" providerId="ADAL" clId="{4A4D12F4-25F0-4DC3-8755-13CF4EFB28EA}" dt="2026-04-27T19:57:04.767" v="12608"/>
          <ac:spMkLst>
            <pc:docMk/>
            <pc:sldMk cId="2744166731" sldId="4822"/>
            <ac:spMk id="3" creationId="{430B2789-C4B3-05F2-4ABE-AA223C83AF78}"/>
          </ac:spMkLst>
        </pc:spChg>
        <pc:spChg chg="del mod">
          <ac:chgData name="Prazyan, Levon" userId="ed024b0e-4a1a-418a-8ca0-755e149680c9" providerId="ADAL" clId="{4A4D12F4-25F0-4DC3-8755-13CF4EFB28EA}" dt="2026-04-27T17:35:09.453" v="11815" actId="22"/>
          <ac:spMkLst>
            <pc:docMk/>
            <pc:sldMk cId="2744166731" sldId="4822"/>
            <ac:spMk id="4" creationId="{891F1EBE-7D01-BCA8-A9D7-14984B1DFE88}"/>
          </ac:spMkLst>
        </pc:spChg>
        <pc:picChg chg="add mod ord">
          <ac:chgData name="Prazyan, Levon" userId="ed024b0e-4a1a-418a-8ca0-755e149680c9" providerId="ADAL" clId="{4A4D12F4-25F0-4DC3-8755-13CF4EFB28EA}" dt="2026-04-27T17:35:09.453" v="11815" actId="22"/>
          <ac:picMkLst>
            <pc:docMk/>
            <pc:sldMk cId="2744166731" sldId="4822"/>
            <ac:picMk id="6" creationId="{444A57C2-3799-E517-5293-5CCA8B4E76E7}"/>
          </ac:picMkLst>
        </pc:picChg>
      </pc:sldChg>
      <pc:sldChg chg="addSp delSp modSp new mod modClrScheme chgLayout">
        <pc:chgData name="Prazyan, Levon" userId="ed024b0e-4a1a-418a-8ca0-755e149680c9" providerId="ADAL" clId="{4A4D12F4-25F0-4DC3-8755-13CF4EFB28EA}" dt="2026-04-27T19:16:34.577" v="12183" actId="20577"/>
        <pc:sldMkLst>
          <pc:docMk/>
          <pc:sldMk cId="247999567" sldId="4823"/>
        </pc:sldMkLst>
        <pc:spChg chg="del mod ord">
          <ac:chgData name="Prazyan, Levon" userId="ed024b0e-4a1a-418a-8ca0-755e149680c9" providerId="ADAL" clId="{4A4D12F4-25F0-4DC3-8755-13CF4EFB28EA}" dt="2026-04-27T17:35:50.601" v="11817" actId="700"/>
          <ac:spMkLst>
            <pc:docMk/>
            <pc:sldMk cId="247999567" sldId="4823"/>
            <ac:spMk id="2" creationId="{A0E87B5D-815D-04C9-BA7A-0A6B42F4ABB7}"/>
          </ac:spMkLst>
        </pc:spChg>
        <pc:spChg chg="del mod ord">
          <ac:chgData name="Prazyan, Levon" userId="ed024b0e-4a1a-418a-8ca0-755e149680c9" providerId="ADAL" clId="{4A4D12F4-25F0-4DC3-8755-13CF4EFB28EA}" dt="2026-04-27T17:35:50.601" v="11817" actId="700"/>
          <ac:spMkLst>
            <pc:docMk/>
            <pc:sldMk cId="247999567" sldId="4823"/>
            <ac:spMk id="3" creationId="{CB131020-0F0A-FB32-CFF3-C781C1E7C7B4}"/>
          </ac:spMkLst>
        </pc:spChg>
        <pc:spChg chg="del">
          <ac:chgData name="Prazyan, Levon" userId="ed024b0e-4a1a-418a-8ca0-755e149680c9" providerId="ADAL" clId="{4A4D12F4-25F0-4DC3-8755-13CF4EFB28EA}" dt="2026-04-27T17:35:50.601" v="11817" actId="700"/>
          <ac:spMkLst>
            <pc:docMk/>
            <pc:sldMk cId="247999567" sldId="4823"/>
            <ac:spMk id="4" creationId="{27B8A50D-C8AC-1B0B-CC68-1703C4E813C4}"/>
          </ac:spMkLst>
        </pc:spChg>
        <pc:spChg chg="add mod ord">
          <ac:chgData name="Prazyan, Levon" userId="ed024b0e-4a1a-418a-8ca0-755e149680c9" providerId="ADAL" clId="{4A4D12F4-25F0-4DC3-8755-13CF4EFB28EA}" dt="2026-04-27T17:37:14.516" v="11874" actId="20577"/>
          <ac:spMkLst>
            <pc:docMk/>
            <pc:sldMk cId="247999567" sldId="4823"/>
            <ac:spMk id="5" creationId="{16B7302C-FEFF-8B01-1CE8-8B836DE24339}"/>
          </ac:spMkLst>
        </pc:spChg>
        <pc:spChg chg="add mod ord">
          <ac:chgData name="Prazyan, Levon" userId="ed024b0e-4a1a-418a-8ca0-755e149680c9" providerId="ADAL" clId="{4A4D12F4-25F0-4DC3-8755-13CF4EFB28EA}" dt="2026-04-27T19:16:34.577" v="12183" actId="20577"/>
          <ac:spMkLst>
            <pc:docMk/>
            <pc:sldMk cId="247999567" sldId="4823"/>
            <ac:spMk id="6" creationId="{8EA5AEDE-FD36-806F-59EB-4DDD49E45502}"/>
          </ac:spMkLst>
        </pc:spChg>
      </pc:sldChg>
      <pc:sldChg chg="addSp delSp modSp new mod modNotesTx">
        <pc:chgData name="Prazyan, Levon" userId="ed024b0e-4a1a-418a-8ca0-755e149680c9" providerId="ADAL" clId="{4A4D12F4-25F0-4DC3-8755-13CF4EFB28EA}" dt="2026-04-27T20:25:26.732" v="13061" actId="20577"/>
        <pc:sldMkLst>
          <pc:docMk/>
          <pc:sldMk cId="1733967112" sldId="4824"/>
        </pc:sldMkLst>
        <pc:spChg chg="mod">
          <ac:chgData name="Prazyan, Levon" userId="ed024b0e-4a1a-418a-8ca0-755e149680c9" providerId="ADAL" clId="{4A4D12F4-25F0-4DC3-8755-13CF4EFB28EA}" dt="2026-04-27T20:25:26.732" v="13061" actId="20577"/>
          <ac:spMkLst>
            <pc:docMk/>
            <pc:sldMk cId="1733967112" sldId="4824"/>
            <ac:spMk id="2" creationId="{51EC5416-4077-F616-F287-154D1353DC96}"/>
          </ac:spMkLst>
        </pc:spChg>
        <pc:spChg chg="del">
          <ac:chgData name="Prazyan, Levon" userId="ed024b0e-4a1a-418a-8ca0-755e149680c9" providerId="ADAL" clId="{4A4D12F4-25F0-4DC3-8755-13CF4EFB28EA}" dt="2026-04-27T19:26:58.998" v="12278" actId="22"/>
          <ac:spMkLst>
            <pc:docMk/>
            <pc:sldMk cId="1733967112" sldId="4824"/>
            <ac:spMk id="3" creationId="{23A8B7B0-6B7E-BF25-9E11-F9BF327426A1}"/>
          </ac:spMkLst>
        </pc:spChg>
        <pc:spChg chg="add del mod">
          <ac:chgData name="Prazyan, Levon" userId="ed024b0e-4a1a-418a-8ca0-755e149680c9" providerId="ADAL" clId="{4A4D12F4-25F0-4DC3-8755-13CF4EFB28EA}" dt="2026-04-27T19:29:04.221" v="12293" actId="22"/>
          <ac:spMkLst>
            <pc:docMk/>
            <pc:sldMk cId="1733967112" sldId="4824"/>
            <ac:spMk id="7" creationId="{AF7E23CF-3AAB-5706-D6B2-C51116DB6694}"/>
          </ac:spMkLst>
        </pc:spChg>
        <pc:picChg chg="add del mod ord">
          <ac:chgData name="Prazyan, Levon" userId="ed024b0e-4a1a-418a-8ca0-755e149680c9" providerId="ADAL" clId="{4A4D12F4-25F0-4DC3-8755-13CF4EFB28EA}" dt="2026-04-27T19:29:02.934" v="12292" actId="478"/>
          <ac:picMkLst>
            <pc:docMk/>
            <pc:sldMk cId="1733967112" sldId="4824"/>
            <ac:picMk id="5" creationId="{9F8201AA-6011-8F84-0A48-AC5CFCA9736C}"/>
          </ac:picMkLst>
        </pc:picChg>
        <pc:picChg chg="add mod ord">
          <ac:chgData name="Prazyan, Levon" userId="ed024b0e-4a1a-418a-8ca0-755e149680c9" providerId="ADAL" clId="{4A4D12F4-25F0-4DC3-8755-13CF4EFB28EA}" dt="2026-04-27T19:29:04.221" v="12293" actId="22"/>
          <ac:picMkLst>
            <pc:docMk/>
            <pc:sldMk cId="1733967112" sldId="4824"/>
            <ac:picMk id="9" creationId="{B1289675-6B20-EF81-A7EE-058DDD9E584E}"/>
          </ac:picMkLst>
        </pc:picChg>
      </pc:sldChg>
      <pc:sldChg chg="modSp add mod ord modNotesTx">
        <pc:chgData name="Prazyan, Levon" userId="ed024b0e-4a1a-418a-8ca0-755e149680c9" providerId="ADAL" clId="{4A4D12F4-25F0-4DC3-8755-13CF4EFB28EA}" dt="2026-04-27T19:25:40.239" v="12277" actId="113"/>
        <pc:sldMkLst>
          <pc:docMk/>
          <pc:sldMk cId="3181271524" sldId="4825"/>
        </pc:sldMkLst>
        <pc:spChg chg="mod">
          <ac:chgData name="Prazyan, Levon" userId="ed024b0e-4a1a-418a-8ca0-755e149680c9" providerId="ADAL" clId="{4A4D12F4-25F0-4DC3-8755-13CF4EFB28EA}" dt="2026-04-27T19:18:22.021" v="12206" actId="20577"/>
          <ac:spMkLst>
            <pc:docMk/>
            <pc:sldMk cId="3181271524" sldId="4825"/>
            <ac:spMk id="5" creationId="{853E1425-FCF0-4169-DADA-E40EA3347380}"/>
          </ac:spMkLst>
        </pc:spChg>
        <pc:spChg chg="mod">
          <ac:chgData name="Prazyan, Levon" userId="ed024b0e-4a1a-418a-8ca0-755e149680c9" providerId="ADAL" clId="{4A4D12F4-25F0-4DC3-8755-13CF4EFB28EA}" dt="2026-04-27T19:24:09.800" v="12256"/>
          <ac:spMkLst>
            <pc:docMk/>
            <pc:sldMk cId="3181271524" sldId="4825"/>
            <ac:spMk id="6" creationId="{36EF1845-21D1-5179-A6F1-C4A434D22B3C}"/>
          </ac:spMkLst>
        </pc:spChg>
      </pc:sldChg>
      <pc:sldChg chg="addSp delSp add del setBg delDesignElem">
        <pc:chgData name="Prazyan, Levon" userId="ed024b0e-4a1a-418a-8ca0-755e149680c9" providerId="ADAL" clId="{4A4D12F4-25F0-4DC3-8755-13CF4EFB28EA}" dt="2026-04-27T19:17:58.029" v="12187"/>
        <pc:sldMkLst>
          <pc:docMk/>
          <pc:sldMk cId="3787357956" sldId="4825"/>
        </pc:sldMkLst>
        <pc:spChg chg="add del">
          <ac:chgData name="Prazyan, Levon" userId="ed024b0e-4a1a-418a-8ca0-755e149680c9" providerId="ADAL" clId="{4A4D12F4-25F0-4DC3-8755-13CF4EFB28EA}" dt="2026-04-27T19:17:58.029" v="12187"/>
          <ac:spMkLst>
            <pc:docMk/>
            <pc:sldMk cId="3787357956" sldId="4825"/>
            <ac:spMk id="20" creationId="{38EDBC2A-A84C-583E-267A-D30070760B0C}"/>
          </ac:spMkLst>
        </pc:spChg>
        <pc:spChg chg="add del">
          <ac:chgData name="Prazyan, Levon" userId="ed024b0e-4a1a-418a-8ca0-755e149680c9" providerId="ADAL" clId="{4A4D12F4-25F0-4DC3-8755-13CF4EFB28EA}" dt="2026-04-27T19:17:58.029" v="12187"/>
          <ac:spMkLst>
            <pc:docMk/>
            <pc:sldMk cId="3787357956" sldId="4825"/>
            <ac:spMk id="22" creationId="{57FCEC8E-404C-F302-7EDF-8E1353697C26}"/>
          </ac:spMkLst>
        </pc:spChg>
        <pc:spChg chg="add del">
          <ac:chgData name="Prazyan, Levon" userId="ed024b0e-4a1a-418a-8ca0-755e149680c9" providerId="ADAL" clId="{4A4D12F4-25F0-4DC3-8755-13CF4EFB28EA}" dt="2026-04-27T19:17:58.029" v="12187"/>
          <ac:spMkLst>
            <pc:docMk/>
            <pc:sldMk cId="3787357956" sldId="4825"/>
            <ac:spMk id="24" creationId="{C022480A-BFC8-EDB5-8E2F-1AED1FA573E1}"/>
          </ac:spMkLst>
        </pc:spChg>
        <pc:spChg chg="add del">
          <ac:chgData name="Prazyan, Levon" userId="ed024b0e-4a1a-418a-8ca0-755e149680c9" providerId="ADAL" clId="{4A4D12F4-25F0-4DC3-8755-13CF4EFB28EA}" dt="2026-04-27T19:17:58.029" v="12187"/>
          <ac:spMkLst>
            <pc:docMk/>
            <pc:sldMk cId="3787357956" sldId="4825"/>
            <ac:spMk id="26" creationId="{7D300FEE-CEA3-45E5-DAAF-12C09FCE59F4}"/>
          </ac:spMkLst>
        </pc:spChg>
        <pc:spChg chg="add del">
          <ac:chgData name="Prazyan, Levon" userId="ed024b0e-4a1a-418a-8ca0-755e149680c9" providerId="ADAL" clId="{4A4D12F4-25F0-4DC3-8755-13CF4EFB28EA}" dt="2026-04-27T19:17:58.029" v="12187"/>
          <ac:spMkLst>
            <pc:docMk/>
            <pc:sldMk cId="3787357956" sldId="4825"/>
            <ac:spMk id="28" creationId="{7373B0AB-4CB7-6AEB-6C67-0691EB3B61ED}"/>
          </ac:spMkLst>
        </pc:spChg>
      </pc:sldChg>
      <pc:sldChg chg="addSp delSp modSp new mod modClrScheme modAnim chgLayout">
        <pc:chgData name="Prazyan, Levon" userId="ed024b0e-4a1a-418a-8ca0-755e149680c9" providerId="ADAL" clId="{4A4D12F4-25F0-4DC3-8755-13CF4EFB28EA}" dt="2026-04-27T19:40:10.019" v="12495"/>
        <pc:sldMkLst>
          <pc:docMk/>
          <pc:sldMk cId="781030299" sldId="4826"/>
        </pc:sldMkLst>
        <pc:spChg chg="mod ord">
          <ac:chgData name="Prazyan, Levon" userId="ed024b0e-4a1a-418a-8ca0-755e149680c9" providerId="ADAL" clId="{4A4D12F4-25F0-4DC3-8755-13CF4EFB28EA}" dt="2026-04-27T19:38:13.664" v="12342" actId="700"/>
          <ac:spMkLst>
            <pc:docMk/>
            <pc:sldMk cId="781030299" sldId="4826"/>
            <ac:spMk id="2" creationId="{C02178C2-8C23-C23C-F287-79EFC4E0569F}"/>
          </ac:spMkLst>
        </pc:spChg>
        <pc:spChg chg="del">
          <ac:chgData name="Prazyan, Levon" userId="ed024b0e-4a1a-418a-8ca0-755e149680c9" providerId="ADAL" clId="{4A4D12F4-25F0-4DC3-8755-13CF4EFB28EA}" dt="2026-04-27T19:37:57.168" v="12328" actId="22"/>
          <ac:spMkLst>
            <pc:docMk/>
            <pc:sldMk cId="781030299" sldId="4826"/>
            <ac:spMk id="3" creationId="{FA5C3C84-BCF7-3313-5C53-8E9109CB434A}"/>
          </ac:spMkLst>
        </pc:spChg>
        <pc:spChg chg="add mod ord">
          <ac:chgData name="Prazyan, Levon" userId="ed024b0e-4a1a-418a-8ca0-755e149680c9" providerId="ADAL" clId="{4A4D12F4-25F0-4DC3-8755-13CF4EFB28EA}" dt="2026-04-27T19:40:04.153" v="12494"/>
          <ac:spMkLst>
            <pc:docMk/>
            <pc:sldMk cId="781030299" sldId="4826"/>
            <ac:spMk id="6" creationId="{B05A76A5-D93A-BA14-412F-3D4388E949E2}"/>
          </ac:spMkLst>
        </pc:spChg>
        <pc:picChg chg="add mod ord">
          <ac:chgData name="Prazyan, Levon" userId="ed024b0e-4a1a-418a-8ca0-755e149680c9" providerId="ADAL" clId="{4A4D12F4-25F0-4DC3-8755-13CF4EFB28EA}" dt="2026-04-27T19:38:23.935" v="12345" actId="1076"/>
          <ac:picMkLst>
            <pc:docMk/>
            <pc:sldMk cId="781030299" sldId="4826"/>
            <ac:picMk id="5" creationId="{7949CD64-2FBA-98BB-14D3-5DE6675C5598}"/>
          </ac:picMkLst>
        </pc:picChg>
      </pc:sldChg>
      <pc:sldChg chg="addSp delSp modSp new mod modClrScheme chgLayout">
        <pc:chgData name="Prazyan, Levon" userId="ed024b0e-4a1a-418a-8ca0-755e149680c9" providerId="ADAL" clId="{4A4D12F4-25F0-4DC3-8755-13CF4EFB28EA}" dt="2026-04-27T20:12:44.562" v="13034" actId="20577"/>
        <pc:sldMkLst>
          <pc:docMk/>
          <pc:sldMk cId="3986085344" sldId="4827"/>
        </pc:sldMkLst>
        <pc:spChg chg="del mod ord">
          <ac:chgData name="Prazyan, Levon" userId="ed024b0e-4a1a-418a-8ca0-755e149680c9" providerId="ADAL" clId="{4A4D12F4-25F0-4DC3-8755-13CF4EFB28EA}" dt="2026-04-27T19:45:27.508" v="12498" actId="700"/>
          <ac:spMkLst>
            <pc:docMk/>
            <pc:sldMk cId="3986085344" sldId="4827"/>
            <ac:spMk id="2" creationId="{0367A605-4E64-044F-4A8E-6D9C560701C2}"/>
          </ac:spMkLst>
        </pc:spChg>
        <pc:spChg chg="del mod ord">
          <ac:chgData name="Prazyan, Levon" userId="ed024b0e-4a1a-418a-8ca0-755e149680c9" providerId="ADAL" clId="{4A4D12F4-25F0-4DC3-8755-13CF4EFB28EA}" dt="2026-04-27T19:45:27.508" v="12498" actId="700"/>
          <ac:spMkLst>
            <pc:docMk/>
            <pc:sldMk cId="3986085344" sldId="4827"/>
            <ac:spMk id="3" creationId="{F5D1169B-A66C-8B1C-8B7B-DC3ADFF7E498}"/>
          </ac:spMkLst>
        </pc:spChg>
        <pc:spChg chg="del">
          <ac:chgData name="Prazyan, Levon" userId="ed024b0e-4a1a-418a-8ca0-755e149680c9" providerId="ADAL" clId="{4A4D12F4-25F0-4DC3-8755-13CF4EFB28EA}" dt="2026-04-27T19:45:27.508" v="12498" actId="700"/>
          <ac:spMkLst>
            <pc:docMk/>
            <pc:sldMk cId="3986085344" sldId="4827"/>
            <ac:spMk id="4" creationId="{FE8D867D-C36B-5C82-D883-1435A2DC05FE}"/>
          </ac:spMkLst>
        </pc:spChg>
        <pc:spChg chg="add mod ord">
          <ac:chgData name="Prazyan, Levon" userId="ed024b0e-4a1a-418a-8ca0-755e149680c9" providerId="ADAL" clId="{4A4D12F4-25F0-4DC3-8755-13CF4EFB28EA}" dt="2026-04-27T19:45:45.996" v="12516" actId="20577"/>
          <ac:spMkLst>
            <pc:docMk/>
            <pc:sldMk cId="3986085344" sldId="4827"/>
            <ac:spMk id="5" creationId="{65F4B980-C024-FD49-DF89-E77B1D4DCCBF}"/>
          </ac:spMkLst>
        </pc:spChg>
        <pc:spChg chg="add mod ord">
          <ac:chgData name="Prazyan, Levon" userId="ed024b0e-4a1a-418a-8ca0-755e149680c9" providerId="ADAL" clId="{4A4D12F4-25F0-4DC3-8755-13CF4EFB28EA}" dt="2026-04-27T20:12:44.562" v="13034" actId="20577"/>
          <ac:spMkLst>
            <pc:docMk/>
            <pc:sldMk cId="3986085344" sldId="4827"/>
            <ac:spMk id="6" creationId="{683A7BEC-827F-FD8A-8F9B-B5D232DED06C}"/>
          </ac:spMkLst>
        </pc:spChg>
      </pc:sldChg>
      <pc:sldChg chg="addSp delSp modSp add mod modClrScheme chgLayout">
        <pc:chgData name="Prazyan, Levon" userId="ed024b0e-4a1a-418a-8ca0-755e149680c9" providerId="ADAL" clId="{4A4D12F4-25F0-4DC3-8755-13CF4EFB28EA}" dt="2026-04-27T21:20:58.418" v="13430" actId="20577"/>
        <pc:sldMkLst>
          <pc:docMk/>
          <pc:sldMk cId="1628710776" sldId="4828"/>
        </pc:sldMkLst>
        <pc:spChg chg="mod ord">
          <ac:chgData name="Prazyan, Levon" userId="ed024b0e-4a1a-418a-8ca0-755e149680c9" providerId="ADAL" clId="{4A4D12F4-25F0-4DC3-8755-13CF4EFB28EA}" dt="2026-04-27T21:20:58.418" v="13430" actId="20577"/>
          <ac:spMkLst>
            <pc:docMk/>
            <pc:sldMk cId="1628710776" sldId="4828"/>
            <ac:spMk id="2" creationId="{40CC6114-442A-3924-C1AA-51C45AF2E9E5}"/>
          </ac:spMkLst>
        </pc:spChg>
        <pc:spChg chg="del mod ord">
          <ac:chgData name="Prazyan, Levon" userId="ed024b0e-4a1a-418a-8ca0-755e149680c9" providerId="ADAL" clId="{4A4D12F4-25F0-4DC3-8755-13CF4EFB28EA}" dt="2026-04-27T21:19:26.787" v="13420" actId="700"/>
          <ac:spMkLst>
            <pc:docMk/>
            <pc:sldMk cId="1628710776" sldId="4828"/>
            <ac:spMk id="3" creationId="{D17A9C0A-ABCB-BA59-148D-248752A2FB92}"/>
          </ac:spMkLst>
        </pc:spChg>
        <pc:spChg chg="del">
          <ac:chgData name="Prazyan, Levon" userId="ed024b0e-4a1a-418a-8ca0-755e149680c9" providerId="ADAL" clId="{4A4D12F4-25F0-4DC3-8755-13CF4EFB28EA}" dt="2026-04-27T21:19:26.787" v="13420" actId="700"/>
          <ac:spMkLst>
            <pc:docMk/>
            <pc:sldMk cId="1628710776" sldId="4828"/>
            <ac:spMk id="4" creationId="{B86662E3-09D6-BCCB-075A-026D1433BE4D}"/>
          </ac:spMkLst>
        </pc:spChg>
        <pc:spChg chg="add del mod ord">
          <ac:chgData name="Prazyan, Levon" userId="ed024b0e-4a1a-418a-8ca0-755e149680c9" providerId="ADAL" clId="{4A4D12F4-25F0-4DC3-8755-13CF4EFB28EA}" dt="2026-04-27T21:20:19.944" v="13421" actId="22"/>
          <ac:spMkLst>
            <pc:docMk/>
            <pc:sldMk cId="1628710776" sldId="4828"/>
            <ac:spMk id="5" creationId="{52DF0B31-84D3-0656-C179-585EC8D63477}"/>
          </ac:spMkLst>
        </pc:spChg>
        <pc:picChg chg="add mod ord">
          <ac:chgData name="Prazyan, Levon" userId="ed024b0e-4a1a-418a-8ca0-755e149680c9" providerId="ADAL" clId="{4A4D12F4-25F0-4DC3-8755-13CF4EFB28EA}" dt="2026-04-27T21:20:38.369" v="13423" actId="14100"/>
          <ac:picMkLst>
            <pc:docMk/>
            <pc:sldMk cId="1628710776" sldId="4828"/>
            <ac:picMk id="7" creationId="{32E73F3C-2538-76C8-6F77-827DDE8E6689}"/>
          </ac:picMkLst>
        </pc:picChg>
      </pc:sldChg>
      <pc:sldChg chg="modSp add mod">
        <pc:chgData name="Prazyan, Levon" userId="ed024b0e-4a1a-418a-8ca0-755e149680c9" providerId="ADAL" clId="{4A4D12F4-25F0-4DC3-8755-13CF4EFB28EA}" dt="2026-04-27T21:01:05.726" v="13340" actId="20577"/>
        <pc:sldMkLst>
          <pc:docMk/>
          <pc:sldMk cId="2340390023" sldId="4829"/>
        </pc:sldMkLst>
        <pc:spChg chg="mod">
          <ac:chgData name="Prazyan, Levon" userId="ed024b0e-4a1a-418a-8ca0-755e149680c9" providerId="ADAL" clId="{4A4D12F4-25F0-4DC3-8755-13CF4EFB28EA}" dt="2026-04-27T20:13:14.272" v="13036" actId="20577"/>
          <ac:spMkLst>
            <pc:docMk/>
            <pc:sldMk cId="2340390023" sldId="4829"/>
            <ac:spMk id="5" creationId="{E37309A1-DA8F-1FEF-6037-9F616DE56798}"/>
          </ac:spMkLst>
        </pc:spChg>
        <pc:spChg chg="mod">
          <ac:chgData name="Prazyan, Levon" userId="ed024b0e-4a1a-418a-8ca0-755e149680c9" providerId="ADAL" clId="{4A4D12F4-25F0-4DC3-8755-13CF4EFB28EA}" dt="2026-04-27T21:01:05.726" v="13340" actId="20577"/>
          <ac:spMkLst>
            <pc:docMk/>
            <pc:sldMk cId="2340390023" sldId="4829"/>
            <ac:spMk id="6" creationId="{B3CA6942-50C1-DA33-B316-936CC68F2138}"/>
          </ac:spMkLst>
        </pc:spChg>
      </pc:sldChg>
      <pc:sldChg chg="addSp delSp modSp new mod modClrScheme chgLayout">
        <pc:chgData name="Prazyan, Levon" userId="ed024b0e-4a1a-418a-8ca0-755e149680c9" providerId="ADAL" clId="{4A4D12F4-25F0-4DC3-8755-13CF4EFB28EA}" dt="2026-04-27T20:26:11.856" v="13066" actId="22"/>
        <pc:sldMkLst>
          <pc:docMk/>
          <pc:sldMk cId="2965983317" sldId="4830"/>
        </pc:sldMkLst>
        <pc:spChg chg="mod ord">
          <ac:chgData name="Prazyan, Levon" userId="ed024b0e-4a1a-418a-8ca0-755e149680c9" providerId="ADAL" clId="{4A4D12F4-25F0-4DC3-8755-13CF4EFB28EA}" dt="2026-04-27T20:25:37.113" v="13065" actId="700"/>
          <ac:spMkLst>
            <pc:docMk/>
            <pc:sldMk cId="2965983317" sldId="4830"/>
            <ac:spMk id="2" creationId="{6ACD9FBD-2015-4BFE-A9C9-110014D54142}"/>
          </ac:spMkLst>
        </pc:spChg>
        <pc:spChg chg="del mod ord">
          <ac:chgData name="Prazyan, Levon" userId="ed024b0e-4a1a-418a-8ca0-755e149680c9" providerId="ADAL" clId="{4A4D12F4-25F0-4DC3-8755-13CF4EFB28EA}" dt="2026-04-27T20:25:37.113" v="13065" actId="700"/>
          <ac:spMkLst>
            <pc:docMk/>
            <pc:sldMk cId="2965983317" sldId="4830"/>
            <ac:spMk id="3" creationId="{32BCB666-8A1D-731B-2439-51FE4C928B95}"/>
          </ac:spMkLst>
        </pc:spChg>
        <pc:spChg chg="del">
          <ac:chgData name="Prazyan, Levon" userId="ed024b0e-4a1a-418a-8ca0-755e149680c9" providerId="ADAL" clId="{4A4D12F4-25F0-4DC3-8755-13CF4EFB28EA}" dt="2026-04-27T20:25:37.113" v="13065" actId="700"/>
          <ac:spMkLst>
            <pc:docMk/>
            <pc:sldMk cId="2965983317" sldId="4830"/>
            <ac:spMk id="4" creationId="{22F5765B-5CB2-F91C-3BCB-2E316E3DD4A8}"/>
          </ac:spMkLst>
        </pc:spChg>
        <pc:spChg chg="add del mod ord">
          <ac:chgData name="Prazyan, Levon" userId="ed024b0e-4a1a-418a-8ca0-755e149680c9" providerId="ADAL" clId="{4A4D12F4-25F0-4DC3-8755-13CF4EFB28EA}" dt="2026-04-27T20:26:11.856" v="13066" actId="22"/>
          <ac:spMkLst>
            <pc:docMk/>
            <pc:sldMk cId="2965983317" sldId="4830"/>
            <ac:spMk id="5" creationId="{2B014C85-3A70-1874-677E-7867E12A607D}"/>
          </ac:spMkLst>
        </pc:spChg>
        <pc:picChg chg="add mod ord">
          <ac:chgData name="Prazyan, Levon" userId="ed024b0e-4a1a-418a-8ca0-755e149680c9" providerId="ADAL" clId="{4A4D12F4-25F0-4DC3-8755-13CF4EFB28EA}" dt="2026-04-27T20:26:11.856" v="13066" actId="22"/>
          <ac:picMkLst>
            <pc:docMk/>
            <pc:sldMk cId="2965983317" sldId="4830"/>
            <ac:picMk id="7" creationId="{6A3A4179-F289-801D-525A-C6058B440CA0}"/>
          </ac:picMkLst>
        </pc:picChg>
      </pc:sldChg>
      <pc:sldChg chg="modSp add mod ord modNotesTx">
        <pc:chgData name="Prazyan, Levon" userId="ed024b0e-4a1a-418a-8ca0-755e149680c9" providerId="ADAL" clId="{4A4D12F4-25F0-4DC3-8755-13CF4EFB28EA}" dt="2026-04-27T21:10:24.572" v="13417" actId="123"/>
        <pc:sldMkLst>
          <pc:docMk/>
          <pc:sldMk cId="1103920688" sldId="4831"/>
        </pc:sldMkLst>
        <pc:spChg chg="mod">
          <ac:chgData name="Prazyan, Levon" userId="ed024b0e-4a1a-418a-8ca0-755e149680c9" providerId="ADAL" clId="{4A4D12F4-25F0-4DC3-8755-13CF4EFB28EA}" dt="2026-04-27T21:02:01.946" v="13376" actId="20577"/>
          <ac:spMkLst>
            <pc:docMk/>
            <pc:sldMk cId="1103920688" sldId="4831"/>
            <ac:spMk id="5" creationId="{E94A2D15-F84C-07CC-C750-52FF0D933029}"/>
          </ac:spMkLst>
        </pc:spChg>
        <pc:spChg chg="mod">
          <ac:chgData name="Prazyan, Levon" userId="ed024b0e-4a1a-418a-8ca0-755e149680c9" providerId="ADAL" clId="{4A4D12F4-25F0-4DC3-8755-13CF4EFB28EA}" dt="2026-04-27T21:10:24.572" v="13417" actId="123"/>
          <ac:spMkLst>
            <pc:docMk/>
            <pc:sldMk cId="1103920688" sldId="4831"/>
            <ac:spMk id="6" creationId="{CFE28DEE-E982-A292-AA7B-E4BF9EBAB3AA}"/>
          </ac:spMkLst>
        </pc:spChg>
      </pc:sldChg>
      <pc:sldChg chg="addSp delSp modSp new mod modClrScheme modAnim chgLayout">
        <pc:chgData name="Prazyan, Levon" userId="ed024b0e-4a1a-418a-8ca0-755e149680c9" providerId="ADAL" clId="{4A4D12F4-25F0-4DC3-8755-13CF4EFB28EA}" dt="2026-04-27T21:26:11.857" v="13583"/>
        <pc:sldMkLst>
          <pc:docMk/>
          <pc:sldMk cId="1666985475" sldId="4832"/>
        </pc:sldMkLst>
        <pc:spChg chg="mod ord">
          <ac:chgData name="Prazyan, Levon" userId="ed024b0e-4a1a-418a-8ca0-755e149680c9" providerId="ADAL" clId="{4A4D12F4-25F0-4DC3-8755-13CF4EFB28EA}" dt="2026-04-27T21:21:57.196" v="13465" actId="20577"/>
          <ac:spMkLst>
            <pc:docMk/>
            <pc:sldMk cId="1666985475" sldId="4832"/>
            <ac:spMk id="2" creationId="{4564D8CE-4BDE-1DA6-1F6F-2D2BBE33A88F}"/>
          </ac:spMkLst>
        </pc:spChg>
        <pc:spChg chg="del">
          <ac:chgData name="Prazyan, Levon" userId="ed024b0e-4a1a-418a-8ca0-755e149680c9" providerId="ADAL" clId="{4A4D12F4-25F0-4DC3-8755-13CF4EFB28EA}" dt="2026-04-27T21:21:28.313" v="13446" actId="22"/>
          <ac:spMkLst>
            <pc:docMk/>
            <pc:sldMk cId="1666985475" sldId="4832"/>
            <ac:spMk id="3" creationId="{7FF569E0-0498-8EB0-69F0-6D40CADFBB14}"/>
          </ac:spMkLst>
        </pc:spChg>
        <pc:spChg chg="add mod ord">
          <ac:chgData name="Prazyan, Levon" userId="ed024b0e-4a1a-418a-8ca0-755e149680c9" providerId="ADAL" clId="{4A4D12F4-25F0-4DC3-8755-13CF4EFB28EA}" dt="2026-04-27T21:26:05.304" v="13582"/>
          <ac:spMkLst>
            <pc:docMk/>
            <pc:sldMk cId="1666985475" sldId="4832"/>
            <ac:spMk id="6" creationId="{7FAAE776-6E2A-FE7C-1017-55F6A8C120D0}"/>
          </ac:spMkLst>
        </pc:spChg>
        <pc:picChg chg="add mod ord">
          <ac:chgData name="Prazyan, Levon" userId="ed024b0e-4a1a-418a-8ca0-755e149680c9" providerId="ADAL" clId="{4A4D12F4-25F0-4DC3-8755-13CF4EFB28EA}" dt="2026-04-27T21:21:47.457" v="13451" actId="1076"/>
          <ac:picMkLst>
            <pc:docMk/>
            <pc:sldMk cId="1666985475" sldId="4832"/>
            <ac:picMk id="5" creationId="{B77A4EB7-3A92-20A6-74D8-C559C02F2E6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r">
              <a:defRPr sz="1200"/>
            </a:lvl1pPr>
          </a:lstStyle>
          <a:p>
            <a:fld id="{D0DB5702-F164-4492-9EF6-882193065F88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5" tIns="45718" rIns="91435" bIns="4571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5" tIns="45718" rIns="91435" bIns="4571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4"/>
            <a:ext cx="2971800" cy="458787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r">
              <a:defRPr sz="1200"/>
            </a:lvl1pPr>
          </a:lstStyle>
          <a:p>
            <a:fld id="{BD22A58C-8E2F-4CF4-BCC2-14D73B27F3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5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336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1C859-AD66-5A7B-50E5-817C5210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A1072-A3B1-1701-18A9-DA613ACF9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163E8-C368-6CEC-C18B-575F3238E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51E9D-91E8-7077-1EB8-C67A219B8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089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lets miss | |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709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archetype for Prim’s and Dijkstra’s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78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913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𝑖𝑛𝑓</m:t>
                    </m:r>
                  </m:oMath>
                </a14:m>
                <a:r>
                  <a:rPr lang="en-US" dirty="0"/>
                  <a:t> if there</a:t>
                </a:r>
                <a:r>
                  <a:rPr lang="en-US" baseline="0" dirty="0"/>
                  <a:t> is no path from s to v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latin typeface="Cambria Math" panose="02040503050406030204" pitchFamily="18" charset="0"/>
                  </a:rPr>
                  <a:t>𝛿(𝑠,𝑣)</a:t>
                </a:r>
                <a:r>
                  <a:rPr lang="en-US" b="0" i="0">
                    <a:latin typeface="Cambria Math" panose="02040503050406030204" pitchFamily="18" charset="0"/>
                  </a:rPr>
                  <a:t>=𝑖𝑛𝑓</a:t>
                </a:r>
                <a:r>
                  <a:rPr lang="en-US" dirty="0"/>
                  <a:t> if there</a:t>
                </a:r>
                <a:r>
                  <a:rPr lang="en-US" baseline="0" dirty="0"/>
                  <a:t> is no path from s to v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812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ACEC5-5595-BA8D-306E-176ACFCC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71FE8-36E7-A713-F297-C0E938829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61EC3DE-5025-D32A-01A8-BE157FB4219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𝑖𝑛𝑓</m:t>
                    </m:r>
                  </m:oMath>
                </a14:m>
                <a:r>
                  <a:rPr lang="en-US" dirty="0"/>
                  <a:t> if there</a:t>
                </a:r>
                <a:r>
                  <a:rPr lang="en-US" baseline="0" dirty="0"/>
                  <a:t> is no path from s to v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61EC3DE-5025-D32A-01A8-BE157FB4219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latin typeface="Cambria Math" panose="02040503050406030204" pitchFamily="18" charset="0"/>
                  </a:rPr>
                  <a:t>𝛿(𝑠,𝑣)</a:t>
                </a:r>
                <a:r>
                  <a:rPr lang="en-US" b="0" i="0">
                    <a:latin typeface="Cambria Math" panose="02040503050406030204" pitchFamily="18" charset="0"/>
                  </a:rPr>
                  <a:t>=𝑖𝑛𝑓</a:t>
                </a:r>
                <a:r>
                  <a:rPr lang="en-US" dirty="0"/>
                  <a:t> if there</a:t>
                </a:r>
                <a:r>
                  <a:rPr lang="en-US" baseline="0" dirty="0"/>
                  <a:t> is no path from s to v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EFB86-DDB9-CF61-DB79-D96EE7FE4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193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BEF9C-D101-3361-6FD1-3EFBC0C6C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47655-13C7-1132-16AD-277E1EF20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04026-3EB7-4868-2AA7-61FB01912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F8A78-ADCC-B42E-A21D-0B55ED771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43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7BB1-4E75-9535-5BCF-307733C3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8E723-10CB-6846-67AE-BBD6F4D08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E72DD-CAC4-3639-0567-FFB12B541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59298-D5E4-7C8B-DB0E-73A149566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598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A92E-59C1-3F2B-3C9A-30FFFA7AF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DE70B-7535-B18A-1C31-8EE401782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78D50-8825-A342-EEA6-9926B5A66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Topological sorting is defined only on directed graphs that are acyclic;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linear ordering is possible when a directed graph contains a cycle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Think of a topological sort of a graph as an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ordering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its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along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horizontal line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that all directed edges go from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 to right.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3A03D-BAAC-553B-AAC5-9FF6660CF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223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342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EDA0-AABA-666C-B5DF-42C6D645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730E8-D26A-F4DC-9D6F-3668B1BB7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F13BD-4593-526D-F7BB-6FCEB7875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D36A1-65FA-69E5-80E2-4A6F34E20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866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251D-1AB8-4A55-9051-A4850FF0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6D16F-41EB-C530-78CE-0B18178A8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A832-E3FE-8947-C7FA-0D781C45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9FE3B-1087-D5D0-361B-FC104D4A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8F0A0-7733-E96F-DC79-DACDE94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0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5360-8393-F8A7-9B4E-A5F91C25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8C8A-E199-A705-6FB1-EFB25F25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872B8-8F94-B6C1-3137-90E3C7B5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7A7F3-F5E8-E21B-CA86-E578C83C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585B-DFE4-AA74-C10F-1BDADACE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3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B468-8243-B0E9-A019-1B9445C3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40F6-9706-8C8D-2DF2-B51050C32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4183-BAA7-0B79-A0AA-A700AAB2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0D003-B433-16F0-6348-16048167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07A1-7565-6E01-2D59-D66D5A01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3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AAA8-63B4-C2F0-8CA3-B8F798B6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62E5-19BA-1876-5AE3-9E174F29A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3F4F3-8D6D-20EF-D16A-9D4CF970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A0B1A-0D87-5C43-32C0-1358CFD1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7086C-C7D0-4D1F-FA23-54332C66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90FBE-A8B2-329E-CCA0-94DB075C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74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A20B-C9A8-6031-2DC7-6B412D8D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4FC9F-7BEC-554C-4B1F-3D512572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22F46-6193-B43E-0D4C-6F5BC1B6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8F3A4-E020-78E9-B267-50E92C529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0B438-BB33-DF3F-BA12-F7C1B8C4C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D0D84-87B3-C51C-AC29-D9845F46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2DCA0-A536-8D48-7378-A626BECD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76080-45E6-416C-00C6-347A8A98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2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A7D1-749D-7264-FEEC-BD7FD872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9877B-B058-565C-757C-2907747E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4686-960D-94DB-FEB0-DA72E035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8E631-05EE-2866-77A5-78C82495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388AF-A5D5-0A2A-82A6-9CD7A811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F5736-623E-B24E-3971-2F6AD9F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BE808-390D-38AE-4A34-B1E033B1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8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E8AA-1F34-5D9C-A547-B828AF20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B504-3687-EE8F-6159-9F4195A2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7951D-8F58-D234-7143-C946F4901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1AA36-9E0C-BAF8-2AF6-495CF68A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C3457-1A37-75E2-CDEF-A08D51C8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6739D-88BC-0A95-048E-487986B6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9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85F3-E3A2-0034-D209-A44746D5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2E9A8-1577-EDFF-BA82-F43C0786B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0423-A7D2-FD06-9B28-CE2A07D75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DF61-F71D-5569-F144-78563767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F9E7B-F0D5-2CF7-553A-892F1053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1547A-AB84-C515-772E-0B7683FD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8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F46B-8307-541C-E9CF-83AF33F6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E2592-5CE7-58A5-373B-321A1130F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F874E-49CB-B018-23C5-E5897AC8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B249B-5A2E-3F8C-C0D2-08BF5313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5739-EB31-644D-B898-70968DCE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4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BD635-112D-AB74-DA68-5A8F79D58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A7F6-B791-16DD-20EC-DB187893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D594-7827-EE34-6C2E-F620C151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4812-33F0-EAB7-7CE0-3153610C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ADD4-1D22-273D-EEA9-2710F284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0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862182-6389-D39E-EB48-051E9B7F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1F1FB-EE6D-B1EF-1BFC-F76DDD70C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1F4C2-B8D9-56AA-BF23-257D597AF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C09B7-BC59-4FDF-B344-E8A7C51BB8C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E698-2BE3-B173-F1AE-1366188D3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46E3-415D-563B-A77E-FA512FACD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D6C4D-9BB3-2AA1-B3BD-B852BA6BA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410EE-202B-D036-4508-61A95E937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Levon Prazyan</a:t>
            </a:r>
          </a:p>
        </p:txBody>
      </p:sp>
    </p:spTree>
    <p:extLst>
      <p:ext uri="{BB962C8B-B14F-4D97-AF65-F5344CB8AC3E}">
        <p14:creationId xmlns:p14="http://schemas.microsoft.com/office/powerpoint/2010/main" val="36004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1CF4-2135-E26A-87F1-B3EE8855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998C-E6BD-C71A-C3E7-04FF6D66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Introduction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Sorting and Searching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Arrays and Lists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Stacks and Queues, Double Ended Queue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Heaps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Trees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Hash Tables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Dynamic Programming</a:t>
            </a:r>
          </a:p>
          <a:p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Greedy Algorithms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Graph Algorithms</a:t>
            </a: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Network Flow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NP-Completeness</a:t>
            </a:r>
            <a:endParaRPr lang="en-US" sz="1800" b="1" dirty="0">
              <a:latin typeface="Arial" panose="020B0604020202020204" pitchFamily="34" charset="0"/>
            </a:endParaRPr>
          </a:p>
          <a:p>
            <a:pPr lvl="1"/>
            <a:endParaRPr lang="en-US" sz="1800" b="1" dirty="0">
              <a:latin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4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C7C6-155B-F742-33FD-33177EBA1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Graph: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A4198-104E-E662-B75F-5877EB359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5337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en-US" b="1" dirty="0"/>
                  <a:t>graph</a:t>
                </a:r>
                <a:r>
                  <a:rPr lang="en-US" dirty="0"/>
                  <a:t> is a structure used to model relationships between objects.</a:t>
                </a:r>
              </a:p>
              <a:p>
                <a:pPr marL="0" indent="0">
                  <a:buNone/>
                </a:pPr>
                <a:r>
                  <a:rPr lang="en-US" dirty="0"/>
                  <a:t>A graph is defined as a pair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br>
                  <a:rPr lang="en-US" dirty="0"/>
                </a:br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is a set of </a:t>
                </a:r>
                <a:r>
                  <a:rPr lang="en-US" b="1" dirty="0"/>
                  <a:t>vertices</a:t>
                </a:r>
                <a:r>
                  <a:rPr lang="en-US" dirty="0"/>
                  <a:t> (also called </a:t>
                </a:r>
                <a:r>
                  <a:rPr lang="en-US" b="1" dirty="0"/>
                  <a:t>nodes</a:t>
                </a:r>
                <a:r>
                  <a:rPr lang="en-US" dirty="0"/>
                  <a:t>) — the objects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is a set of </a:t>
                </a:r>
                <a:r>
                  <a:rPr lang="en-US" b="1" dirty="0"/>
                  <a:t>edges</a:t>
                </a:r>
                <a:r>
                  <a:rPr lang="en-US" dirty="0"/>
                  <a:t> — the connections between those objects</a:t>
                </a:r>
              </a:p>
              <a:p>
                <a:pPr marL="0" indent="0">
                  <a:buNone/>
                </a:pPr>
                <a:r>
                  <a:rPr lang="en-US" dirty="0"/>
                  <a:t>Searching a graph means systematically following the edges of the graph to visit the vertices of the graph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BA4198-104E-E662-B75F-5877EB359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533775"/>
              </a:xfrm>
              <a:blipFill>
                <a:blip r:embed="rId2"/>
                <a:stretch>
                  <a:fillRect l="-1217" t="-2759" b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6">
                <a:extLst>
                  <a:ext uri="{FF2B5EF4-FFF2-40B4-BE49-F238E27FC236}">
                    <a16:creationId xmlns:a16="http://schemas.microsoft.com/office/drawing/2014/main" id="{8BED76EF-E245-7CAC-D659-A1BA2C7477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6600" y="5567602"/>
                <a:ext cx="5181600" cy="9841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),(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)}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dirty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endParaRPr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6">
                <a:extLst>
                  <a:ext uri="{FF2B5EF4-FFF2-40B4-BE49-F238E27FC236}">
                    <a16:creationId xmlns:a16="http://schemas.microsoft.com/office/drawing/2014/main" id="{8BED76EF-E245-7CAC-D659-A1BA2C747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5567602"/>
                <a:ext cx="5181600" cy="9841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6603F3CC-4DEB-E6BA-F609-9AA1743A9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800" y="4927374"/>
            <a:ext cx="4102100" cy="162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6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DACBA2-91BD-E666-8EE9-C2AFF92DE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Graphs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211373-479E-B1CB-C622-3021C78AA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Undirected graph</a:t>
            </a:r>
            <a:r>
              <a:rPr lang="en-US" altLang="en-US" dirty="0"/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Edges have no direction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Example: friendship (mutual)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Directed graph (digraph)</a:t>
            </a:r>
            <a:r>
              <a:rPr lang="en-US" altLang="en-US" dirty="0"/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Edges have direction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Example: Twitter follows (A → B)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Weighted graph</a:t>
            </a:r>
            <a:r>
              <a:rPr lang="en-US" altLang="en-US" dirty="0"/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Each edge has a weight (cost, distance, etc.)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Unweighted graph</a:t>
            </a:r>
            <a:r>
              <a:rPr lang="en-US" altLang="en-US" dirty="0"/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All edges are equal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15864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587B-80E9-AE2D-BE1A-D52E0ED0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Representations of Graph (1)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0A51FE-71CF-AA68-FFDA-BF3F743230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b="53805"/>
          <a:stretch>
            <a:fillRect/>
          </a:stretch>
        </p:blipFill>
        <p:spPr>
          <a:xfrm>
            <a:off x="838200" y="1690689"/>
            <a:ext cx="10861960" cy="228280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FBC9D-A799-A638-8278-A77A07D74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381499"/>
            <a:ext cx="10515600" cy="1795463"/>
          </a:xfrm>
        </p:spPr>
        <p:txBody>
          <a:bodyPr/>
          <a:lstStyle/>
          <a:p>
            <a:r>
              <a:rPr lang="en-US" dirty="0"/>
              <a:t>Adjacency list</a:t>
            </a:r>
          </a:p>
          <a:p>
            <a:r>
              <a:rPr lang="en-US" dirty="0"/>
              <a:t>Adjacency matrix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24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009D4-F9AA-C3FB-261E-354825BF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8CA8-F464-EF89-A6C3-ED0BB265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Representations of Graph (2)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D7A0B6-28D6-BDF4-2C90-D67F7E13C7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47811"/>
          <a:stretch>
            <a:fillRect/>
          </a:stretch>
        </p:blipFill>
        <p:spPr>
          <a:xfrm>
            <a:off x="838200" y="1693901"/>
            <a:ext cx="9982200" cy="23700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6B390-866A-BB97-96C5-9B65C0208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107617"/>
            <a:ext cx="10515600" cy="2112963"/>
          </a:xfrm>
        </p:spPr>
        <p:txBody>
          <a:bodyPr/>
          <a:lstStyle/>
          <a:p>
            <a:r>
              <a:rPr lang="en-US" dirty="0"/>
              <a:t>Choose adjacency list for sparse graphs.</a:t>
            </a:r>
          </a:p>
          <a:p>
            <a:pPr lvl="1"/>
            <a:r>
              <a:rPr lang="en-US" dirty="0"/>
              <a:t>less memory</a:t>
            </a:r>
          </a:p>
          <a:p>
            <a:r>
              <a:rPr lang="en-US" dirty="0"/>
              <a:t>Choose adjacency matrix for dense graphs</a:t>
            </a:r>
          </a:p>
          <a:p>
            <a:pPr lvl="1"/>
            <a:r>
              <a:rPr lang="en-US" dirty="0"/>
              <a:t>quick checks for edges</a:t>
            </a:r>
          </a:p>
        </p:txBody>
      </p:sp>
    </p:spTree>
    <p:extLst>
      <p:ext uri="{BB962C8B-B14F-4D97-AF65-F5344CB8AC3E}">
        <p14:creationId xmlns:p14="http://schemas.microsoft.com/office/powerpoint/2010/main" val="114201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1440F7-DDA1-D525-A701-8D2D839D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FA2F71B-DCBF-1809-6140-53CADA14D3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09575" y="2055813"/>
                <a:ext cx="7908925" cy="4394994"/>
              </a:xfrm>
            </p:spPr>
            <p:txBody>
              <a:bodyPr/>
              <a:lstStyle/>
              <a:p>
                <a:r>
                  <a:rPr lang="en-US" dirty="0"/>
                  <a:t>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consists of 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lists.</a:t>
                </a:r>
              </a:p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𝐴𝑑𝑗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list contains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nodes, such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.</a:t>
                </a:r>
                <a:endParaRPr lang="hy-AM" dirty="0"/>
              </a:p>
              <a:p>
                <a:r>
                  <a:rPr lang="en-US" dirty="0"/>
                  <a:t>For directed graphs: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𝐴𝑑𝑗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hy-AM" dirty="0"/>
              </a:p>
              <a:p>
                <a:r>
                  <a:rPr lang="en-US" dirty="0"/>
                  <a:t>For undirected graphs: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𝐴𝑑𝑗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𝑠𝑖𝑧𝑒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2∗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hy-AM" dirty="0"/>
              </a:p>
              <a:p>
                <a:r>
                  <a:rPr lang="en-US" dirty="0"/>
                  <a:t>Amount of memory: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Time to traverse all edges: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Often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For weighed edges: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FA2F71B-DCBF-1809-6140-53CADA14D3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09575" y="2055813"/>
                <a:ext cx="7908925" cy="4394994"/>
              </a:xfrm>
              <a:blipFill>
                <a:blip r:embed="rId3"/>
                <a:stretch>
                  <a:fillRect l="-1387" t="-2219" r="-1156" b="-2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39E7401F-8605-81A1-5DF9-2B4BFA9A95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 l="39003" t="51258" r="39124" b="4949"/>
          <a:stretch>
            <a:fillRect/>
          </a:stretch>
        </p:blipFill>
        <p:spPr>
          <a:xfrm>
            <a:off x="8318499" y="2055812"/>
            <a:ext cx="3877727" cy="353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2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4286-A926-F710-02AB-0200A728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D9B8D-0535-9A67-A282-188F37D5A3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7720030" cy="47910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adjacency matrix of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y-AM" dirty="0"/>
                  <a:t> </a:t>
                </a:r>
                <a:r>
                  <a:rPr lang="en-US" dirty="0"/>
                  <a:t>consists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elements such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Amount of memory: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Time to traverse all edges: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For undirected graphs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BD9B8D-0535-9A67-A282-188F37D5A3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7720030" cy="4791075"/>
              </a:xfrm>
              <a:blipFill>
                <a:blip r:embed="rId2"/>
                <a:stretch>
                  <a:fillRect l="-1422" t="-1272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C1BD50-23CC-29E4-2C6F-40D47AA7A3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73529" t="47811" r="2783" b="4190"/>
          <a:stretch>
            <a:fillRect/>
          </a:stretch>
        </p:blipFill>
        <p:spPr>
          <a:xfrm>
            <a:off x="8786830" y="2484438"/>
            <a:ext cx="3290870" cy="303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67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F212BB-3054-F47A-B06C-9953E4AFD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Breadth-first Search (BFS)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6B39E11-35AD-E96E-A007-0D18D9908A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distinguished </a:t>
                </a:r>
                <a:r>
                  <a:rPr lang="en-US" b="1" i="1" dirty="0"/>
                  <a:t>source </a:t>
                </a:r>
                <a:r>
                  <a:rPr lang="en-US" dirty="0"/>
                  <a:t>vertex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dirty="0"/>
                  <a:t>. Breadth-first  search systematically explores the edges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to “discover” every vertex that is reachable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BFS computes the distance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each reachable vertex.</a:t>
                </a:r>
              </a:p>
              <a:p>
                <a:pPr marL="0" indent="0">
                  <a:buNone/>
                </a:pPr>
                <a:r>
                  <a:rPr lang="en-US" dirty="0"/>
                  <a:t>The distance to a vertex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equals the smallest number of edges needed to go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6B39E11-35AD-E96E-A007-0D18D9908A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  <a:blipFill>
                <a:blip r:embed="rId3"/>
                <a:stretch>
                  <a:fillRect l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5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6913-1094-13E0-591F-31B27429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Steps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5A00275-1253-62C4-0078-63FD2DA53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2357" y="1690688"/>
            <a:ext cx="10367285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68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2E31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88824-8F06-816B-D044-BB571BE1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BFS Pseudocode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B9CCD0A-48CF-4B17-29AD-A5C4273618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86200" y="171162"/>
            <a:ext cx="8297698" cy="653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40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AC75-D246-E97F-F8BD-2D95F857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Example (1)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A7769A52-B567-209A-FB1C-346FC9F8E9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232" y="1690688"/>
            <a:ext cx="10181516" cy="516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637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67E2-D157-C1B5-7CE6-D3CE8B30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Example (2)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3936AD-2386-5FD5-7187-1D4C0BF30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373" y="1690688"/>
            <a:ext cx="11143421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384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AD32-FF6C-1A76-4758-C7B183499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586A09C-93BE-55B2-1688-BD2C98F177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451230" y="1690688"/>
                <a:ext cx="7228936" cy="496224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 is a Queue data structure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𝐸𝑛𝑞𝑢𝑒𝑢𝑒</m:t>
                    </m:r>
                  </m:oMath>
                </a14:m>
                <a:r>
                  <a:rPr lang="en-US" dirty="0"/>
                  <a:t> takes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𝐷𝑒𝑞𝑢𝑒𝑢𝑒</m:t>
                    </m:r>
                  </m:oMath>
                </a14:m>
                <a:r>
                  <a:rPr lang="en-US" dirty="0"/>
                  <a:t> takes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  <a:p>
                <a:pPr lvl="1"/>
                <a:r>
                  <a:rPr lang="en-US" dirty="0"/>
                  <a:t>All queue operations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An adjacency list is scanned when appropriate vertex is removed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Each edge is scanned only once.</a:t>
                </a:r>
              </a:p>
              <a:p>
                <a:r>
                  <a:rPr lang="en-US" dirty="0"/>
                  <a:t>Sum of lengths of all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lists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Total time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586A09C-93BE-55B2-1688-BD2C98F177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451230" y="1690688"/>
                <a:ext cx="7228936" cy="4962240"/>
              </a:xfrm>
              <a:blipFill>
                <a:blip r:embed="rId2"/>
                <a:stretch>
                  <a:fillRect l="-1518" t="-1966" r="-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407840DF-EF64-2BAF-8781-EAB1F011BB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45422"/>
          <a:stretch>
            <a:fillRect/>
          </a:stretch>
        </p:blipFill>
        <p:spPr>
          <a:xfrm>
            <a:off x="651725" y="1690688"/>
            <a:ext cx="3437196" cy="496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014C8-1906-3DB0-FFB9-5B2802B10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BFS: Shortest Path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DE2E708-0EDD-883E-0213-D97756ABB7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Shortest path distance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the minimum number of edges in any path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Lemma 1: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a directed or undirected graph,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. Then for any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edge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Proof: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reachable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then shortest path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cannot be shorter than shortest path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plus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unreachable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and inequality holds.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DE2E708-0EDD-883E-0213-D97756ABB7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65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2183-DE1B-4A39-84EB-BB2A8806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A7C4B-A5D7-F48B-BA43-7E450A208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BFS: Shortest Path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E8A413-6268-3850-8C2C-911D872141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47075" cy="46010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Lemma 2: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a directed or undirected graph and let the BFS run on some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. Then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vertex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always.</a:t>
                </a:r>
              </a:p>
              <a:p>
                <a:pPr marL="0" indent="0">
                  <a:buNone/>
                </a:pPr>
                <a:r>
                  <a:rPr lang="en-US" b="1" dirty="0"/>
                  <a:t>Proof by induction:</a:t>
                </a:r>
              </a:p>
              <a:p>
                <a:pPr lvl="1"/>
                <a:r>
                  <a:rPr lang="en-US" b="1" dirty="0"/>
                  <a:t>Base: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∞≥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Induction step: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be discovered from vertex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According to inductive hypothesis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+1≥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never visited again.</a:t>
                </a:r>
              </a:p>
              <a:p>
                <a:pPr lvl="1"/>
                <a:r>
                  <a:rPr lang="en-US" b="1" dirty="0"/>
                  <a:t>Termination: </a:t>
                </a:r>
                <a:r>
                  <a:rPr lang="en-US" dirty="0"/>
                  <a:t>All reachable vertices are visited.</a:t>
                </a:r>
                <a:br>
                  <a:rPr lang="en-US" dirty="0"/>
                </a:br>
                <a:r>
                  <a:rPr lang="en-US" dirty="0"/>
                  <a:t>For unreachable vertices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∞≥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E8A413-6268-3850-8C2C-911D872141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47075" cy="4601054"/>
              </a:xfrm>
              <a:blipFill>
                <a:blip r:embed="rId3"/>
                <a:stretch>
                  <a:fillRect l="-1134" t="-2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2197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E136-F9A6-A4DB-F258-ACF87392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BF9E-CE7E-B3BF-B513-8359EFF4D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BFS: Shortest Path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CA30DF0-A9AB-3BD6-67C7-6BFAFC4025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804" y="1825624"/>
                <a:ext cx="11593901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Lemma 3: </a:t>
                </a: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be a directed or undirected graph and let at some point of BFS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verticies in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queue.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is the head of queue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 is the tail.</a:t>
                </a:r>
                <a:br>
                  <a:rPr lang="en-US" sz="2400" dirty="0"/>
                </a:br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/>
                  <a:t> ;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e>
                    </m:bar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Proof by induction:</a:t>
                </a:r>
              </a:p>
              <a:p>
                <a:pPr lvl="1"/>
                <a:r>
                  <a:rPr lang="en-US" sz="2000" b="1" dirty="0"/>
                  <a:t>Base: </a:t>
                </a:r>
                <a:r>
                  <a:rPr lang="en-US" sz="2000" dirty="0"/>
                  <a:t>Only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is in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: lemma holds.</a:t>
                </a:r>
              </a:p>
              <a:p>
                <a:pPr lvl="1"/>
                <a:r>
                  <a:rPr lang="en-US" sz="2000" b="1" dirty="0"/>
                  <a:t>Termination: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is empty: lemma holds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b="1" dirty="0"/>
                  <a:t>Induction step:</a:t>
                </a:r>
                <a:br>
                  <a:rPr lang="en-US" sz="2000" b="1" dirty="0"/>
                </a:br>
                <a:r>
                  <a:rPr lang="en-US" sz="2000" dirty="0"/>
                  <a:t>Dequeuing: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is removed.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is the new head. </a:t>
                </a:r>
                <a:br>
                  <a:rPr lang="en-US" sz="2000" dirty="0"/>
                </a:br>
                <a:r>
                  <a:rPr lang="en-US" sz="2000" dirty="0"/>
                  <a:t>    By hypothesis: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br>
                  <a:rPr lang="en-US" dirty="0"/>
                </a:br>
                <a:r>
                  <a:rPr lang="en-US" sz="2000" dirty="0"/>
                  <a:t>Enqueuing: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is added to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containing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    If Q was empty, then the lemma holds: if not, assume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was removed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is adjacent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br>
                  <a:rPr lang="en-US" sz="2000" dirty="0"/>
                </a:br>
                <a:r>
                  <a:rPr lang="en-US" sz="2000" dirty="0"/>
                  <a:t>    By hypothesis: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r>
                  <a:rPr lang="en-US" sz="2000" dirty="0"/>
                  <a:t>    So: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 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br>
                  <a:rPr lang="en-US" sz="2000" dirty="0"/>
                </a:br>
                <a:r>
                  <a:rPr lang="en-US" sz="2000" dirty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CA30DF0-A9AB-3BD6-67C7-6BFAFC4025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804" y="1825624"/>
                <a:ext cx="11593901" cy="5032375"/>
              </a:xfrm>
              <a:blipFill>
                <a:blip r:embed="rId3"/>
                <a:stretch>
                  <a:fillRect l="-1104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396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2DDE-19AE-E445-7361-9614E91B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BFS: Correctness (1).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8B93CF-9F60-F584-21F4-13C89796CC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b="1" dirty="0"/>
                  <a:t>Theorem: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a directed or undirected graph, and suppose that BFS is run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from a given source vertex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Then, during its execution, BFS discovers every vertex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that is reachable from the source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, and upon termination,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For any vertex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that is reachable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, one of the shortest paths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a shortest path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followed by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8B93CF-9F60-F584-21F4-13C89796C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754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240CB-EA8F-07E4-FBAF-96E3C43A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0B4E-0824-6997-0799-037B5DA1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BFS: Correctness (2).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FF188-239A-18AB-EBAD-964256FC6F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400" b="1" dirty="0"/>
                  <a:t>Proof: </a:t>
                </a:r>
                <a:r>
                  <a:rPr lang="en-US" sz="2400" dirty="0"/>
                  <a:t>Let's assume that for some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;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;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By Lemma_2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be the vertex immediately preceding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on some shortest path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;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/>
              </a:p>
              <a:p>
                <a:pPr marL="0" indent="0" algn="just">
                  <a:buNone/>
                </a:pPr>
                <a:r>
                  <a:rPr lang="en-US" sz="2400" dirty="0"/>
                  <a:t>A moment when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removed from queue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𝑐𝑜𝑙𝑜𝑟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𝑤h𝑖𝑡𝑒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: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will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𝑐𝑜𝑙𝑜𝑟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𝑏𝑙𝑎𝑐𝑘</m:t>
                    </m:r>
                  </m:oMath>
                </a14:m>
                <a:r>
                  <a:rPr lang="en-US" sz="2400" b="0" dirty="0">
                    <a:latin typeface="Cambria Math" panose="02040503050406030204" pitchFamily="18" charset="0"/>
                  </a:rPr>
                  <a:t> : then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b="0" dirty="0">
                    <a:latin typeface="Cambria Math" panose="02040503050406030204" pitchFamily="18" charset="0"/>
                  </a:rPr>
                  <a:t> is removed earlier, so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color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gray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sz="2400" b="0" i="0" dirty="0">
                    <a:latin typeface="Cambria Math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b="0" i="0" dirty="0">
                    <a:latin typeface="Cambria Math" panose="02040503050406030204" pitchFamily="18" charset="0"/>
                  </a:rPr>
                  <a:t> has been added to queue when removing some </a:t>
                </a:r>
                <a:r>
                  <a:rPr lang="en-US" sz="2400" dirty="0">
                    <a:latin typeface="Cambria Math" panose="02040503050406030204" pitchFamily="18" charset="0"/>
                  </a:rPr>
                  <a:t>w. </a:t>
                </a:r>
                <a:br>
                  <a:rPr lang="en-US" sz="240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b="0" i="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sz="2400" b="0" i="0" dirty="0">
                    <a:latin typeface="Cambria Math" panose="02040503050406030204" pitchFamily="18" charset="0"/>
                  </a:rPr>
                  <a:t> 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FF188-239A-18AB-EBAD-964256FC6F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r="-870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00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13AE4-AEE8-FDED-A1E5-860B223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9A6E898-F2EA-48DF-20A0-0577688F5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4F53D4-C313-6AE2-8F75-91ADB7DBD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3B0D07-52D8-316A-EED7-68D0BB18B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2FDB64-B1E1-5B6E-7876-54DDFE3E5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3F70D4-A275-F0D4-EC6F-76CB0ADBB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604231-7256-DA6F-A831-FE2C7446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Depth-first Search (DFS)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AB2B38A-2B4F-2D6D-057D-1B4ED21413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</p:spPr>
            <p:txBody>
              <a:bodyPr anchor="ctr"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distinguished </a:t>
                </a:r>
                <a:r>
                  <a:rPr lang="en-US" b="1" i="1" dirty="0"/>
                  <a:t>source </a:t>
                </a:r>
                <a:r>
                  <a:rPr lang="en-US" dirty="0"/>
                  <a:t>vertex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dirty="0"/>
                  <a:t>. Depth-first search explores edges out of the most recently discovered vertex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that still has unexplored edges leaving it. Once all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’s edges have been explored, the search “backtracks” to explore edges leaving the vertex from which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was discovered.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AB2B38A-2B4F-2D6D-057D-1B4ED21413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  <a:blipFill>
                <a:blip r:embed="rId3"/>
                <a:stretch>
                  <a:fillRect l="-1254" r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061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8A23-006C-30A6-9A4D-4C162D835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Pseudocode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7E6C40-15FB-07F4-B301-BF7798FB95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80787" y="1834054"/>
            <a:ext cx="4382112" cy="3305636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745FF7B-8492-1375-865F-319BEA90D5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14786" y="1834054"/>
            <a:ext cx="4496427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21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40C87-68F7-9132-FB3E-117B62715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13E7DD-9230-8F79-4797-EEE2B048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Example (1)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F09A00-DC82-BE8B-86F5-B7DEADF26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9968"/>
          <a:stretch>
            <a:fillRect/>
          </a:stretch>
        </p:blipFill>
        <p:spPr>
          <a:xfrm>
            <a:off x="585475" y="1690688"/>
            <a:ext cx="11021050" cy="389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6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19BD1-6F61-71F8-F0F8-BE070D11A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Example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4340218-98FD-56DB-31DB-829C719CC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1617"/>
          <a:stretch>
            <a:fillRect/>
          </a:stretch>
        </p:blipFill>
        <p:spPr>
          <a:xfrm>
            <a:off x="346753" y="1690688"/>
            <a:ext cx="11498494" cy="393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57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ED08-9A5F-F739-A007-12C058F62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7517-709A-081F-EB2A-BA28C5D1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1F60B5-29B1-2BFD-866E-1784785F28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4382112" cy="3305636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9363EF5-796C-BAF4-253A-57AA4149C9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82112" y="1690688"/>
            <a:ext cx="4496427" cy="4334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99BBDD-7A72-D6DD-E70C-08E66109D62B}"/>
                  </a:ext>
                </a:extLst>
              </p:cNvPr>
              <p:cNvSpPr txBox="1"/>
              <p:nvPr/>
            </p:nvSpPr>
            <p:spPr>
              <a:xfrm>
                <a:off x="8878539" y="1690688"/>
                <a:ext cx="3313461" cy="4259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Lines 1-3 and 5-7: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sz="2000" dirty="0"/>
                  <a:t> time – excluding visit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Only one call of the</a:t>
                </a:r>
                <a:br>
                  <a:rPr lang="en-US" sz="2000" dirty="0"/>
                </a:br>
                <a:r>
                  <a:rPr lang="en-US" sz="2000" dirty="0"/>
                  <a:t>DFS_VISIT for each vertex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Taking into account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𝐴𝑑𝑗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000" dirty="0"/>
                  <a:t>Total time is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99BBDD-7A72-D6DD-E70C-08E66109D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539" y="1690688"/>
                <a:ext cx="3313461" cy="4259820"/>
              </a:xfrm>
              <a:prstGeom prst="rect">
                <a:avLst/>
              </a:prstGeom>
              <a:blipFill>
                <a:blip r:embed="rId4"/>
                <a:stretch>
                  <a:fillRect l="-2022" r="-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773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0759-5FF8-1B97-70E7-3AB78A0C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DFS: Predecessor Subgraph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53FBA80-4A52-7714-9199-C77F2E3FB78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52076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𝑁𝑈𝐿𝐿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53FBA80-4A52-7714-9199-C77F2E3FB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520760"/>
              </a:xfrm>
              <a:blipFill>
                <a:blip r:embed="rId2"/>
                <a:stretch>
                  <a:fillRect t="-18605" b="-24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B41738-F8B2-B0A0-484D-B8179F04C1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" y="2481322"/>
            <a:ext cx="10515600" cy="329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17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19E32-A124-BFBC-7F80-7CFEA5A8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Properties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96FD44A-0B7E-E3B5-2FFE-8B2AE53AAA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The predecessor subgraph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sz="2400" dirty="0"/>
                  <a:t> does form a forest of trees.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/>
                  <a:t> if and only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𝐷𝐹𝑆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𝑉𝐼𝑆𝐼𝑇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was called during a search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’s adjacency list.</a:t>
                </a:r>
              </a:p>
              <a:p>
                <a:r>
                  <a:rPr lang="en-US" sz="2400"/>
                  <a:t>Discovery </a:t>
                </a:r>
                <a:r>
                  <a:rPr lang="en-US" sz="2400" dirty="0"/>
                  <a:t>and finish times have </a:t>
                </a:r>
                <a:r>
                  <a:rPr lang="en-US" sz="2400" b="1" i="1" dirty="0"/>
                  <a:t>parenthesis structure</a:t>
                </a:r>
              </a:p>
              <a:p>
                <a:r>
                  <a:rPr lang="en-US" sz="2400" dirty="0"/>
                  <a:t>In any DFS of a (directed or undirected)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for any two vertices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, exactly one of the following three conditions holds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dirty="0"/>
                  <a:t>the intervals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000" dirty="0"/>
                  <a:t> are entirely disjoint, and neither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nor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is a descendant of the other in the depth-first forest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dirty="0"/>
                  <a:t>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000" dirty="0"/>
                  <a:t> is contained entirely within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is a descendant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in a depth-first tree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dirty="0"/>
                  <a:t>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000" dirty="0"/>
                  <a:t> is contained entirely within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is a descendant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in a depth-first tree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18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96FD44A-0B7E-E3B5-2FFE-8B2AE53AAA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r="-812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7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A898-7097-018D-16F4-B21D2708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DFS: Classification of 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D96BA5C-3163-30CD-E0E5-E72EF27E11C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19177" y="1825625"/>
                <a:ext cx="5934974" cy="435133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Tree edges</a:t>
                </a:r>
                <a:r>
                  <a:rPr lang="en-US" dirty="0"/>
                  <a:t> </a:t>
                </a:r>
                <a:r>
                  <a:rPr lang="en-US" sz="2400" dirty="0"/>
                  <a:t>are edges in the Depth-First forest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Back edges</a:t>
                </a:r>
                <a:r>
                  <a:rPr lang="en-US" dirty="0"/>
                  <a:t> </a:t>
                </a:r>
                <a:r>
                  <a:rPr lang="en-US" sz="2400" dirty="0"/>
                  <a:t>are those edges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connecting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to an ancestor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Forward edges</a:t>
                </a:r>
                <a:r>
                  <a:rPr lang="en-US" dirty="0"/>
                  <a:t> </a:t>
                </a:r>
                <a:r>
                  <a:rPr lang="en-US" sz="2400" dirty="0"/>
                  <a:t>are those nontree edges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connecting a vertex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to a proper descendant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in a depth-first tree.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Cross edges </a:t>
                </a:r>
                <a:r>
                  <a:rPr lang="en-US" sz="2400" dirty="0"/>
                  <a:t>are all other edges.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D96BA5C-3163-30CD-E0E5-E72EF27E1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19177" y="1825625"/>
                <a:ext cx="5934974" cy="4351338"/>
              </a:xfrm>
              <a:blipFill>
                <a:blip r:embed="rId2"/>
                <a:stretch>
                  <a:fillRect l="-2156" t="-2381" r="-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E5D32D-F4FE-5FC3-9A53-33431D5B62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59106" y="1825625"/>
            <a:ext cx="5693434" cy="324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013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922E7-9BBA-33D2-6F23-DD085E46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DFS: Discovering 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0B2789-C4B3-05F2-4ABE-AA223C83AF7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When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is first explored, the color of vertex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says something about the edge: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WHITE indicates a tree edge,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GRAY indicates a back edge,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BLACK indicates a forward or cross edge.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0B2789-C4B3-05F2-4ABE-AA223C83AF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4A57C2-3799-E517-5293-5CCA8B4E76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357845"/>
            <a:ext cx="5181600" cy="328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66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B7302C-FEFF-8B01-1CE8-8B836DE2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DFS: Edge Classification for Undirected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EA5AEDE-FD36-806F-59EB-4DDD49E455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Theorem: </a:t>
                </a:r>
                <a:r>
                  <a:rPr lang="en-US" dirty="0"/>
                  <a:t>In a depth-first search of an undirected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, every edge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either a tree edge or a back edge.</a:t>
                </a:r>
              </a:p>
              <a:p>
                <a:pPr marL="0" indent="0">
                  <a:buNone/>
                </a:pPr>
                <a:r>
                  <a:rPr lang="en-US" b="1" dirty="0"/>
                  <a:t>Proof: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be an edge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sz="2400" dirty="0"/>
                  <a:t>While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gray, DFS must discover and finish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before it finishes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is explored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 was white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is a tree edge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is explored from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is a back edge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EA5AEDE-FD36-806F-59EB-4DDD49E455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99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2C754-4D47-677C-71E5-B9A29B78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08B9053-1D1B-EADB-02FE-784573793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10A95-98A3-4980-D111-B87C93EE3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01484E-5D09-56E8-A318-DB55289C8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6D6DC7-2A0E-2605-2E87-BCDF1DDEB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40D752-B6E0-47CA-A0C0-BB136FDFE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3E1425-FCF0-4169-DADA-E40EA334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6EF1845-21D1-5179-A6F1-C4A434D22B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Topological sort of a directed acyclic graph (</a:t>
                </a:r>
                <a:r>
                  <a:rPr lang="en-US" dirty="0" err="1"/>
                  <a:t>dag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linear ordering of all its vertices such that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contains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appears before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the ordering.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6EF1845-21D1-5179-A6F1-C4A434D22B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  <a:blipFill>
                <a:blip r:embed="rId3"/>
                <a:stretch>
                  <a:fillRect l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271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C5416-4077-F616-F287-154D1353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Sort: Example 1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289675-6B20-EF81-A7EE-058DDD9E58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1526" y="1825625"/>
            <a:ext cx="95289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67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178C2-8C23-C23C-F287-79EFC4E0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Sort: Pseudocode and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49CD64-2FBA-98BB-14D3-5DE6675C55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1" y="1690688"/>
            <a:ext cx="10515599" cy="2212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05A76A5-D93A-BA14-412F-3D4388E949E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8200" y="3964667"/>
                <a:ext cx="10515600" cy="22122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DFS requires</a:t>
                </a:r>
                <a:r>
                  <a:rPr lang="en-US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endParaRPr lang="en-US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Inserting onto the front of linked list requires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  <a:p>
                <a:pPr marL="0" indent="0">
                  <a:buNone/>
                </a:pPr>
                <a:r>
                  <a:rPr lang="en-US" dirty="0"/>
                  <a:t>Total time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05A76A5-D93A-BA14-412F-3D4388E949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8200" y="3964667"/>
                <a:ext cx="10515600" cy="2212296"/>
              </a:xfrm>
              <a:blipFill>
                <a:blip r:embed="rId3"/>
                <a:stretch>
                  <a:fillRect l="-1217" t="-4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03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D9FBD-2015-4BFE-A9C9-110014D5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Sort: Example 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3A4179-F289-801D-525A-C6058B440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2384" y="1825625"/>
            <a:ext cx="91672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83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F4B980-C024-FD49-DF89-E77B1D4D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Sort: Correctness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83A7BEC-827F-FD8A-8F9B-B5D232DED0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072" y="1690688"/>
                <a:ext cx="1131785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Lemma</a:t>
                </a:r>
                <a:r>
                  <a:rPr lang="en-US" dirty="0"/>
                  <a:t>: A directed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acyclic if and only if a DFS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yields no back edges.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Proof:</a:t>
                </a:r>
              </a:p>
              <a:p>
                <a:pPr marL="0" indent="0">
                  <a:buNone/>
                </a:pPr>
                <a:r>
                  <a:rPr lang="en-US" sz="2400" dirty="0"/>
                  <a:t>Suppose that there is a back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the DFS produces. Then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is an ancestor of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in the depth-first forest. So, there is a cycle – path in the tree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plus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edge.</a:t>
                </a:r>
              </a:p>
              <a:p>
                <a:pPr marL="0" indent="0">
                  <a:buNone/>
                </a:pPr>
                <a:r>
                  <a:rPr lang="en-US" sz="2400" dirty="0"/>
                  <a:t>Suppose there is a cycle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.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be the first vertex discovered from cycle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and 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edge belonging to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. At the time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 the vertices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form a path of white vertices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. The node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becomes a descendant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in the depth-first forest.</a:t>
                </a:r>
                <a:br>
                  <a:rPr lang="en-US" sz="2400" dirty="0"/>
                </a:br>
                <a:r>
                  <a:rPr lang="en-US" sz="2400" dirty="0"/>
                  <a:t>So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is a back edge.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83A7BEC-827F-FD8A-8F9B-B5D232DED0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072" y="1690688"/>
                <a:ext cx="11317856" cy="4351338"/>
              </a:xfrm>
              <a:blipFill>
                <a:blip r:embed="rId2"/>
                <a:stretch>
                  <a:fillRect l="-113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0853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D088-5120-BF71-7A22-B33396109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7309A1-DA8F-1FEF-6037-9F616DE5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Sort: Correctness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3CA6942-50C1-DA33-B316-936CC68F21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072" y="1690688"/>
                <a:ext cx="1131785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Theorem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𝑇𝑂𝑃𝑂𝐿𝑂𝐺𝐼𝐶𝐴𝐿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𝑆𝑂𝑅𝑇</m:t>
                    </m:r>
                  </m:oMath>
                </a14:m>
                <a:r>
                  <a:rPr lang="en-US" sz="2400" dirty="0"/>
                  <a:t> produces a topological sort of the directed acyclic graph provided as its input.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Proof: </a:t>
                </a:r>
              </a:p>
              <a:p>
                <a:pPr marL="0" indent="0">
                  <a:buNone/>
                </a:pPr>
                <a:r>
                  <a:rPr lang="en-US" sz="2400" dirty="0"/>
                  <a:t>Suppose that DFS is run on a given </a:t>
                </a:r>
                <a:r>
                  <a:rPr lang="en-US" sz="2400" dirty="0" err="1"/>
                  <a:t>dag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to determine finish times for its vertices. It suffices to show that for any pair of distinct vertices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contains an edge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 .</a:t>
                </a:r>
              </a:p>
              <a:p>
                <a:pPr marL="0" indent="0">
                  <a:buNone/>
                </a:pPr>
                <a:r>
                  <a:rPr lang="en-US" sz="2400" dirty="0"/>
                  <a:t>When DFS explores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edge,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cannot be GRAY.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is WHITE, 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is ancestor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.     So,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is BLACK, 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is already finished. So,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3CA6942-50C1-DA33-B316-936CC68F21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072" y="1690688"/>
                <a:ext cx="11317856" cy="4351338"/>
              </a:xfrm>
              <a:blipFill>
                <a:blip r:embed="rId2"/>
                <a:stretch>
                  <a:fillRect l="-862" t="-2241" r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0390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9C90A-85AB-C62F-3961-A3F92F842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BC48305-77D5-7B14-77E9-09D7DF728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EFC0F5-89EB-8829-3302-F91BEFAC3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F57EC0-0541-88F8-D49F-C7D2C2CAE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BD5015-FAAD-AD40-5084-4E7B7B92C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04955E-F01D-95B6-E0A5-252FFBA75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4A2D15-F84C-07CC-C750-52FF0D93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Strongly Connected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FE28DEE-E982-A292-AA7B-E4BF9EBAB3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</p:spPr>
            <p:txBody>
              <a:bodyPr anchor="ctr"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b="1" dirty="0"/>
                  <a:t>Strongly connected component </a:t>
                </a:r>
                <a:r>
                  <a:rPr lang="en-US" dirty="0"/>
                  <a:t>of a directed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maximal set of vertices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such that for every pair of vertices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that is, vertices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are reachable from each other.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FE28DEE-E982-A292-AA7B-E4BF9EBAB3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  <a:blipFill>
                <a:blip r:embed="rId3"/>
                <a:stretch>
                  <a:fillRect l="-1254" r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920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A60A1-CDD4-5DEE-C0F6-A3B12204E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6114-442A-3924-C1AA-51C45AF2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Strongly Connected Components (SCC)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E73F3C-2538-76C8-6F77-827DDE8E6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20538" cy="408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10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D8CE-4BDE-1DA6-1F6F-2D2BBE33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SCC: Pseudocode and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7A4EB7-3A92-20A6-74D8-C559C02F2E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47020"/>
            <a:ext cx="10515600" cy="29353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FAAE776-6E2A-FE7C-1017-55F6A8C120D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8200" y="4582381"/>
                <a:ext cx="10515600" cy="2275619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en-US" dirty="0"/>
                  <a:t> time required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𝐷𝐹𝑆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en-US" dirty="0"/>
                  <a:t> time required to create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en-US" dirty="0"/>
                  <a:t> time required to create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𝐷𝐹𝑆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Total time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FAAE776-6E2A-FE7C-1017-55F6A8C12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8200" y="4582381"/>
                <a:ext cx="10515600" cy="2275619"/>
              </a:xfrm>
              <a:blipFill>
                <a:blip r:embed="rId3"/>
                <a:stretch>
                  <a:fillRect l="-1217" t="-4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98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47BDE-B655-E1BC-C47E-559BB019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719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51654</TotalTime>
  <Words>2364</Words>
  <Application>Microsoft Office PowerPoint</Application>
  <PresentationFormat>Widescreen</PresentationFormat>
  <Paragraphs>190</Paragraphs>
  <Slides>39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Arial</vt:lpstr>
      <vt:lpstr>Calibri</vt:lpstr>
      <vt:lpstr>Calibri Light</vt:lpstr>
      <vt:lpstr>Cambria Math</vt:lpstr>
      <vt:lpstr>Office Theme</vt:lpstr>
      <vt:lpstr>Introduction to Algorithms</vt:lpstr>
      <vt:lpstr>Course Overview</vt:lpstr>
      <vt:lpstr>Graph: Definition</vt:lpstr>
      <vt:lpstr>Type of Graphs</vt:lpstr>
      <vt:lpstr>Representations of Graph (1)</vt:lpstr>
      <vt:lpstr>Representations of Graph (2)</vt:lpstr>
      <vt:lpstr>Adjacency List Representation</vt:lpstr>
      <vt:lpstr>Adjacency Matrix Representation</vt:lpstr>
      <vt:lpstr>Breadth-first Search (BFS)</vt:lpstr>
      <vt:lpstr>BFS Steps</vt:lpstr>
      <vt:lpstr>BFS Pseudocode</vt:lpstr>
      <vt:lpstr>BFS Example (1)</vt:lpstr>
      <vt:lpstr>BFS Example (2)</vt:lpstr>
      <vt:lpstr>BFS Analysis</vt:lpstr>
      <vt:lpstr>BFS: Shortest Path (1)</vt:lpstr>
      <vt:lpstr>BFS: Shortest Path (2)</vt:lpstr>
      <vt:lpstr>BFS: Shortest Path (3)</vt:lpstr>
      <vt:lpstr>BFS: Correctness (1).</vt:lpstr>
      <vt:lpstr>BFS: Correctness (2).</vt:lpstr>
      <vt:lpstr>Depth-first Search (DFS)</vt:lpstr>
      <vt:lpstr>DFS Pseudocode</vt:lpstr>
      <vt:lpstr>DFS Example (1)</vt:lpstr>
      <vt:lpstr>DFS Example</vt:lpstr>
      <vt:lpstr>DFS Analysis</vt:lpstr>
      <vt:lpstr>DFS: Predecessor Subgraph</vt:lpstr>
      <vt:lpstr>DFS Properties (1)</vt:lpstr>
      <vt:lpstr>DFS: Classification of Edges</vt:lpstr>
      <vt:lpstr>DFS: Discovering Edges</vt:lpstr>
      <vt:lpstr>DFS: Edge Classification for Undirected Graph</vt:lpstr>
      <vt:lpstr>Topological Sort</vt:lpstr>
      <vt:lpstr>Topological Sort: Example 1</vt:lpstr>
      <vt:lpstr>Topological Sort: Pseudocode and Analysis</vt:lpstr>
      <vt:lpstr>Topological Sort: Example 2</vt:lpstr>
      <vt:lpstr>Topological Sort: Correctness (1)</vt:lpstr>
      <vt:lpstr>Topological Sort: Correctness (2)</vt:lpstr>
      <vt:lpstr>Strongly Connected Components</vt:lpstr>
      <vt:lpstr>Strongly Connected Components (SCC)</vt:lpstr>
      <vt:lpstr>SCC: Pseudocode and 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Prazyan, Levon</dc:creator>
  <cp:lastModifiedBy>Prazyan, Levon</cp:lastModifiedBy>
  <cp:revision>8</cp:revision>
  <cp:lastPrinted>2025-12-18T06:16:12Z</cp:lastPrinted>
  <dcterms:created xsi:type="dcterms:W3CDTF">2024-06-18T05:26:31Z</dcterms:created>
  <dcterms:modified xsi:type="dcterms:W3CDTF">2026-04-28T06:39:26Z</dcterms:modified>
</cp:coreProperties>
</file>
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4838" r:id="rId4"/>
    <p:sldId id="4839" r:id="rId5"/>
    <p:sldId id="4836" r:id="rId6"/>
    <p:sldId id="4834" r:id="rId7"/>
    <p:sldId id="4840" r:id="rId8"/>
    <p:sldId id="4841" r:id="rId9"/>
    <p:sldId id="4842" r:id="rId10"/>
    <p:sldId id="4837" r:id="rId11"/>
    <p:sldId id="4853" r:id="rId12"/>
    <p:sldId id="4843" r:id="rId13"/>
    <p:sldId id="4844" r:id="rId14"/>
    <p:sldId id="4845" r:id="rId15"/>
    <p:sldId id="4846" r:id="rId16"/>
    <p:sldId id="4849" r:id="rId17"/>
    <p:sldId id="4850" r:id="rId18"/>
    <p:sldId id="4848" r:id="rId19"/>
    <p:sldId id="4851" r:id="rId20"/>
    <p:sldId id="4852" r:id="rId21"/>
    <p:sldId id="4855" r:id="rId22"/>
    <p:sldId id="4856" r:id="rId23"/>
    <p:sldId id="4857" r:id="rId24"/>
    <p:sldId id="4854" r:id="rId25"/>
    <p:sldId id="4847" r:id="rId26"/>
    <p:sldId id="479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627BFA-8362-407A-9EBC-6F7D932DDE2E}" v="1326" dt="2026-05-05T06:38:18.8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61" autoAdjust="0"/>
    <p:restoredTop sz="72513" autoAdjust="0"/>
  </p:normalViewPr>
  <p:slideViewPr>
    <p:cSldViewPr snapToGrid="0">
      <p:cViewPr varScale="1">
        <p:scale>
          <a:sx n="76" d="100"/>
          <a:sy n="76" d="100"/>
        </p:scale>
        <p:origin x="147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zyan, Levon" userId="ed024b0e-4a1a-418a-8ca0-755e149680c9" providerId="ADAL" clId="{4A4D12F4-25F0-4DC3-8755-13CF4EFB28EA}"/>
    <pc:docChg chg="undo redo custSel addSld delSld modSld sldOrd modNotesMaster">
      <pc:chgData name="Prazyan, Levon" userId="ed024b0e-4a1a-418a-8ca0-755e149680c9" providerId="ADAL" clId="{4A4D12F4-25F0-4DC3-8755-13CF4EFB28EA}" dt="2026-05-05T10:41:51.059" v="16418" actId="20577"/>
      <pc:docMkLst>
        <pc:docMk/>
      </pc:docMkLst>
      <pc:sldChg chg="addSp modSp">
        <pc:chgData name="Prazyan, Levon" userId="ed024b0e-4a1a-418a-8ca0-755e149680c9" providerId="ADAL" clId="{4A4D12F4-25F0-4DC3-8755-13CF4EFB28EA}" dt="2026-04-27T17:08:09.164" v="11560" actId="767"/>
        <pc:sldMkLst>
          <pc:docMk/>
          <pc:sldMk cId="360046134" sldId="256"/>
        </pc:sldMkLst>
      </pc:sldChg>
      <pc:sldChg chg="modSp mod">
        <pc:chgData name="Prazyan, Levon" userId="ed024b0e-4a1a-418a-8ca0-755e149680c9" providerId="ADAL" clId="{4A4D12F4-25F0-4DC3-8755-13CF4EFB28EA}" dt="2026-04-12T20:23:52.655" v="6401"/>
        <pc:sldMkLst>
          <pc:docMk/>
          <pc:sldMk cId="417041952" sldId="257"/>
        </pc:sldMkLst>
        <pc:spChg chg="mod">
          <ac:chgData name="Prazyan, Levon" userId="ed024b0e-4a1a-418a-8ca0-755e149680c9" providerId="ADAL" clId="{4A4D12F4-25F0-4DC3-8755-13CF4EFB28EA}" dt="2026-04-12T20:23:52.655" v="6401"/>
          <ac:spMkLst>
            <pc:docMk/>
            <pc:sldMk cId="417041952" sldId="257"/>
            <ac:spMk id="3" creationId="{4BC1998C-E6BD-C71A-C3E7-04FF6D66E39F}"/>
          </ac:spMkLst>
        </pc:spChg>
      </pc:sldChg>
      <pc:sldChg chg="addSp modSp new add del mod ord modAnim">
        <pc:chgData name="Prazyan, Levon" userId="ed024b0e-4a1a-418a-8ca0-755e149680c9" providerId="ADAL" clId="{4A4D12F4-25F0-4DC3-8755-13CF4EFB28EA}" dt="2026-05-04T22:35:15.136" v="16398" actId="47"/>
        <pc:sldMkLst>
          <pc:docMk/>
          <pc:sldMk cId="1293261217" sldId="4796"/>
        </pc:sldMkLst>
      </pc:sldChg>
      <pc:sldChg chg="addSp delSp modSp new add del mod chgLayout">
        <pc:chgData name="Prazyan, Levon" userId="ed024b0e-4a1a-418a-8ca0-755e149680c9" providerId="ADAL" clId="{4A4D12F4-25F0-4DC3-8755-13CF4EFB28EA}" dt="2026-05-04T22:35:15.136" v="16398" actId="47"/>
        <pc:sldMkLst>
          <pc:docMk/>
          <pc:sldMk cId="2515864730" sldId="4797"/>
        </pc:sldMkLst>
      </pc:sldChg>
      <pc:sldChg chg="addSp delSp modSp new add del mod modClrScheme chgLayout modNotesTx">
        <pc:chgData name="Prazyan, Levon" userId="ed024b0e-4a1a-418a-8ca0-755e149680c9" providerId="ADAL" clId="{4A4D12F4-25F0-4DC3-8755-13CF4EFB28EA}" dt="2026-05-04T22:35:15.136" v="16398" actId="47"/>
        <pc:sldMkLst>
          <pc:docMk/>
          <pc:sldMk cId="296924946" sldId="4798"/>
        </pc:sldMkLst>
      </pc:sldChg>
      <pc:sldChg chg="addSp modSp add del mod modClrScheme chgLayout modNotesTx">
        <pc:chgData name="Prazyan, Levon" userId="ed024b0e-4a1a-418a-8ca0-755e149680c9" providerId="ADAL" clId="{4A4D12F4-25F0-4DC3-8755-13CF4EFB28EA}" dt="2026-05-04T22:35:15.136" v="16398" actId="47"/>
        <pc:sldMkLst>
          <pc:docMk/>
          <pc:sldMk cId="1142015219" sldId="4799"/>
        </pc:sldMkLst>
      </pc:sldChg>
      <pc:sldChg chg="addSp delSp modSp new add del mod modClrScheme modAnim chgLayout modNotesTx">
        <pc:chgData name="Prazyan, Levon" userId="ed024b0e-4a1a-418a-8ca0-755e149680c9" providerId="ADAL" clId="{4A4D12F4-25F0-4DC3-8755-13CF4EFB28EA}" dt="2026-05-04T22:35:15.136" v="16398" actId="47"/>
        <pc:sldMkLst>
          <pc:docMk/>
          <pc:sldMk cId="3934223708" sldId="4800"/>
        </pc:sldMkLst>
      </pc:sldChg>
      <pc:sldChg chg="addSp delSp modSp new add del mod">
        <pc:chgData name="Prazyan, Levon" userId="ed024b0e-4a1a-418a-8ca0-755e149680c9" providerId="ADAL" clId="{4A4D12F4-25F0-4DC3-8755-13CF4EFB28EA}" dt="2026-05-04T22:35:15.136" v="16398" actId="47"/>
        <pc:sldMkLst>
          <pc:docMk/>
          <pc:sldMk cId="1958567314" sldId="4801"/>
        </pc:sldMkLst>
      </pc:sldChg>
      <pc:sldChg chg="addSp delSp modSp new add del mod setBg modClrScheme chgLayout modNotesTx">
        <pc:chgData name="Prazyan, Levon" userId="ed024b0e-4a1a-418a-8ca0-755e149680c9" providerId="ADAL" clId="{4A4D12F4-25F0-4DC3-8755-13CF4EFB28EA}" dt="2026-05-04T22:35:15.136" v="16398" actId="47"/>
        <pc:sldMkLst>
          <pc:docMk/>
          <pc:sldMk cId="313051976" sldId="4802"/>
        </pc:sldMkLst>
      </pc:sldChg>
      <pc:sldChg chg="addSp delSp modSp new add del mod setBg">
        <pc:chgData name="Prazyan, Levon" userId="ed024b0e-4a1a-418a-8ca0-755e149680c9" providerId="ADAL" clId="{4A4D12F4-25F0-4DC3-8755-13CF4EFB28EA}" dt="2026-05-04T22:35:15.136" v="16398" actId="47"/>
        <pc:sldMkLst>
          <pc:docMk/>
          <pc:sldMk cId="4259568915" sldId="4803"/>
        </pc:sldMkLst>
      </pc:sldChg>
      <pc:sldChg chg="addSp delSp modSp new add del mod setBg modClrScheme chgLayout">
        <pc:chgData name="Prazyan, Levon" userId="ed024b0e-4a1a-418a-8ca0-755e149680c9" providerId="ADAL" clId="{4A4D12F4-25F0-4DC3-8755-13CF4EFB28EA}" dt="2026-05-04T22:35:15.136" v="16398" actId="47"/>
        <pc:sldMkLst>
          <pc:docMk/>
          <pc:sldMk cId="2245040766" sldId="4804"/>
        </pc:sldMkLst>
      </pc:sldChg>
      <pc:sldChg chg="addSp delSp modSp new add del mod modAnim">
        <pc:chgData name="Prazyan, Levon" userId="ed024b0e-4a1a-418a-8ca0-755e149680c9" providerId="ADAL" clId="{4A4D12F4-25F0-4DC3-8755-13CF4EFB28EA}" dt="2026-05-04T22:35:15.136" v="16398" actId="47"/>
        <pc:sldMkLst>
          <pc:docMk/>
          <pc:sldMk cId="113762663" sldId="4805"/>
        </pc:sldMkLst>
      </pc:sldChg>
      <pc:sldChg chg="addSp delSp modSp new add del mod modClrScheme modAnim chgLayout">
        <pc:chgData name="Prazyan, Levon" userId="ed024b0e-4a1a-418a-8ca0-755e149680c9" providerId="ADAL" clId="{4A4D12F4-25F0-4DC3-8755-13CF4EFB28EA}" dt="2026-05-04T22:35:15.136" v="16398" actId="47"/>
        <pc:sldMkLst>
          <pc:docMk/>
          <pc:sldMk cId="3289655907" sldId="4806"/>
        </pc:sldMkLst>
      </pc:sldChg>
      <pc:sldChg chg="addSp delSp modSp new add del mod modClrScheme chgLayout">
        <pc:chgData name="Prazyan, Levon" userId="ed024b0e-4a1a-418a-8ca0-755e149680c9" providerId="ADAL" clId="{4A4D12F4-25F0-4DC3-8755-13CF4EFB28EA}" dt="2026-05-04T22:35:15.136" v="16398" actId="47"/>
        <pc:sldMkLst>
          <pc:docMk/>
          <pc:sldMk cId="2790637049" sldId="4807"/>
        </pc:sldMkLst>
      </pc:sldChg>
      <pc:sldChg chg="addSp delSp modSp new add del mod">
        <pc:chgData name="Prazyan, Levon" userId="ed024b0e-4a1a-418a-8ca0-755e149680c9" providerId="ADAL" clId="{4A4D12F4-25F0-4DC3-8755-13CF4EFB28EA}" dt="2026-05-04T22:35:15.136" v="16398" actId="47"/>
        <pc:sldMkLst>
          <pc:docMk/>
          <pc:sldMk cId="1699384992" sldId="4808"/>
        </pc:sldMkLst>
      </pc:sldChg>
      <pc:sldChg chg="modSp new add del mod">
        <pc:chgData name="Prazyan, Levon" userId="ed024b0e-4a1a-418a-8ca0-755e149680c9" providerId="ADAL" clId="{4A4D12F4-25F0-4DC3-8755-13CF4EFB28EA}" dt="2026-05-04T22:35:15.136" v="16398" actId="47"/>
        <pc:sldMkLst>
          <pc:docMk/>
          <pc:sldMk cId="4005754349" sldId="4809"/>
        </pc:sldMkLst>
      </pc:sldChg>
      <pc:sldChg chg="modSp add del mod modAnim">
        <pc:chgData name="Prazyan, Levon" userId="ed024b0e-4a1a-418a-8ca0-755e149680c9" providerId="ADAL" clId="{4A4D12F4-25F0-4DC3-8755-13CF4EFB28EA}" dt="2026-05-04T22:35:15.136" v="16398" actId="47"/>
        <pc:sldMkLst>
          <pc:docMk/>
          <pc:sldMk cId="1572197253" sldId="4810"/>
        </pc:sldMkLst>
      </pc:sldChg>
      <pc:sldChg chg="modSp add del mod modAnim">
        <pc:chgData name="Prazyan, Levon" userId="ed024b0e-4a1a-418a-8ca0-755e149680c9" providerId="ADAL" clId="{4A4D12F4-25F0-4DC3-8755-13CF4EFB28EA}" dt="2026-05-04T22:35:15.136" v="16398" actId="47"/>
        <pc:sldMkLst>
          <pc:docMk/>
          <pc:sldMk cId="2123965891" sldId="4811"/>
        </pc:sldMkLst>
      </pc:sldChg>
      <pc:sldChg chg="addSp delSp modSp new add del mod modClrScheme chgLayout">
        <pc:chgData name="Prazyan, Levon" userId="ed024b0e-4a1a-418a-8ca0-755e149680c9" providerId="ADAL" clId="{4A4D12F4-25F0-4DC3-8755-13CF4EFB28EA}" dt="2026-05-04T22:35:15.136" v="16398" actId="47"/>
        <pc:sldMkLst>
          <pc:docMk/>
          <pc:sldMk cId="4212521015" sldId="4812"/>
        </pc:sldMkLst>
      </pc:sldChg>
      <pc:sldChg chg="modSp add del mod ord modNotesTx">
        <pc:chgData name="Prazyan, Levon" userId="ed024b0e-4a1a-418a-8ca0-755e149680c9" providerId="ADAL" clId="{4A4D12F4-25F0-4DC3-8755-13CF4EFB28EA}" dt="2026-05-04T22:35:15.136" v="16398" actId="47"/>
        <pc:sldMkLst>
          <pc:docMk/>
          <pc:sldMk cId="1148061590" sldId="4814"/>
        </pc:sldMkLst>
      </pc:sldChg>
      <pc:sldChg chg="modSp add del mod modAnim">
        <pc:chgData name="Prazyan, Levon" userId="ed024b0e-4a1a-418a-8ca0-755e149680c9" providerId="ADAL" clId="{4A4D12F4-25F0-4DC3-8755-13CF4EFB28EA}" dt="2026-05-04T22:35:15.136" v="16398" actId="47"/>
        <pc:sldMkLst>
          <pc:docMk/>
          <pc:sldMk cId="3096009911" sldId="4815"/>
        </pc:sldMkLst>
      </pc:sldChg>
      <pc:sldChg chg="addSp delSp modSp new add del mod modClrScheme chgLayout">
        <pc:chgData name="Prazyan, Levon" userId="ed024b0e-4a1a-418a-8ca0-755e149680c9" providerId="ADAL" clId="{4A4D12F4-25F0-4DC3-8755-13CF4EFB28EA}" dt="2026-05-04T22:35:15.136" v="16398" actId="47"/>
        <pc:sldMkLst>
          <pc:docMk/>
          <pc:sldMk cId="1917257266" sldId="4816"/>
        </pc:sldMkLst>
      </pc:sldChg>
      <pc:sldChg chg="modSp add del mod ord">
        <pc:chgData name="Prazyan, Levon" userId="ed024b0e-4a1a-418a-8ca0-755e149680c9" providerId="ADAL" clId="{4A4D12F4-25F0-4DC3-8755-13CF4EFB28EA}" dt="2026-05-04T22:35:15.136" v="16398" actId="47"/>
        <pc:sldMkLst>
          <pc:docMk/>
          <pc:sldMk cId="262916389" sldId="4817"/>
        </pc:sldMkLst>
      </pc:sldChg>
      <pc:sldChg chg="addSp delSp modSp new add del mod modClrScheme chgLayout">
        <pc:chgData name="Prazyan, Levon" userId="ed024b0e-4a1a-418a-8ca0-755e149680c9" providerId="ADAL" clId="{4A4D12F4-25F0-4DC3-8755-13CF4EFB28EA}" dt="2026-05-04T22:35:15.136" v="16398" actId="47"/>
        <pc:sldMkLst>
          <pc:docMk/>
          <pc:sldMk cId="487717972" sldId="4818"/>
        </pc:sldMkLst>
      </pc:sldChg>
      <pc:sldChg chg="addSp modSp add del mod ord modAnim">
        <pc:chgData name="Prazyan, Levon" userId="ed024b0e-4a1a-418a-8ca0-755e149680c9" providerId="ADAL" clId="{4A4D12F4-25F0-4DC3-8755-13CF4EFB28EA}" dt="2026-05-04T22:35:15.136" v="16398" actId="47"/>
        <pc:sldMkLst>
          <pc:docMk/>
          <pc:sldMk cId="3317735526" sldId="4819"/>
        </pc:sldMkLst>
      </pc:sldChg>
      <pc:sldChg chg="addSp delSp modSp new add del mod modClrScheme modAnim chgLayout">
        <pc:chgData name="Prazyan, Levon" userId="ed024b0e-4a1a-418a-8ca0-755e149680c9" providerId="ADAL" clId="{4A4D12F4-25F0-4DC3-8755-13CF4EFB28EA}" dt="2026-05-04T22:35:15.136" v="16398" actId="47"/>
        <pc:sldMkLst>
          <pc:docMk/>
          <pc:sldMk cId="427874335" sldId="4820"/>
        </pc:sldMkLst>
      </pc:sldChg>
      <pc:sldChg chg="addSp delSp modSp new add del mod modClrScheme chgLayout">
        <pc:chgData name="Prazyan, Levon" userId="ed024b0e-4a1a-418a-8ca0-755e149680c9" providerId="ADAL" clId="{4A4D12F4-25F0-4DC3-8755-13CF4EFB28EA}" dt="2026-05-04T22:35:15.136" v="16398" actId="47"/>
        <pc:sldMkLst>
          <pc:docMk/>
          <pc:sldMk cId="3597013916" sldId="4821"/>
        </pc:sldMkLst>
      </pc:sldChg>
      <pc:sldChg chg="addSp delSp modSp new add del mod">
        <pc:chgData name="Prazyan, Levon" userId="ed024b0e-4a1a-418a-8ca0-755e149680c9" providerId="ADAL" clId="{4A4D12F4-25F0-4DC3-8755-13CF4EFB28EA}" dt="2026-05-04T22:35:15.136" v="16398" actId="47"/>
        <pc:sldMkLst>
          <pc:docMk/>
          <pc:sldMk cId="2744166731" sldId="4822"/>
        </pc:sldMkLst>
      </pc:sldChg>
      <pc:sldChg chg="addSp delSp modSp new add del mod modClrScheme chgLayout">
        <pc:chgData name="Prazyan, Levon" userId="ed024b0e-4a1a-418a-8ca0-755e149680c9" providerId="ADAL" clId="{4A4D12F4-25F0-4DC3-8755-13CF4EFB28EA}" dt="2026-05-04T22:35:15.136" v="16398" actId="47"/>
        <pc:sldMkLst>
          <pc:docMk/>
          <pc:sldMk cId="247999567" sldId="4823"/>
        </pc:sldMkLst>
      </pc:sldChg>
      <pc:sldChg chg="addSp delSp modSp new add del mod modNotesTx">
        <pc:chgData name="Prazyan, Levon" userId="ed024b0e-4a1a-418a-8ca0-755e149680c9" providerId="ADAL" clId="{4A4D12F4-25F0-4DC3-8755-13CF4EFB28EA}" dt="2026-05-04T22:35:15.136" v="16398" actId="47"/>
        <pc:sldMkLst>
          <pc:docMk/>
          <pc:sldMk cId="1733967112" sldId="4824"/>
        </pc:sldMkLst>
      </pc:sldChg>
      <pc:sldChg chg="modSp add del mod ord modNotesTx">
        <pc:chgData name="Prazyan, Levon" userId="ed024b0e-4a1a-418a-8ca0-755e149680c9" providerId="ADAL" clId="{4A4D12F4-25F0-4DC3-8755-13CF4EFB28EA}" dt="2026-05-04T22:35:15.136" v="16398" actId="47"/>
        <pc:sldMkLst>
          <pc:docMk/>
          <pc:sldMk cId="3181271524" sldId="4825"/>
        </pc:sldMkLst>
      </pc:sldChg>
      <pc:sldChg chg="addSp delSp modSp new add del mod modClrScheme modAnim chgLayout">
        <pc:chgData name="Prazyan, Levon" userId="ed024b0e-4a1a-418a-8ca0-755e149680c9" providerId="ADAL" clId="{4A4D12F4-25F0-4DC3-8755-13CF4EFB28EA}" dt="2026-05-04T22:35:15.136" v="16398" actId="47"/>
        <pc:sldMkLst>
          <pc:docMk/>
          <pc:sldMk cId="781030299" sldId="4826"/>
        </pc:sldMkLst>
      </pc:sldChg>
      <pc:sldChg chg="addSp delSp modSp new add del mod modClrScheme chgLayout">
        <pc:chgData name="Prazyan, Levon" userId="ed024b0e-4a1a-418a-8ca0-755e149680c9" providerId="ADAL" clId="{4A4D12F4-25F0-4DC3-8755-13CF4EFB28EA}" dt="2026-05-04T22:35:15.136" v="16398" actId="47"/>
        <pc:sldMkLst>
          <pc:docMk/>
          <pc:sldMk cId="3986085344" sldId="4827"/>
        </pc:sldMkLst>
      </pc:sldChg>
      <pc:sldChg chg="addSp delSp modSp add del mod modClrScheme chgLayout">
        <pc:chgData name="Prazyan, Levon" userId="ed024b0e-4a1a-418a-8ca0-755e149680c9" providerId="ADAL" clId="{4A4D12F4-25F0-4DC3-8755-13CF4EFB28EA}" dt="2026-05-04T22:35:15.136" v="16398" actId="47"/>
        <pc:sldMkLst>
          <pc:docMk/>
          <pc:sldMk cId="1628710776" sldId="4828"/>
        </pc:sldMkLst>
      </pc:sldChg>
      <pc:sldChg chg="modSp add del mod">
        <pc:chgData name="Prazyan, Levon" userId="ed024b0e-4a1a-418a-8ca0-755e149680c9" providerId="ADAL" clId="{4A4D12F4-25F0-4DC3-8755-13CF4EFB28EA}" dt="2026-05-04T22:35:15.136" v="16398" actId="47"/>
        <pc:sldMkLst>
          <pc:docMk/>
          <pc:sldMk cId="2340390023" sldId="4829"/>
        </pc:sldMkLst>
      </pc:sldChg>
      <pc:sldChg chg="addSp delSp modSp new add del mod modClrScheme chgLayout">
        <pc:chgData name="Prazyan, Levon" userId="ed024b0e-4a1a-418a-8ca0-755e149680c9" providerId="ADAL" clId="{4A4D12F4-25F0-4DC3-8755-13CF4EFB28EA}" dt="2026-05-04T22:35:15.136" v="16398" actId="47"/>
        <pc:sldMkLst>
          <pc:docMk/>
          <pc:sldMk cId="2965983317" sldId="4830"/>
        </pc:sldMkLst>
      </pc:sldChg>
      <pc:sldChg chg="modSp add del mod ord modNotesTx">
        <pc:chgData name="Prazyan, Levon" userId="ed024b0e-4a1a-418a-8ca0-755e149680c9" providerId="ADAL" clId="{4A4D12F4-25F0-4DC3-8755-13CF4EFB28EA}" dt="2026-05-04T22:35:15.136" v="16398" actId="47"/>
        <pc:sldMkLst>
          <pc:docMk/>
          <pc:sldMk cId="1103920688" sldId="4831"/>
        </pc:sldMkLst>
        <pc:spChg chg="mod">
          <ac:chgData name="Prazyan, Levon" userId="ed024b0e-4a1a-418a-8ca0-755e149680c9" providerId="ADAL" clId="{4A4D12F4-25F0-4DC3-8755-13CF4EFB28EA}" dt="2026-05-04T15:36:51.583" v="13614" actId="20577"/>
          <ac:spMkLst>
            <pc:docMk/>
            <pc:sldMk cId="1103920688" sldId="4831"/>
            <ac:spMk id="6" creationId="{CFE28DEE-E982-A292-AA7B-E4BF9EBAB3AA}"/>
          </ac:spMkLst>
        </pc:spChg>
      </pc:sldChg>
      <pc:sldChg chg="addSp delSp modSp new add del mod modClrScheme modAnim chgLayout">
        <pc:chgData name="Prazyan, Levon" userId="ed024b0e-4a1a-418a-8ca0-755e149680c9" providerId="ADAL" clId="{4A4D12F4-25F0-4DC3-8755-13CF4EFB28EA}" dt="2026-05-04T22:35:15.136" v="16398" actId="47"/>
        <pc:sldMkLst>
          <pc:docMk/>
          <pc:sldMk cId="1666985475" sldId="4832"/>
        </pc:sldMkLst>
      </pc:sldChg>
      <pc:sldChg chg="new del">
        <pc:chgData name="Prazyan, Levon" userId="ed024b0e-4a1a-418a-8ca0-755e149680c9" providerId="ADAL" clId="{4A4D12F4-25F0-4DC3-8755-13CF4EFB28EA}" dt="2026-05-04T22:35:15.136" v="16398" actId="47"/>
        <pc:sldMkLst>
          <pc:docMk/>
          <pc:sldMk cId="2271686853" sldId="4833"/>
        </pc:sldMkLst>
      </pc:sldChg>
      <pc:sldChg chg="addSp delSp modSp new mod">
        <pc:chgData name="Prazyan, Levon" userId="ed024b0e-4a1a-418a-8ca0-755e149680c9" providerId="ADAL" clId="{4A4D12F4-25F0-4DC3-8755-13CF4EFB28EA}" dt="2026-05-04T19:21:37.622" v="13937" actId="22"/>
        <pc:sldMkLst>
          <pc:docMk/>
          <pc:sldMk cId="2743964968" sldId="4834"/>
        </pc:sldMkLst>
        <pc:spChg chg="mod">
          <ac:chgData name="Prazyan, Levon" userId="ed024b0e-4a1a-418a-8ca0-755e149680c9" providerId="ADAL" clId="{4A4D12F4-25F0-4DC3-8755-13CF4EFB28EA}" dt="2026-05-04T19:21:03.718" v="13935" actId="20577"/>
          <ac:spMkLst>
            <pc:docMk/>
            <pc:sldMk cId="2743964968" sldId="4834"/>
            <ac:spMk id="2" creationId="{12D77A01-C95C-0E08-22D7-FF35FD81A986}"/>
          </ac:spMkLst>
        </pc:spChg>
        <pc:spChg chg="del mod">
          <ac:chgData name="Prazyan, Levon" userId="ed024b0e-4a1a-418a-8ca0-755e149680c9" providerId="ADAL" clId="{4A4D12F4-25F0-4DC3-8755-13CF4EFB28EA}" dt="2026-05-04T19:21:37.622" v="13937" actId="22"/>
          <ac:spMkLst>
            <pc:docMk/>
            <pc:sldMk cId="2743964968" sldId="4834"/>
            <ac:spMk id="3" creationId="{414E0684-43B7-CD87-280B-6232D5411BCE}"/>
          </ac:spMkLst>
        </pc:spChg>
        <pc:picChg chg="add mod ord">
          <ac:chgData name="Prazyan, Levon" userId="ed024b0e-4a1a-418a-8ca0-755e149680c9" providerId="ADAL" clId="{4A4D12F4-25F0-4DC3-8755-13CF4EFB28EA}" dt="2026-05-04T19:21:37.622" v="13937" actId="22"/>
          <ac:picMkLst>
            <pc:docMk/>
            <pc:sldMk cId="2743964968" sldId="4834"/>
            <ac:picMk id="5" creationId="{A53FE51F-BC96-A47D-8B15-A284C899E4A2}"/>
          </ac:picMkLst>
        </pc:picChg>
      </pc:sldChg>
      <pc:sldChg chg="delSp add del ord setBg delDesignElem">
        <pc:chgData name="Prazyan, Levon" userId="ed024b0e-4a1a-418a-8ca0-755e149680c9" providerId="ADAL" clId="{4A4D12F4-25F0-4DC3-8755-13CF4EFB28EA}" dt="2026-05-04T22:35:15.136" v="16398" actId="47"/>
        <pc:sldMkLst>
          <pc:docMk/>
          <pc:sldMk cId="3169210587" sldId="4835"/>
        </pc:sldMkLst>
        <pc:spChg chg="del">
          <ac:chgData name="Prazyan, Levon" userId="ed024b0e-4a1a-418a-8ca0-755e149680c9" providerId="ADAL" clId="{4A4D12F4-25F0-4DC3-8755-13CF4EFB28EA}" dt="2026-05-04T15:37:15.635" v="13633"/>
          <ac:spMkLst>
            <pc:docMk/>
            <pc:sldMk cId="3169210587" sldId="4835"/>
            <ac:spMk id="20" creationId="{892080BF-EE8F-F2EF-98D1-9A0533B21C87}"/>
          </ac:spMkLst>
        </pc:spChg>
        <pc:spChg chg="del">
          <ac:chgData name="Prazyan, Levon" userId="ed024b0e-4a1a-418a-8ca0-755e149680c9" providerId="ADAL" clId="{4A4D12F4-25F0-4DC3-8755-13CF4EFB28EA}" dt="2026-05-04T15:37:15.635" v="13633"/>
          <ac:spMkLst>
            <pc:docMk/>
            <pc:sldMk cId="3169210587" sldId="4835"/>
            <ac:spMk id="22" creationId="{1DB2F809-FC29-99AC-0232-F421BB97DD85}"/>
          </ac:spMkLst>
        </pc:spChg>
        <pc:spChg chg="del">
          <ac:chgData name="Prazyan, Levon" userId="ed024b0e-4a1a-418a-8ca0-755e149680c9" providerId="ADAL" clId="{4A4D12F4-25F0-4DC3-8755-13CF4EFB28EA}" dt="2026-05-04T15:37:15.635" v="13633"/>
          <ac:spMkLst>
            <pc:docMk/>
            <pc:sldMk cId="3169210587" sldId="4835"/>
            <ac:spMk id="24" creationId="{31CCF581-4DAD-3870-2770-39B266B26239}"/>
          </ac:spMkLst>
        </pc:spChg>
        <pc:spChg chg="del">
          <ac:chgData name="Prazyan, Levon" userId="ed024b0e-4a1a-418a-8ca0-755e149680c9" providerId="ADAL" clId="{4A4D12F4-25F0-4DC3-8755-13CF4EFB28EA}" dt="2026-05-04T15:37:15.635" v="13633"/>
          <ac:spMkLst>
            <pc:docMk/>
            <pc:sldMk cId="3169210587" sldId="4835"/>
            <ac:spMk id="26" creationId="{DBCA11C0-EDE6-8B31-F86E-03BA6A1CAD53}"/>
          </ac:spMkLst>
        </pc:spChg>
        <pc:spChg chg="del">
          <ac:chgData name="Prazyan, Levon" userId="ed024b0e-4a1a-418a-8ca0-755e149680c9" providerId="ADAL" clId="{4A4D12F4-25F0-4DC3-8755-13CF4EFB28EA}" dt="2026-05-04T15:37:15.635" v="13633"/>
          <ac:spMkLst>
            <pc:docMk/>
            <pc:sldMk cId="3169210587" sldId="4835"/>
            <ac:spMk id="28" creationId="{84F1DC93-FD30-F06D-F20B-2E82D477A55D}"/>
          </ac:spMkLst>
        </pc:spChg>
      </pc:sldChg>
      <pc:sldChg chg="modSp add mod ord modNotesTx">
        <pc:chgData name="Prazyan, Levon" userId="ed024b0e-4a1a-418a-8ca0-755e149680c9" providerId="ADAL" clId="{4A4D12F4-25F0-4DC3-8755-13CF4EFB28EA}" dt="2026-05-04T19:26:22.700" v="14055"/>
        <pc:sldMkLst>
          <pc:docMk/>
          <pc:sldMk cId="2937684635" sldId="4836"/>
        </pc:sldMkLst>
        <pc:spChg chg="mod">
          <ac:chgData name="Prazyan, Levon" userId="ed024b0e-4a1a-418a-8ca0-755e149680c9" providerId="ADAL" clId="{4A4D12F4-25F0-4DC3-8755-13CF4EFB28EA}" dt="2026-05-04T19:22:49.823" v="13945" actId="20577"/>
          <ac:spMkLst>
            <pc:docMk/>
            <pc:sldMk cId="2937684635" sldId="4836"/>
            <ac:spMk id="5" creationId="{80600551-7CF2-B371-889F-5FEFCBCC169D}"/>
          </ac:spMkLst>
        </pc:spChg>
        <pc:spChg chg="mod">
          <ac:chgData name="Prazyan, Levon" userId="ed024b0e-4a1a-418a-8ca0-755e149680c9" providerId="ADAL" clId="{4A4D12F4-25F0-4DC3-8755-13CF4EFB28EA}" dt="2026-05-04T19:26:22.700" v="14055"/>
          <ac:spMkLst>
            <pc:docMk/>
            <pc:sldMk cId="2937684635" sldId="4836"/>
            <ac:spMk id="6" creationId="{9E4FED8D-A1B9-FAAB-3EB6-2D6408E74A34}"/>
          </ac:spMkLst>
        </pc:spChg>
      </pc:sldChg>
      <pc:sldChg chg="modSp new mod modAnim">
        <pc:chgData name="Prazyan, Levon" userId="ed024b0e-4a1a-418a-8ca0-755e149680c9" providerId="ADAL" clId="{4A4D12F4-25F0-4DC3-8755-13CF4EFB28EA}" dt="2026-05-05T06:37:24.205" v="16409" actId="20577"/>
        <pc:sldMkLst>
          <pc:docMk/>
          <pc:sldMk cId="3291505562" sldId="4837"/>
        </pc:sldMkLst>
        <pc:spChg chg="mod">
          <ac:chgData name="Prazyan, Levon" userId="ed024b0e-4a1a-418a-8ca0-755e149680c9" providerId="ADAL" clId="{4A4D12F4-25F0-4DC3-8755-13CF4EFB28EA}" dt="2026-05-04T20:12:31.782" v="14744" actId="20577"/>
          <ac:spMkLst>
            <pc:docMk/>
            <pc:sldMk cId="3291505562" sldId="4837"/>
            <ac:spMk id="2" creationId="{198A376D-43F2-B6A3-79BD-7C62109316EF}"/>
          </ac:spMkLst>
        </pc:spChg>
        <pc:spChg chg="mod">
          <ac:chgData name="Prazyan, Levon" userId="ed024b0e-4a1a-418a-8ca0-755e149680c9" providerId="ADAL" clId="{4A4D12F4-25F0-4DC3-8755-13CF4EFB28EA}" dt="2026-05-05T06:37:24.205" v="16409" actId="20577"/>
          <ac:spMkLst>
            <pc:docMk/>
            <pc:sldMk cId="3291505562" sldId="4837"/>
            <ac:spMk id="3" creationId="{6C95B7DB-D7F8-1AEC-82A8-2F526AC6F859}"/>
          </ac:spMkLst>
        </pc:spChg>
      </pc:sldChg>
      <pc:sldChg chg="addSp delSp modSp new mod ord">
        <pc:chgData name="Prazyan, Levon" userId="ed024b0e-4a1a-418a-8ca0-755e149680c9" providerId="ADAL" clId="{4A4D12F4-25F0-4DC3-8755-13CF4EFB28EA}" dt="2026-05-05T06:03:33.452" v="16400" actId="20577"/>
        <pc:sldMkLst>
          <pc:docMk/>
          <pc:sldMk cId="4028362453" sldId="4838"/>
        </pc:sldMkLst>
        <pc:spChg chg="mod">
          <ac:chgData name="Prazyan, Levon" userId="ed024b0e-4a1a-418a-8ca0-755e149680c9" providerId="ADAL" clId="{4A4D12F4-25F0-4DC3-8755-13CF4EFB28EA}" dt="2026-05-04T19:23:25.081" v="13956" actId="20577"/>
          <ac:spMkLst>
            <pc:docMk/>
            <pc:sldMk cId="4028362453" sldId="4838"/>
            <ac:spMk id="2" creationId="{286CE732-C9F9-CAAF-B9C7-F65AB46419B8}"/>
          </ac:spMkLst>
        </pc:spChg>
        <pc:spChg chg="mod">
          <ac:chgData name="Prazyan, Levon" userId="ed024b0e-4a1a-418a-8ca0-755e149680c9" providerId="ADAL" clId="{4A4D12F4-25F0-4DC3-8755-13CF4EFB28EA}" dt="2026-05-05T06:03:33.452" v="16400" actId="20577"/>
          <ac:spMkLst>
            <pc:docMk/>
            <pc:sldMk cId="4028362453" sldId="4838"/>
            <ac:spMk id="3" creationId="{CFF17495-3287-350D-F34A-850DD4CFA2A8}"/>
          </ac:spMkLst>
        </pc:spChg>
        <pc:picChg chg="add del">
          <ac:chgData name="Prazyan, Levon" userId="ed024b0e-4a1a-418a-8ca0-755e149680c9" providerId="ADAL" clId="{4A4D12F4-25F0-4DC3-8755-13CF4EFB28EA}" dt="2026-05-04T19:24:16.803" v="13967" actId="22"/>
          <ac:picMkLst>
            <pc:docMk/>
            <pc:sldMk cId="4028362453" sldId="4838"/>
            <ac:picMk id="5" creationId="{529FE262-6359-C61B-9B97-091876FD8F50}"/>
          </ac:picMkLst>
        </pc:picChg>
      </pc:sldChg>
      <pc:sldChg chg="addSp delSp modSp new mod">
        <pc:chgData name="Prazyan, Levon" userId="ed024b0e-4a1a-418a-8ca0-755e149680c9" providerId="ADAL" clId="{4A4D12F4-25F0-4DC3-8755-13CF4EFB28EA}" dt="2026-05-04T19:31:54.791" v="14362" actId="20577"/>
        <pc:sldMkLst>
          <pc:docMk/>
          <pc:sldMk cId="936199021" sldId="4839"/>
        </pc:sldMkLst>
        <pc:spChg chg="mod">
          <ac:chgData name="Prazyan, Levon" userId="ed024b0e-4a1a-418a-8ca0-755e149680c9" providerId="ADAL" clId="{4A4D12F4-25F0-4DC3-8755-13CF4EFB28EA}" dt="2026-05-04T19:31:54.791" v="14362" actId="20577"/>
          <ac:spMkLst>
            <pc:docMk/>
            <pc:sldMk cId="936199021" sldId="4839"/>
            <ac:spMk id="2" creationId="{C874D0A0-665E-F445-EDE6-C2EB91C0160F}"/>
          </ac:spMkLst>
        </pc:spChg>
        <pc:spChg chg="del mod">
          <ac:chgData name="Prazyan, Levon" userId="ed024b0e-4a1a-418a-8ca0-755e149680c9" providerId="ADAL" clId="{4A4D12F4-25F0-4DC3-8755-13CF4EFB28EA}" dt="2026-05-04T19:31:51.661" v="14355" actId="22"/>
          <ac:spMkLst>
            <pc:docMk/>
            <pc:sldMk cId="936199021" sldId="4839"/>
            <ac:spMk id="3" creationId="{258ACC5F-AF29-7AE5-575F-32D32F12A5FA}"/>
          </ac:spMkLst>
        </pc:spChg>
        <pc:picChg chg="add mod ord">
          <ac:chgData name="Prazyan, Levon" userId="ed024b0e-4a1a-418a-8ca0-755e149680c9" providerId="ADAL" clId="{4A4D12F4-25F0-4DC3-8755-13CF4EFB28EA}" dt="2026-05-04T19:31:51.661" v="14355" actId="22"/>
          <ac:picMkLst>
            <pc:docMk/>
            <pc:sldMk cId="936199021" sldId="4839"/>
            <ac:picMk id="5" creationId="{59F74215-E7B6-72AC-AFAF-0242CAF4BD57}"/>
          </ac:picMkLst>
        </pc:picChg>
      </pc:sldChg>
      <pc:sldChg chg="addSp delSp modSp new mod modNotesTx">
        <pc:chgData name="Prazyan, Levon" userId="ed024b0e-4a1a-418a-8ca0-755e149680c9" providerId="ADAL" clId="{4A4D12F4-25F0-4DC3-8755-13CF4EFB28EA}" dt="2026-05-04T20:01:12.126" v="14421" actId="20577"/>
        <pc:sldMkLst>
          <pc:docMk/>
          <pc:sldMk cId="1946732157" sldId="4840"/>
        </pc:sldMkLst>
        <pc:spChg chg="mod">
          <ac:chgData name="Prazyan, Levon" userId="ed024b0e-4a1a-418a-8ca0-755e149680c9" providerId="ADAL" clId="{4A4D12F4-25F0-4DC3-8755-13CF4EFB28EA}" dt="2026-05-04T19:33:51.291" v="14385" actId="33524"/>
          <ac:spMkLst>
            <pc:docMk/>
            <pc:sldMk cId="1946732157" sldId="4840"/>
            <ac:spMk id="2" creationId="{F49DC23B-D9C7-3C28-EBE6-12DCE385F0AB}"/>
          </ac:spMkLst>
        </pc:spChg>
        <pc:spChg chg="del mod">
          <ac:chgData name="Prazyan, Levon" userId="ed024b0e-4a1a-418a-8ca0-755e149680c9" providerId="ADAL" clId="{4A4D12F4-25F0-4DC3-8755-13CF4EFB28EA}" dt="2026-05-04T19:33:54.852" v="14391" actId="22"/>
          <ac:spMkLst>
            <pc:docMk/>
            <pc:sldMk cId="1946732157" sldId="4840"/>
            <ac:spMk id="3" creationId="{1D1B9E6B-EBA3-E7DD-1D4A-86D591277144}"/>
          </ac:spMkLst>
        </pc:spChg>
        <pc:spChg chg="add del mod">
          <ac:chgData name="Prazyan, Levon" userId="ed024b0e-4a1a-418a-8ca0-755e149680c9" providerId="ADAL" clId="{4A4D12F4-25F0-4DC3-8755-13CF4EFB28EA}" dt="2026-05-04T19:34:18.940" v="14397" actId="22"/>
          <ac:spMkLst>
            <pc:docMk/>
            <pc:sldMk cId="1946732157" sldId="4840"/>
            <ac:spMk id="7" creationId="{B30D8FF4-B061-8191-4FAF-365F31C41838}"/>
          </ac:spMkLst>
        </pc:spChg>
        <pc:picChg chg="add del mod ord">
          <ac:chgData name="Prazyan, Levon" userId="ed024b0e-4a1a-418a-8ca0-755e149680c9" providerId="ADAL" clId="{4A4D12F4-25F0-4DC3-8755-13CF4EFB28EA}" dt="2026-05-04T19:34:17.752" v="14396" actId="478"/>
          <ac:picMkLst>
            <pc:docMk/>
            <pc:sldMk cId="1946732157" sldId="4840"/>
            <ac:picMk id="5" creationId="{3FF047ED-187C-47F3-1F2E-148D17DA5798}"/>
          </ac:picMkLst>
        </pc:picChg>
        <pc:picChg chg="add mod ord">
          <ac:chgData name="Prazyan, Levon" userId="ed024b0e-4a1a-418a-8ca0-755e149680c9" providerId="ADAL" clId="{4A4D12F4-25F0-4DC3-8755-13CF4EFB28EA}" dt="2026-05-04T19:34:18.940" v="14397" actId="22"/>
          <ac:picMkLst>
            <pc:docMk/>
            <pc:sldMk cId="1946732157" sldId="4840"/>
            <ac:picMk id="9" creationId="{E70C765E-4AE1-E192-AADC-D11A453E53DA}"/>
          </ac:picMkLst>
        </pc:picChg>
      </pc:sldChg>
      <pc:sldChg chg="modSp new mod">
        <pc:chgData name="Prazyan, Levon" userId="ed024b0e-4a1a-418a-8ca0-755e149680c9" providerId="ADAL" clId="{4A4D12F4-25F0-4DC3-8755-13CF4EFB28EA}" dt="2026-05-05T06:35:52.870" v="16407" actId="20577"/>
        <pc:sldMkLst>
          <pc:docMk/>
          <pc:sldMk cId="3745716093" sldId="4841"/>
        </pc:sldMkLst>
        <pc:spChg chg="mod">
          <ac:chgData name="Prazyan, Levon" userId="ed024b0e-4a1a-418a-8ca0-755e149680c9" providerId="ADAL" clId="{4A4D12F4-25F0-4DC3-8755-13CF4EFB28EA}" dt="2026-05-04T20:01:31.348" v="14435" actId="20577"/>
          <ac:spMkLst>
            <pc:docMk/>
            <pc:sldMk cId="3745716093" sldId="4841"/>
            <ac:spMk id="2" creationId="{F35BD310-90E4-DF79-0022-BAE21E219857}"/>
          </ac:spMkLst>
        </pc:spChg>
        <pc:spChg chg="mod">
          <ac:chgData name="Prazyan, Levon" userId="ed024b0e-4a1a-418a-8ca0-755e149680c9" providerId="ADAL" clId="{4A4D12F4-25F0-4DC3-8755-13CF4EFB28EA}" dt="2026-05-05T06:35:52.870" v="16407" actId="20577"/>
          <ac:spMkLst>
            <pc:docMk/>
            <pc:sldMk cId="3745716093" sldId="4841"/>
            <ac:spMk id="3" creationId="{3557BE84-E889-4EB5-6FA3-F56FC340488C}"/>
          </ac:spMkLst>
        </pc:spChg>
      </pc:sldChg>
      <pc:sldChg chg="modSp new mod">
        <pc:chgData name="Prazyan, Levon" userId="ed024b0e-4a1a-418a-8ca0-755e149680c9" providerId="ADAL" clId="{4A4D12F4-25F0-4DC3-8755-13CF4EFB28EA}" dt="2026-05-04T20:12:21.337" v="14734" actId="20577"/>
        <pc:sldMkLst>
          <pc:docMk/>
          <pc:sldMk cId="340960824" sldId="4842"/>
        </pc:sldMkLst>
        <pc:spChg chg="mod">
          <ac:chgData name="Prazyan, Levon" userId="ed024b0e-4a1a-418a-8ca0-755e149680c9" providerId="ADAL" clId="{4A4D12F4-25F0-4DC3-8755-13CF4EFB28EA}" dt="2026-05-04T20:12:21.337" v="14734" actId="20577"/>
          <ac:spMkLst>
            <pc:docMk/>
            <pc:sldMk cId="340960824" sldId="4842"/>
            <ac:spMk id="2" creationId="{F27407AD-83D9-D70B-FC3D-3C3C312E1F89}"/>
          </ac:spMkLst>
        </pc:spChg>
        <pc:spChg chg="mod">
          <ac:chgData name="Prazyan, Levon" userId="ed024b0e-4a1a-418a-8ca0-755e149680c9" providerId="ADAL" clId="{4A4D12F4-25F0-4DC3-8755-13CF4EFB28EA}" dt="2026-05-04T20:10:16.622" v="14726" actId="403"/>
          <ac:spMkLst>
            <pc:docMk/>
            <pc:sldMk cId="340960824" sldId="4842"/>
            <ac:spMk id="3" creationId="{57727627-879A-BC89-5C95-643E09895C47}"/>
          </ac:spMkLst>
        </pc:spChg>
      </pc:sldChg>
      <pc:sldChg chg="addSp delSp modSp new mod modClrScheme delAnim modAnim chgLayout">
        <pc:chgData name="Prazyan, Levon" userId="ed024b0e-4a1a-418a-8ca0-755e149680c9" providerId="ADAL" clId="{4A4D12F4-25F0-4DC3-8755-13CF4EFB28EA}" dt="2026-05-04T21:45:51.056" v="15726"/>
        <pc:sldMkLst>
          <pc:docMk/>
          <pc:sldMk cId="1223503944" sldId="4843"/>
        </pc:sldMkLst>
        <pc:spChg chg="mod ord">
          <ac:chgData name="Prazyan, Levon" userId="ed024b0e-4a1a-418a-8ca0-755e149680c9" providerId="ADAL" clId="{4A4D12F4-25F0-4DC3-8755-13CF4EFB28EA}" dt="2026-05-04T21:08:30.222" v="15221" actId="700"/>
          <ac:spMkLst>
            <pc:docMk/>
            <pc:sldMk cId="1223503944" sldId="4843"/>
            <ac:spMk id="2" creationId="{DE7C4BF8-5315-DF00-5BBF-E7A7886331C1}"/>
          </ac:spMkLst>
        </pc:spChg>
        <pc:spChg chg="mod ord">
          <ac:chgData name="Prazyan, Levon" userId="ed024b0e-4a1a-418a-8ca0-755e149680c9" providerId="ADAL" clId="{4A4D12F4-25F0-4DC3-8755-13CF4EFB28EA}" dt="2026-05-04T21:44:56.562" v="15722" actId="27636"/>
          <ac:spMkLst>
            <pc:docMk/>
            <pc:sldMk cId="1223503944" sldId="4843"/>
            <ac:spMk id="3" creationId="{C8CB89AC-DA96-6CE8-B4AB-5A2FE5C93A50}"/>
          </ac:spMkLst>
        </pc:spChg>
        <pc:spChg chg="add del mod ord">
          <ac:chgData name="Prazyan, Levon" userId="ed024b0e-4a1a-418a-8ca0-755e149680c9" providerId="ADAL" clId="{4A4D12F4-25F0-4DC3-8755-13CF4EFB28EA}" dt="2026-05-04T21:09:27.206" v="15227" actId="22"/>
          <ac:spMkLst>
            <pc:docMk/>
            <pc:sldMk cId="1223503944" sldId="4843"/>
            <ac:spMk id="4" creationId="{157AA440-7978-E572-3987-09A68586D475}"/>
          </ac:spMkLst>
        </pc:spChg>
        <pc:spChg chg="add del mod">
          <ac:chgData name="Prazyan, Levon" userId="ed024b0e-4a1a-418a-8ca0-755e149680c9" providerId="ADAL" clId="{4A4D12F4-25F0-4DC3-8755-13CF4EFB28EA}" dt="2026-05-04T21:44:45.117" v="15718"/>
          <ac:spMkLst>
            <pc:docMk/>
            <pc:sldMk cId="1223503944" sldId="4843"/>
            <ac:spMk id="8" creationId="{C45EE2A5-9D73-92C5-CBEA-F8EC4A1C661A}"/>
          </ac:spMkLst>
        </pc:spChg>
        <pc:picChg chg="add del mod ord">
          <ac:chgData name="Prazyan, Levon" userId="ed024b0e-4a1a-418a-8ca0-755e149680c9" providerId="ADAL" clId="{4A4D12F4-25F0-4DC3-8755-13CF4EFB28EA}" dt="2026-05-04T21:44:41.064" v="15717" actId="478"/>
          <ac:picMkLst>
            <pc:docMk/>
            <pc:sldMk cId="1223503944" sldId="4843"/>
            <ac:picMk id="6" creationId="{1B989E74-1AE6-CDBA-D230-65BA87088FED}"/>
          </ac:picMkLst>
        </pc:picChg>
        <pc:picChg chg="add mod">
          <ac:chgData name="Prazyan, Levon" userId="ed024b0e-4a1a-418a-8ca0-755e149680c9" providerId="ADAL" clId="{4A4D12F4-25F0-4DC3-8755-13CF4EFB28EA}" dt="2026-05-04T21:45:07.899" v="15725" actId="14100"/>
          <ac:picMkLst>
            <pc:docMk/>
            <pc:sldMk cId="1223503944" sldId="4843"/>
            <ac:picMk id="1026" creationId="{875AB0ED-67F7-E6A0-BD41-77C9B128B7C8}"/>
          </ac:picMkLst>
        </pc:picChg>
      </pc:sldChg>
      <pc:sldChg chg="addSp delSp modSp new mod modClrScheme chgLayout">
        <pc:chgData name="Prazyan, Levon" userId="ed024b0e-4a1a-418a-8ca0-755e149680c9" providerId="ADAL" clId="{4A4D12F4-25F0-4DC3-8755-13CF4EFB28EA}" dt="2026-05-04T21:10:57.654" v="15270" actId="22"/>
        <pc:sldMkLst>
          <pc:docMk/>
          <pc:sldMk cId="390368024" sldId="4844"/>
        </pc:sldMkLst>
        <pc:spChg chg="del mod ord">
          <ac:chgData name="Prazyan, Levon" userId="ed024b0e-4a1a-418a-8ca0-755e149680c9" providerId="ADAL" clId="{4A4D12F4-25F0-4DC3-8755-13CF4EFB28EA}" dt="2026-05-04T21:10:38.058" v="15230" actId="700"/>
          <ac:spMkLst>
            <pc:docMk/>
            <pc:sldMk cId="390368024" sldId="4844"/>
            <ac:spMk id="2" creationId="{13165C2D-93C2-1B43-658F-5EC930937A96}"/>
          </ac:spMkLst>
        </pc:spChg>
        <pc:spChg chg="del mod ord">
          <ac:chgData name="Prazyan, Levon" userId="ed024b0e-4a1a-418a-8ca0-755e149680c9" providerId="ADAL" clId="{4A4D12F4-25F0-4DC3-8755-13CF4EFB28EA}" dt="2026-05-04T21:10:38.058" v="15230" actId="700"/>
          <ac:spMkLst>
            <pc:docMk/>
            <pc:sldMk cId="390368024" sldId="4844"/>
            <ac:spMk id="3" creationId="{491A35C4-F881-261F-F4F9-D1ABE149F2D4}"/>
          </ac:spMkLst>
        </pc:spChg>
        <pc:spChg chg="del">
          <ac:chgData name="Prazyan, Levon" userId="ed024b0e-4a1a-418a-8ca0-755e149680c9" providerId="ADAL" clId="{4A4D12F4-25F0-4DC3-8755-13CF4EFB28EA}" dt="2026-05-04T21:10:38.058" v="15230" actId="700"/>
          <ac:spMkLst>
            <pc:docMk/>
            <pc:sldMk cId="390368024" sldId="4844"/>
            <ac:spMk id="4" creationId="{CDAD0E45-389D-FEE0-178B-57D16B905D05}"/>
          </ac:spMkLst>
        </pc:spChg>
        <pc:spChg chg="add mod ord">
          <ac:chgData name="Prazyan, Levon" userId="ed024b0e-4a1a-418a-8ca0-755e149680c9" providerId="ADAL" clId="{4A4D12F4-25F0-4DC3-8755-13CF4EFB28EA}" dt="2026-05-04T21:10:54.766" v="15269" actId="20577"/>
          <ac:spMkLst>
            <pc:docMk/>
            <pc:sldMk cId="390368024" sldId="4844"/>
            <ac:spMk id="5" creationId="{CA7AB363-D073-B42B-E6AA-45676BEAD853}"/>
          </ac:spMkLst>
        </pc:spChg>
        <pc:spChg chg="add del mod ord">
          <ac:chgData name="Prazyan, Levon" userId="ed024b0e-4a1a-418a-8ca0-755e149680c9" providerId="ADAL" clId="{4A4D12F4-25F0-4DC3-8755-13CF4EFB28EA}" dt="2026-05-04T21:10:57.654" v="15270" actId="22"/>
          <ac:spMkLst>
            <pc:docMk/>
            <pc:sldMk cId="390368024" sldId="4844"/>
            <ac:spMk id="6" creationId="{13543451-F4A5-97A7-1B80-7C26B6925A32}"/>
          </ac:spMkLst>
        </pc:spChg>
        <pc:picChg chg="add mod ord">
          <ac:chgData name="Prazyan, Levon" userId="ed024b0e-4a1a-418a-8ca0-755e149680c9" providerId="ADAL" clId="{4A4D12F4-25F0-4DC3-8755-13CF4EFB28EA}" dt="2026-05-04T21:10:57.654" v="15270" actId="22"/>
          <ac:picMkLst>
            <pc:docMk/>
            <pc:sldMk cId="390368024" sldId="4844"/>
            <ac:picMk id="8" creationId="{59EE07E8-E26C-B955-E1CC-C5200F50E17E}"/>
          </ac:picMkLst>
        </pc:picChg>
      </pc:sldChg>
      <pc:sldChg chg="addSp delSp modSp add mod">
        <pc:chgData name="Prazyan, Levon" userId="ed024b0e-4a1a-418a-8ca0-755e149680c9" providerId="ADAL" clId="{4A4D12F4-25F0-4DC3-8755-13CF4EFB28EA}" dt="2026-05-04T21:11:42.082" v="15277" actId="22"/>
        <pc:sldMkLst>
          <pc:docMk/>
          <pc:sldMk cId="3190880047" sldId="4845"/>
        </pc:sldMkLst>
        <pc:spChg chg="add del mod">
          <ac:chgData name="Prazyan, Levon" userId="ed024b0e-4a1a-418a-8ca0-755e149680c9" providerId="ADAL" clId="{4A4D12F4-25F0-4DC3-8755-13CF4EFB28EA}" dt="2026-05-04T21:11:42.082" v="15277" actId="22"/>
          <ac:spMkLst>
            <pc:docMk/>
            <pc:sldMk cId="3190880047" sldId="4845"/>
            <ac:spMk id="3" creationId="{C6C7BDAC-A70E-CFD8-2A2B-9FEE84DE7FA0}"/>
          </ac:spMkLst>
        </pc:spChg>
        <pc:spChg chg="mod">
          <ac:chgData name="Prazyan, Levon" userId="ed024b0e-4a1a-418a-8ca0-755e149680c9" providerId="ADAL" clId="{4A4D12F4-25F0-4DC3-8755-13CF4EFB28EA}" dt="2026-05-04T21:11:14.859" v="15275" actId="20577"/>
          <ac:spMkLst>
            <pc:docMk/>
            <pc:sldMk cId="3190880047" sldId="4845"/>
            <ac:spMk id="5" creationId="{A7C8FE26-27DA-373A-DE8F-6B33DCDD7047}"/>
          </ac:spMkLst>
        </pc:spChg>
        <pc:picChg chg="add mod ord">
          <ac:chgData name="Prazyan, Levon" userId="ed024b0e-4a1a-418a-8ca0-755e149680c9" providerId="ADAL" clId="{4A4D12F4-25F0-4DC3-8755-13CF4EFB28EA}" dt="2026-05-04T21:11:42.082" v="15277" actId="22"/>
          <ac:picMkLst>
            <pc:docMk/>
            <pc:sldMk cId="3190880047" sldId="4845"/>
            <ac:picMk id="6" creationId="{C8D39913-11B5-5E0F-C6DF-CE2A9FFBFAF0}"/>
          </ac:picMkLst>
        </pc:picChg>
        <pc:picChg chg="del">
          <ac:chgData name="Prazyan, Levon" userId="ed024b0e-4a1a-418a-8ca0-755e149680c9" providerId="ADAL" clId="{4A4D12F4-25F0-4DC3-8755-13CF4EFB28EA}" dt="2026-05-04T21:11:16.855" v="15276" actId="478"/>
          <ac:picMkLst>
            <pc:docMk/>
            <pc:sldMk cId="3190880047" sldId="4845"/>
            <ac:picMk id="8" creationId="{89BA7F26-DB8B-ACF1-CB5B-FB736205A162}"/>
          </ac:picMkLst>
        </pc:picChg>
      </pc:sldChg>
      <pc:sldChg chg="modSp add mod">
        <pc:chgData name="Prazyan, Levon" userId="ed024b0e-4a1a-418a-8ca0-755e149680c9" providerId="ADAL" clId="{4A4D12F4-25F0-4DC3-8755-13CF4EFB28EA}" dt="2026-05-04T21:11:59.610" v="15281" actId="20577"/>
        <pc:sldMkLst>
          <pc:docMk/>
          <pc:sldMk cId="541791456" sldId="4846"/>
        </pc:sldMkLst>
        <pc:spChg chg="mod">
          <ac:chgData name="Prazyan, Levon" userId="ed024b0e-4a1a-418a-8ca0-755e149680c9" providerId="ADAL" clId="{4A4D12F4-25F0-4DC3-8755-13CF4EFB28EA}" dt="2026-05-04T21:11:59.610" v="15281" actId="20577"/>
          <ac:spMkLst>
            <pc:docMk/>
            <pc:sldMk cId="541791456" sldId="4846"/>
            <ac:spMk id="5" creationId="{9309398E-28A2-7B0F-7F30-02D7295DA60C}"/>
          </ac:spMkLst>
        </pc:spChg>
      </pc:sldChg>
      <pc:sldChg chg="addSp delSp modSp new mod modClrScheme modAnim chgLayout modNotesTx">
        <pc:chgData name="Prazyan, Levon" userId="ed024b0e-4a1a-418a-8ca0-755e149680c9" providerId="ADAL" clId="{4A4D12F4-25F0-4DC3-8755-13CF4EFB28EA}" dt="2026-05-04T22:33:54.680" v="16397"/>
        <pc:sldMkLst>
          <pc:docMk/>
          <pc:sldMk cId="3174067657" sldId="4847"/>
        </pc:sldMkLst>
        <pc:spChg chg="mod ord">
          <ac:chgData name="Prazyan, Levon" userId="ed024b0e-4a1a-418a-8ca0-755e149680c9" providerId="ADAL" clId="{4A4D12F4-25F0-4DC3-8755-13CF4EFB28EA}" dt="2026-05-04T22:05:58.964" v="15861" actId="700"/>
          <ac:spMkLst>
            <pc:docMk/>
            <pc:sldMk cId="3174067657" sldId="4847"/>
            <ac:spMk id="2" creationId="{6A2B7ECF-12F4-AD3C-7A30-6951EAC14C9A}"/>
          </ac:spMkLst>
        </pc:spChg>
        <pc:spChg chg="del mod ord">
          <ac:chgData name="Prazyan, Levon" userId="ed024b0e-4a1a-418a-8ca0-755e149680c9" providerId="ADAL" clId="{4A4D12F4-25F0-4DC3-8755-13CF4EFB28EA}" dt="2026-05-04T22:05:58.964" v="15861" actId="700"/>
          <ac:spMkLst>
            <pc:docMk/>
            <pc:sldMk cId="3174067657" sldId="4847"/>
            <ac:spMk id="3" creationId="{34809704-AFCB-A407-FD7A-9087C45D7CD3}"/>
          </ac:spMkLst>
        </pc:spChg>
        <pc:spChg chg="add del mod ord">
          <ac:chgData name="Prazyan, Levon" userId="ed024b0e-4a1a-418a-8ca0-755e149680c9" providerId="ADAL" clId="{4A4D12F4-25F0-4DC3-8755-13CF4EFB28EA}" dt="2026-05-04T22:06:00.188" v="15862" actId="22"/>
          <ac:spMkLst>
            <pc:docMk/>
            <pc:sldMk cId="3174067657" sldId="4847"/>
            <ac:spMk id="4" creationId="{0E8CA1F3-DAC0-0F98-CB4B-9E53A00BF6EB}"/>
          </ac:spMkLst>
        </pc:spChg>
        <pc:spChg chg="add mod ord">
          <ac:chgData name="Prazyan, Levon" userId="ed024b0e-4a1a-418a-8ca0-755e149680c9" providerId="ADAL" clId="{4A4D12F4-25F0-4DC3-8755-13CF4EFB28EA}" dt="2026-05-04T22:33:24.082" v="16389" actId="113"/>
          <ac:spMkLst>
            <pc:docMk/>
            <pc:sldMk cId="3174067657" sldId="4847"/>
            <ac:spMk id="5" creationId="{91BC892D-F662-4B86-24BB-E70611DD5EF9}"/>
          </ac:spMkLst>
        </pc:spChg>
        <pc:picChg chg="add mod ord">
          <ac:chgData name="Prazyan, Levon" userId="ed024b0e-4a1a-418a-8ca0-755e149680c9" providerId="ADAL" clId="{4A4D12F4-25F0-4DC3-8755-13CF4EFB28EA}" dt="2026-05-04T22:06:22.121" v="15866" actId="1076"/>
          <ac:picMkLst>
            <pc:docMk/>
            <pc:sldMk cId="3174067657" sldId="4847"/>
            <ac:picMk id="7" creationId="{B33243C2-6DC0-CEE1-26CD-61FFBE1EC966}"/>
          </ac:picMkLst>
        </pc:picChg>
      </pc:sldChg>
      <pc:sldChg chg="addSp delSp modSp new mod">
        <pc:chgData name="Prazyan, Levon" userId="ed024b0e-4a1a-418a-8ca0-755e149680c9" providerId="ADAL" clId="{4A4D12F4-25F0-4DC3-8755-13CF4EFB28EA}" dt="2026-05-04T21:18:40.757" v="15314" actId="22"/>
        <pc:sldMkLst>
          <pc:docMk/>
          <pc:sldMk cId="3988843535" sldId="4848"/>
        </pc:sldMkLst>
        <pc:spChg chg="mod">
          <ac:chgData name="Prazyan, Levon" userId="ed024b0e-4a1a-418a-8ca0-755e149680c9" providerId="ADAL" clId="{4A4D12F4-25F0-4DC3-8755-13CF4EFB28EA}" dt="2026-05-04T21:18:24.087" v="15313" actId="20577"/>
          <ac:spMkLst>
            <pc:docMk/>
            <pc:sldMk cId="3988843535" sldId="4848"/>
            <ac:spMk id="2" creationId="{5C4DD10A-BCDD-0BB0-47C2-8833824DF2A8}"/>
          </ac:spMkLst>
        </pc:spChg>
        <pc:spChg chg="del">
          <ac:chgData name="Prazyan, Levon" userId="ed024b0e-4a1a-418a-8ca0-755e149680c9" providerId="ADAL" clId="{4A4D12F4-25F0-4DC3-8755-13CF4EFB28EA}" dt="2026-05-04T21:18:40.757" v="15314" actId="22"/>
          <ac:spMkLst>
            <pc:docMk/>
            <pc:sldMk cId="3988843535" sldId="4848"/>
            <ac:spMk id="3" creationId="{7AB631AA-8ECA-30E9-C0F8-FB07F6FBA7C0}"/>
          </ac:spMkLst>
        </pc:spChg>
        <pc:picChg chg="add mod ord">
          <ac:chgData name="Prazyan, Levon" userId="ed024b0e-4a1a-418a-8ca0-755e149680c9" providerId="ADAL" clId="{4A4D12F4-25F0-4DC3-8755-13CF4EFB28EA}" dt="2026-05-04T21:18:40.757" v="15314" actId="22"/>
          <ac:picMkLst>
            <pc:docMk/>
            <pc:sldMk cId="3988843535" sldId="4848"/>
            <ac:picMk id="5" creationId="{DC404FB0-01F1-191E-B7CF-DE32DB6C6CA9}"/>
          </ac:picMkLst>
        </pc:picChg>
      </pc:sldChg>
      <pc:sldChg chg="addSp delSp modSp add mod">
        <pc:chgData name="Prazyan, Levon" userId="ed024b0e-4a1a-418a-8ca0-755e149680c9" providerId="ADAL" clId="{4A4D12F4-25F0-4DC3-8755-13CF4EFB28EA}" dt="2026-05-04T21:16:07.121" v="15285" actId="22"/>
        <pc:sldMkLst>
          <pc:docMk/>
          <pc:sldMk cId="3991169269" sldId="4849"/>
        </pc:sldMkLst>
        <pc:spChg chg="add del mod">
          <ac:chgData name="Prazyan, Levon" userId="ed024b0e-4a1a-418a-8ca0-755e149680c9" providerId="ADAL" clId="{4A4D12F4-25F0-4DC3-8755-13CF4EFB28EA}" dt="2026-05-04T21:16:07.121" v="15285" actId="22"/>
          <ac:spMkLst>
            <pc:docMk/>
            <pc:sldMk cId="3991169269" sldId="4849"/>
            <ac:spMk id="3" creationId="{B44397FF-33BD-0704-EE5B-651D83557BCF}"/>
          </ac:spMkLst>
        </pc:spChg>
        <pc:spChg chg="mod">
          <ac:chgData name="Prazyan, Levon" userId="ed024b0e-4a1a-418a-8ca0-755e149680c9" providerId="ADAL" clId="{4A4D12F4-25F0-4DC3-8755-13CF4EFB28EA}" dt="2026-05-04T21:15:10.065" v="15283" actId="20577"/>
          <ac:spMkLst>
            <pc:docMk/>
            <pc:sldMk cId="3991169269" sldId="4849"/>
            <ac:spMk id="5" creationId="{8B7FEA00-8181-E49C-8D6C-C7E45D2550BA}"/>
          </ac:spMkLst>
        </pc:spChg>
        <pc:picChg chg="del">
          <ac:chgData name="Prazyan, Levon" userId="ed024b0e-4a1a-418a-8ca0-755e149680c9" providerId="ADAL" clId="{4A4D12F4-25F0-4DC3-8755-13CF4EFB28EA}" dt="2026-05-04T21:15:12.925" v="15284" actId="478"/>
          <ac:picMkLst>
            <pc:docMk/>
            <pc:sldMk cId="3991169269" sldId="4849"/>
            <ac:picMk id="6" creationId="{9E7264F2-E7FE-9AC4-ACB4-B44325770382}"/>
          </ac:picMkLst>
        </pc:picChg>
        <pc:picChg chg="add mod ord">
          <ac:chgData name="Prazyan, Levon" userId="ed024b0e-4a1a-418a-8ca0-755e149680c9" providerId="ADAL" clId="{4A4D12F4-25F0-4DC3-8755-13CF4EFB28EA}" dt="2026-05-04T21:16:07.121" v="15285" actId="22"/>
          <ac:picMkLst>
            <pc:docMk/>
            <pc:sldMk cId="3991169269" sldId="4849"/>
            <ac:picMk id="7" creationId="{FAE8A3CD-9CAF-089B-2AF8-81653953FF87}"/>
          </ac:picMkLst>
        </pc:picChg>
      </pc:sldChg>
      <pc:sldChg chg="addSp delSp modSp add mod">
        <pc:chgData name="Prazyan, Levon" userId="ed024b0e-4a1a-418a-8ca0-755e149680c9" providerId="ADAL" clId="{4A4D12F4-25F0-4DC3-8755-13CF4EFB28EA}" dt="2026-05-04T21:16:43.126" v="15289" actId="22"/>
        <pc:sldMkLst>
          <pc:docMk/>
          <pc:sldMk cId="1059507622" sldId="4850"/>
        </pc:sldMkLst>
        <pc:spChg chg="add del mod">
          <ac:chgData name="Prazyan, Levon" userId="ed024b0e-4a1a-418a-8ca0-755e149680c9" providerId="ADAL" clId="{4A4D12F4-25F0-4DC3-8755-13CF4EFB28EA}" dt="2026-05-04T21:16:43.126" v="15289" actId="22"/>
          <ac:spMkLst>
            <pc:docMk/>
            <pc:sldMk cId="1059507622" sldId="4850"/>
            <ac:spMk id="3" creationId="{C69FFEF3-59CC-561E-906E-423AB467D4DC}"/>
          </ac:spMkLst>
        </pc:spChg>
        <pc:spChg chg="mod">
          <ac:chgData name="Prazyan, Levon" userId="ed024b0e-4a1a-418a-8ca0-755e149680c9" providerId="ADAL" clId="{4A4D12F4-25F0-4DC3-8755-13CF4EFB28EA}" dt="2026-05-04T21:16:19.757" v="15287" actId="20577"/>
          <ac:spMkLst>
            <pc:docMk/>
            <pc:sldMk cId="1059507622" sldId="4850"/>
            <ac:spMk id="5" creationId="{833A8F12-5DE4-8CCB-AD07-40F1B24B8833}"/>
          </ac:spMkLst>
        </pc:spChg>
        <pc:picChg chg="add mod ord">
          <ac:chgData name="Prazyan, Levon" userId="ed024b0e-4a1a-418a-8ca0-755e149680c9" providerId="ADAL" clId="{4A4D12F4-25F0-4DC3-8755-13CF4EFB28EA}" dt="2026-05-04T21:16:43.126" v="15289" actId="22"/>
          <ac:picMkLst>
            <pc:docMk/>
            <pc:sldMk cId="1059507622" sldId="4850"/>
            <ac:picMk id="6" creationId="{85CC5A17-0B68-6A7D-79DC-F59128D46C70}"/>
          </ac:picMkLst>
        </pc:picChg>
        <pc:picChg chg="del">
          <ac:chgData name="Prazyan, Levon" userId="ed024b0e-4a1a-418a-8ca0-755e149680c9" providerId="ADAL" clId="{4A4D12F4-25F0-4DC3-8755-13CF4EFB28EA}" dt="2026-05-04T21:16:22.737" v="15288" actId="478"/>
          <ac:picMkLst>
            <pc:docMk/>
            <pc:sldMk cId="1059507622" sldId="4850"/>
            <ac:picMk id="7" creationId="{9D220745-70B7-C59D-CFE8-4B348B1BA6AC}"/>
          </ac:picMkLst>
        </pc:picChg>
      </pc:sldChg>
      <pc:sldChg chg="addSp modSp add mod modClrScheme modAnim chgLayout">
        <pc:chgData name="Prazyan, Levon" userId="ed024b0e-4a1a-418a-8ca0-755e149680c9" providerId="ADAL" clId="{4A4D12F4-25F0-4DC3-8755-13CF4EFB28EA}" dt="2026-05-04T21:40:10.630" v="15666"/>
        <pc:sldMkLst>
          <pc:docMk/>
          <pc:sldMk cId="1729596171" sldId="4851"/>
        </pc:sldMkLst>
        <pc:spChg chg="mod ord">
          <ac:chgData name="Prazyan, Levon" userId="ed024b0e-4a1a-418a-8ca0-755e149680c9" providerId="ADAL" clId="{4A4D12F4-25F0-4DC3-8755-13CF4EFB28EA}" dt="2026-05-04T21:26:50.890" v="15326" actId="700"/>
          <ac:spMkLst>
            <pc:docMk/>
            <pc:sldMk cId="1729596171" sldId="4851"/>
            <ac:spMk id="2" creationId="{2FD9E7C7-A823-B7B8-867D-BE3BBA7CD55F}"/>
          </ac:spMkLst>
        </pc:spChg>
        <pc:spChg chg="add mod ord">
          <ac:chgData name="Prazyan, Levon" userId="ed024b0e-4a1a-418a-8ca0-755e149680c9" providerId="ADAL" clId="{4A4D12F4-25F0-4DC3-8755-13CF4EFB28EA}" dt="2026-05-04T21:39:41.348" v="15659" actId="113"/>
          <ac:spMkLst>
            <pc:docMk/>
            <pc:sldMk cId="1729596171" sldId="4851"/>
            <ac:spMk id="3" creationId="{38962617-E623-17BD-9FAE-DEE84C87949A}"/>
          </ac:spMkLst>
        </pc:spChg>
        <pc:picChg chg="mod ord">
          <ac:chgData name="Prazyan, Levon" userId="ed024b0e-4a1a-418a-8ca0-755e149680c9" providerId="ADAL" clId="{4A4D12F4-25F0-4DC3-8755-13CF4EFB28EA}" dt="2026-05-04T21:27:02.597" v="15329" actId="14100"/>
          <ac:picMkLst>
            <pc:docMk/>
            <pc:sldMk cId="1729596171" sldId="4851"/>
            <ac:picMk id="5" creationId="{F0492B74-1F18-8D97-0CE2-D2641EDC2DFD}"/>
          </ac:picMkLst>
        </pc:picChg>
      </pc:sldChg>
      <pc:sldChg chg="addSp delSp modSp new mod modClrScheme modAnim chgLayout">
        <pc:chgData name="Prazyan, Levon" userId="ed024b0e-4a1a-418a-8ca0-755e149680c9" providerId="ADAL" clId="{4A4D12F4-25F0-4DC3-8755-13CF4EFB28EA}" dt="2026-05-04T21:56:13.486" v="15807" actId="6549"/>
        <pc:sldMkLst>
          <pc:docMk/>
          <pc:sldMk cId="4158653662" sldId="4852"/>
        </pc:sldMkLst>
        <pc:spChg chg="mod ord">
          <ac:chgData name="Prazyan, Levon" userId="ed024b0e-4a1a-418a-8ca0-755e149680c9" providerId="ADAL" clId="{4A4D12F4-25F0-4DC3-8755-13CF4EFB28EA}" dt="2026-05-04T21:56:13.486" v="15807" actId="6549"/>
          <ac:spMkLst>
            <pc:docMk/>
            <pc:sldMk cId="4158653662" sldId="4852"/>
            <ac:spMk id="2" creationId="{6F787FAB-97B2-5AC3-0246-3050D1F82B91}"/>
          </ac:spMkLst>
        </pc:spChg>
        <pc:spChg chg="del mod ord">
          <ac:chgData name="Prazyan, Levon" userId="ed024b0e-4a1a-418a-8ca0-755e149680c9" providerId="ADAL" clId="{4A4D12F4-25F0-4DC3-8755-13CF4EFB28EA}" dt="2026-05-04T21:41:46.681" v="15697" actId="700"/>
          <ac:spMkLst>
            <pc:docMk/>
            <pc:sldMk cId="4158653662" sldId="4852"/>
            <ac:spMk id="3" creationId="{2E649507-1725-E42E-F8B8-C58CE5A50B06}"/>
          </ac:spMkLst>
        </pc:spChg>
        <pc:spChg chg="del">
          <ac:chgData name="Prazyan, Levon" userId="ed024b0e-4a1a-418a-8ca0-755e149680c9" providerId="ADAL" clId="{4A4D12F4-25F0-4DC3-8755-13CF4EFB28EA}" dt="2026-05-04T21:41:46.681" v="15697" actId="700"/>
          <ac:spMkLst>
            <pc:docMk/>
            <pc:sldMk cId="4158653662" sldId="4852"/>
            <ac:spMk id="4" creationId="{65874DBB-3612-1995-7818-BA2CBB23D91D}"/>
          </ac:spMkLst>
        </pc:spChg>
        <pc:spChg chg="add del mod ord">
          <ac:chgData name="Prazyan, Levon" userId="ed024b0e-4a1a-418a-8ca0-755e149680c9" providerId="ADAL" clId="{4A4D12F4-25F0-4DC3-8755-13CF4EFB28EA}" dt="2026-05-04T21:50:58.197" v="15745" actId="700"/>
          <ac:spMkLst>
            <pc:docMk/>
            <pc:sldMk cId="4158653662" sldId="4852"/>
            <ac:spMk id="5" creationId="{3FC189AF-36EF-1276-634D-99F1AF5EAB0C}"/>
          </ac:spMkLst>
        </pc:spChg>
        <pc:spChg chg="add mod ord">
          <ac:chgData name="Prazyan, Levon" userId="ed024b0e-4a1a-418a-8ca0-755e149680c9" providerId="ADAL" clId="{4A4D12F4-25F0-4DC3-8755-13CF4EFB28EA}" dt="2026-05-04T21:53:26.781" v="15760" actId="6549"/>
          <ac:spMkLst>
            <pc:docMk/>
            <pc:sldMk cId="4158653662" sldId="4852"/>
            <ac:spMk id="6" creationId="{1CD79363-6786-49E7-D108-2899169FE9A9}"/>
          </ac:spMkLst>
        </pc:spChg>
        <pc:spChg chg="add del mod ord">
          <ac:chgData name="Prazyan, Levon" userId="ed024b0e-4a1a-418a-8ca0-755e149680c9" providerId="ADAL" clId="{4A4D12F4-25F0-4DC3-8755-13CF4EFB28EA}" dt="2026-05-04T21:51:11.645" v="15746"/>
          <ac:spMkLst>
            <pc:docMk/>
            <pc:sldMk cId="4158653662" sldId="4852"/>
            <ac:spMk id="7" creationId="{64BB10E1-2792-FD2F-4FE2-5A6190469C80}"/>
          </ac:spMkLst>
        </pc:spChg>
        <pc:picChg chg="add mod">
          <ac:chgData name="Prazyan, Levon" userId="ed024b0e-4a1a-418a-8ca0-755e149680c9" providerId="ADAL" clId="{4A4D12F4-25F0-4DC3-8755-13CF4EFB28EA}" dt="2026-05-04T21:51:11.645" v="15746"/>
          <ac:picMkLst>
            <pc:docMk/>
            <pc:sldMk cId="4158653662" sldId="4852"/>
            <ac:picMk id="3074" creationId="{9FA9876D-109C-B3D8-260F-D4FFF9EB12AB}"/>
          </ac:picMkLst>
        </pc:picChg>
      </pc:sldChg>
      <pc:sldChg chg="addSp delSp modSp new mod modClrScheme chgLayout">
        <pc:chgData name="Prazyan, Levon" userId="ed024b0e-4a1a-418a-8ca0-755e149680c9" providerId="ADAL" clId="{4A4D12F4-25F0-4DC3-8755-13CF4EFB28EA}" dt="2026-05-05T06:38:23.250" v="16416" actId="20577"/>
        <pc:sldMkLst>
          <pc:docMk/>
          <pc:sldMk cId="841961423" sldId="4853"/>
        </pc:sldMkLst>
        <pc:spChg chg="mod ord">
          <ac:chgData name="Prazyan, Levon" userId="ed024b0e-4a1a-418a-8ca0-755e149680c9" providerId="ADAL" clId="{4A4D12F4-25F0-4DC3-8755-13CF4EFB28EA}" dt="2026-05-04T21:42:34.589" v="15715" actId="700"/>
          <ac:spMkLst>
            <pc:docMk/>
            <pc:sldMk cId="841961423" sldId="4853"/>
            <ac:spMk id="2" creationId="{684926F6-DA7E-FAB4-5E00-DF6BAE5465AE}"/>
          </ac:spMkLst>
        </pc:spChg>
        <pc:spChg chg="del mod ord">
          <ac:chgData name="Prazyan, Levon" userId="ed024b0e-4a1a-418a-8ca0-755e149680c9" providerId="ADAL" clId="{4A4D12F4-25F0-4DC3-8755-13CF4EFB28EA}" dt="2026-05-04T21:42:34.589" v="15715" actId="700"/>
          <ac:spMkLst>
            <pc:docMk/>
            <pc:sldMk cId="841961423" sldId="4853"/>
            <ac:spMk id="3" creationId="{CE32ABD6-379A-9340-9E1A-A3CDC4EC985A}"/>
          </ac:spMkLst>
        </pc:spChg>
        <pc:spChg chg="add mod ord">
          <ac:chgData name="Prazyan, Levon" userId="ed024b0e-4a1a-418a-8ca0-755e149680c9" providerId="ADAL" clId="{4A4D12F4-25F0-4DC3-8755-13CF4EFB28EA}" dt="2026-05-04T21:50:20.097" v="15744" actId="113"/>
          <ac:spMkLst>
            <pc:docMk/>
            <pc:sldMk cId="841961423" sldId="4853"/>
            <ac:spMk id="4" creationId="{CDF29CDE-C9F3-258F-50C4-E51C223C2450}"/>
          </ac:spMkLst>
        </pc:spChg>
        <pc:spChg chg="add del mod ord">
          <ac:chgData name="Prazyan, Levon" userId="ed024b0e-4a1a-418a-8ca0-755e149680c9" providerId="ADAL" clId="{4A4D12F4-25F0-4DC3-8755-13CF4EFB28EA}" dt="2026-05-04T21:47:39.186" v="15727"/>
          <ac:spMkLst>
            <pc:docMk/>
            <pc:sldMk cId="841961423" sldId="4853"/>
            <ac:spMk id="5" creationId="{B8114A4B-4516-F589-75F5-9137EAAB3362}"/>
          </ac:spMkLst>
        </pc:spChg>
        <pc:spChg chg="add mod ord">
          <ac:chgData name="Prazyan, Levon" userId="ed024b0e-4a1a-418a-8ca0-755e149680c9" providerId="ADAL" clId="{4A4D12F4-25F0-4DC3-8755-13CF4EFB28EA}" dt="2026-05-05T06:38:23.250" v="16416" actId="20577"/>
          <ac:spMkLst>
            <pc:docMk/>
            <pc:sldMk cId="841961423" sldId="4853"/>
            <ac:spMk id="6" creationId="{4F41A849-8E9C-46FF-499F-74EC6C19C41C}"/>
          </ac:spMkLst>
        </pc:spChg>
        <pc:spChg chg="add del mod ord">
          <ac:chgData name="Prazyan, Levon" userId="ed024b0e-4a1a-418a-8ca0-755e149680c9" providerId="ADAL" clId="{4A4D12F4-25F0-4DC3-8755-13CF4EFB28EA}" dt="2026-05-04T21:49:49.079" v="15728"/>
          <ac:spMkLst>
            <pc:docMk/>
            <pc:sldMk cId="841961423" sldId="4853"/>
            <ac:spMk id="7" creationId="{9C2C98FA-5D3B-EB0F-6149-F50FD999D325}"/>
          </ac:spMkLst>
        </pc:spChg>
        <pc:picChg chg="add mod">
          <ac:chgData name="Prazyan, Levon" userId="ed024b0e-4a1a-418a-8ca0-755e149680c9" providerId="ADAL" clId="{4A4D12F4-25F0-4DC3-8755-13CF4EFB28EA}" dt="2026-05-04T21:47:39.186" v="15727"/>
          <ac:picMkLst>
            <pc:docMk/>
            <pc:sldMk cId="841961423" sldId="4853"/>
            <ac:picMk id="2050" creationId="{BBE67DB8-B6A4-39BE-5482-5E41F5FA5A09}"/>
          </ac:picMkLst>
        </pc:picChg>
        <pc:picChg chg="add mod">
          <ac:chgData name="Prazyan, Levon" userId="ed024b0e-4a1a-418a-8ca0-755e149680c9" providerId="ADAL" clId="{4A4D12F4-25F0-4DC3-8755-13CF4EFB28EA}" dt="2026-05-05T06:38:18.898" v="16411" actId="14100"/>
          <ac:picMkLst>
            <pc:docMk/>
            <pc:sldMk cId="841961423" sldId="4853"/>
            <ac:picMk id="2052" creationId="{BA124351-148E-A882-6C2B-A2BE43C2C49B}"/>
          </ac:picMkLst>
        </pc:picChg>
      </pc:sldChg>
      <pc:sldChg chg="addSp delSp modSp new mod modClrScheme chgLayout modNotesTx">
        <pc:chgData name="Prazyan, Levon" userId="ed024b0e-4a1a-418a-8ca0-755e149680c9" providerId="ADAL" clId="{4A4D12F4-25F0-4DC3-8755-13CF4EFB28EA}" dt="2026-05-05T10:41:51.059" v="16418" actId="20577"/>
        <pc:sldMkLst>
          <pc:docMk/>
          <pc:sldMk cId="2600579500" sldId="4854"/>
        </pc:sldMkLst>
        <pc:spChg chg="mod ord">
          <ac:chgData name="Prazyan, Levon" userId="ed024b0e-4a1a-418a-8ca0-755e149680c9" providerId="ADAL" clId="{4A4D12F4-25F0-4DC3-8755-13CF4EFB28EA}" dt="2026-05-04T21:56:28.033" v="15827" actId="700"/>
          <ac:spMkLst>
            <pc:docMk/>
            <pc:sldMk cId="2600579500" sldId="4854"/>
            <ac:spMk id="2" creationId="{83DE0FE5-EED8-9AB7-C95A-7686F49AD8F1}"/>
          </ac:spMkLst>
        </pc:spChg>
        <pc:spChg chg="del mod ord">
          <ac:chgData name="Prazyan, Levon" userId="ed024b0e-4a1a-418a-8ca0-755e149680c9" providerId="ADAL" clId="{4A4D12F4-25F0-4DC3-8755-13CF4EFB28EA}" dt="2026-05-04T21:56:28.033" v="15827" actId="700"/>
          <ac:spMkLst>
            <pc:docMk/>
            <pc:sldMk cId="2600579500" sldId="4854"/>
            <ac:spMk id="3" creationId="{0F34FAC5-B6C1-83A8-0776-97594669F0CF}"/>
          </ac:spMkLst>
        </pc:spChg>
        <pc:spChg chg="del">
          <ac:chgData name="Prazyan, Levon" userId="ed024b0e-4a1a-418a-8ca0-755e149680c9" providerId="ADAL" clId="{4A4D12F4-25F0-4DC3-8755-13CF4EFB28EA}" dt="2026-05-04T21:56:28.033" v="15827" actId="700"/>
          <ac:spMkLst>
            <pc:docMk/>
            <pc:sldMk cId="2600579500" sldId="4854"/>
            <ac:spMk id="4" creationId="{00313AE8-D78D-DEBE-9E03-AAA98F9BD95D}"/>
          </ac:spMkLst>
        </pc:spChg>
        <pc:spChg chg="add del mod ord">
          <ac:chgData name="Prazyan, Levon" userId="ed024b0e-4a1a-418a-8ca0-755e149680c9" providerId="ADAL" clId="{4A4D12F4-25F0-4DC3-8755-13CF4EFB28EA}" dt="2026-05-04T21:57:05.950" v="15828" actId="22"/>
          <ac:spMkLst>
            <pc:docMk/>
            <pc:sldMk cId="2600579500" sldId="4854"/>
            <ac:spMk id="5" creationId="{03C5E990-7BAE-65AF-B688-E24BC55F5357}"/>
          </ac:spMkLst>
        </pc:spChg>
        <pc:picChg chg="add mod ord">
          <ac:chgData name="Prazyan, Levon" userId="ed024b0e-4a1a-418a-8ca0-755e149680c9" providerId="ADAL" clId="{4A4D12F4-25F0-4DC3-8755-13CF4EFB28EA}" dt="2026-05-04T21:57:16.843" v="15830" actId="14100"/>
          <ac:picMkLst>
            <pc:docMk/>
            <pc:sldMk cId="2600579500" sldId="4854"/>
            <ac:picMk id="7" creationId="{171D4FCF-BF27-9317-1DD5-A32988FFBB18}"/>
          </ac:picMkLst>
        </pc:picChg>
      </pc:sldChg>
      <pc:sldChg chg="addSp delSp modSp new mod modClrScheme chgLayout">
        <pc:chgData name="Prazyan, Levon" userId="ed024b0e-4a1a-418a-8ca0-755e149680c9" providerId="ADAL" clId="{4A4D12F4-25F0-4DC3-8755-13CF4EFB28EA}" dt="2026-05-04T21:54:39.368" v="15797" actId="22"/>
        <pc:sldMkLst>
          <pc:docMk/>
          <pc:sldMk cId="2259151563" sldId="4855"/>
        </pc:sldMkLst>
        <pc:spChg chg="del mod ord">
          <ac:chgData name="Prazyan, Levon" userId="ed024b0e-4a1a-418a-8ca0-755e149680c9" providerId="ADAL" clId="{4A4D12F4-25F0-4DC3-8755-13CF4EFB28EA}" dt="2026-05-04T21:53:54.703" v="15764" actId="700"/>
          <ac:spMkLst>
            <pc:docMk/>
            <pc:sldMk cId="2259151563" sldId="4855"/>
            <ac:spMk id="2" creationId="{80258B98-68BD-E068-4F9F-040C62A0B894}"/>
          </ac:spMkLst>
        </pc:spChg>
        <pc:spChg chg="del mod ord">
          <ac:chgData name="Prazyan, Levon" userId="ed024b0e-4a1a-418a-8ca0-755e149680c9" providerId="ADAL" clId="{4A4D12F4-25F0-4DC3-8755-13CF4EFB28EA}" dt="2026-05-04T21:53:54.703" v="15764" actId="700"/>
          <ac:spMkLst>
            <pc:docMk/>
            <pc:sldMk cId="2259151563" sldId="4855"/>
            <ac:spMk id="3" creationId="{71F35AD2-B35D-FF9E-DFD7-27AC438B785F}"/>
          </ac:spMkLst>
        </pc:spChg>
        <pc:spChg chg="del">
          <ac:chgData name="Prazyan, Levon" userId="ed024b0e-4a1a-418a-8ca0-755e149680c9" providerId="ADAL" clId="{4A4D12F4-25F0-4DC3-8755-13CF4EFB28EA}" dt="2026-05-04T21:53:54.703" v="15764" actId="700"/>
          <ac:spMkLst>
            <pc:docMk/>
            <pc:sldMk cId="2259151563" sldId="4855"/>
            <ac:spMk id="4" creationId="{C470094C-801C-FAF1-3EF7-3E5DFC1E65B6}"/>
          </ac:spMkLst>
        </pc:spChg>
        <pc:spChg chg="add mod ord">
          <ac:chgData name="Prazyan, Levon" userId="ed024b0e-4a1a-418a-8ca0-755e149680c9" providerId="ADAL" clId="{4A4D12F4-25F0-4DC3-8755-13CF4EFB28EA}" dt="2026-05-04T21:54:08.512" v="15796" actId="20577"/>
          <ac:spMkLst>
            <pc:docMk/>
            <pc:sldMk cId="2259151563" sldId="4855"/>
            <ac:spMk id="5" creationId="{07ED91B5-3AA6-2292-64B6-F78C8FC6D8E7}"/>
          </ac:spMkLst>
        </pc:spChg>
        <pc:spChg chg="add del mod ord">
          <ac:chgData name="Prazyan, Levon" userId="ed024b0e-4a1a-418a-8ca0-755e149680c9" providerId="ADAL" clId="{4A4D12F4-25F0-4DC3-8755-13CF4EFB28EA}" dt="2026-05-04T21:54:39.368" v="15797" actId="22"/>
          <ac:spMkLst>
            <pc:docMk/>
            <pc:sldMk cId="2259151563" sldId="4855"/>
            <ac:spMk id="6" creationId="{BD3B237A-6DEF-D551-594D-4FB511478652}"/>
          </ac:spMkLst>
        </pc:spChg>
        <pc:picChg chg="add mod ord">
          <ac:chgData name="Prazyan, Levon" userId="ed024b0e-4a1a-418a-8ca0-755e149680c9" providerId="ADAL" clId="{4A4D12F4-25F0-4DC3-8755-13CF4EFB28EA}" dt="2026-05-04T21:54:39.368" v="15797" actId="22"/>
          <ac:picMkLst>
            <pc:docMk/>
            <pc:sldMk cId="2259151563" sldId="4855"/>
            <ac:picMk id="8" creationId="{FB8D87CB-EA70-BAD8-18ED-E4105FB03387}"/>
          </ac:picMkLst>
        </pc:picChg>
      </pc:sldChg>
      <pc:sldChg chg="addSp delSp modSp add mod">
        <pc:chgData name="Prazyan, Levon" userId="ed024b0e-4a1a-418a-8ca0-755e149680c9" providerId="ADAL" clId="{4A4D12F4-25F0-4DC3-8755-13CF4EFB28EA}" dt="2026-05-04T21:55:16.353" v="15802" actId="22"/>
        <pc:sldMkLst>
          <pc:docMk/>
          <pc:sldMk cId="1310152291" sldId="4856"/>
        </pc:sldMkLst>
        <pc:spChg chg="add del mod">
          <ac:chgData name="Prazyan, Levon" userId="ed024b0e-4a1a-418a-8ca0-755e149680c9" providerId="ADAL" clId="{4A4D12F4-25F0-4DC3-8755-13CF4EFB28EA}" dt="2026-05-04T21:55:16.353" v="15802" actId="22"/>
          <ac:spMkLst>
            <pc:docMk/>
            <pc:sldMk cId="1310152291" sldId="4856"/>
            <ac:spMk id="3" creationId="{DEC9295E-16E9-06D0-4EF3-A1EB289FA110}"/>
          </ac:spMkLst>
        </pc:spChg>
        <pc:spChg chg="mod">
          <ac:chgData name="Prazyan, Levon" userId="ed024b0e-4a1a-418a-8ca0-755e149680c9" providerId="ADAL" clId="{4A4D12F4-25F0-4DC3-8755-13CF4EFB28EA}" dt="2026-05-04T21:54:46.767" v="15799" actId="20577"/>
          <ac:spMkLst>
            <pc:docMk/>
            <pc:sldMk cId="1310152291" sldId="4856"/>
            <ac:spMk id="5" creationId="{EC13C4AD-A481-2419-867F-C1B20C57A77A}"/>
          </ac:spMkLst>
        </pc:spChg>
        <pc:picChg chg="add mod ord">
          <ac:chgData name="Prazyan, Levon" userId="ed024b0e-4a1a-418a-8ca0-755e149680c9" providerId="ADAL" clId="{4A4D12F4-25F0-4DC3-8755-13CF4EFB28EA}" dt="2026-05-04T21:55:16.353" v="15802" actId="22"/>
          <ac:picMkLst>
            <pc:docMk/>
            <pc:sldMk cId="1310152291" sldId="4856"/>
            <ac:picMk id="6" creationId="{3D99AE84-9591-A379-72B9-945783029791}"/>
          </ac:picMkLst>
        </pc:picChg>
        <pc:picChg chg="del">
          <ac:chgData name="Prazyan, Levon" userId="ed024b0e-4a1a-418a-8ca0-755e149680c9" providerId="ADAL" clId="{4A4D12F4-25F0-4DC3-8755-13CF4EFB28EA}" dt="2026-05-04T21:54:48.444" v="15800" actId="478"/>
          <ac:picMkLst>
            <pc:docMk/>
            <pc:sldMk cId="1310152291" sldId="4856"/>
            <ac:picMk id="8" creationId="{5D196967-D3BE-2F47-A69E-219C808DC240}"/>
          </ac:picMkLst>
        </pc:picChg>
      </pc:sldChg>
      <pc:sldChg chg="addSp delSp modSp add mod">
        <pc:chgData name="Prazyan, Levon" userId="ed024b0e-4a1a-418a-8ca0-755e149680c9" providerId="ADAL" clId="{4A4D12F4-25F0-4DC3-8755-13CF4EFB28EA}" dt="2026-05-04T21:55:43.194" v="15806" actId="22"/>
        <pc:sldMkLst>
          <pc:docMk/>
          <pc:sldMk cId="2286480773" sldId="4857"/>
        </pc:sldMkLst>
        <pc:spChg chg="add del mod">
          <ac:chgData name="Prazyan, Levon" userId="ed024b0e-4a1a-418a-8ca0-755e149680c9" providerId="ADAL" clId="{4A4D12F4-25F0-4DC3-8755-13CF4EFB28EA}" dt="2026-05-04T21:55:43.194" v="15806" actId="22"/>
          <ac:spMkLst>
            <pc:docMk/>
            <pc:sldMk cId="2286480773" sldId="4857"/>
            <ac:spMk id="3" creationId="{CE8112DE-31C8-E832-CCD9-EAF8548B2077}"/>
          </ac:spMkLst>
        </pc:spChg>
        <pc:spChg chg="mod">
          <ac:chgData name="Prazyan, Levon" userId="ed024b0e-4a1a-418a-8ca0-755e149680c9" providerId="ADAL" clId="{4A4D12F4-25F0-4DC3-8755-13CF4EFB28EA}" dt="2026-05-04T21:55:23.367" v="15804" actId="20577"/>
          <ac:spMkLst>
            <pc:docMk/>
            <pc:sldMk cId="2286480773" sldId="4857"/>
            <ac:spMk id="5" creationId="{6EFC73D4-BE81-A17A-E7F8-78EE35861121}"/>
          </ac:spMkLst>
        </pc:spChg>
        <pc:picChg chg="del">
          <ac:chgData name="Prazyan, Levon" userId="ed024b0e-4a1a-418a-8ca0-755e149680c9" providerId="ADAL" clId="{4A4D12F4-25F0-4DC3-8755-13CF4EFB28EA}" dt="2026-05-04T21:55:25.854" v="15805" actId="478"/>
          <ac:picMkLst>
            <pc:docMk/>
            <pc:sldMk cId="2286480773" sldId="4857"/>
            <ac:picMk id="6" creationId="{095A3B7E-C0D7-A062-A618-FF4E907A5359}"/>
          </ac:picMkLst>
        </pc:picChg>
        <pc:picChg chg="add mod ord">
          <ac:chgData name="Prazyan, Levon" userId="ed024b0e-4a1a-418a-8ca0-755e149680c9" providerId="ADAL" clId="{4A4D12F4-25F0-4DC3-8755-13CF4EFB28EA}" dt="2026-05-04T21:55:43.194" v="15806" actId="22"/>
          <ac:picMkLst>
            <pc:docMk/>
            <pc:sldMk cId="2286480773" sldId="4857"/>
            <ac:picMk id="7" creationId="{B1E0FD92-CD60-B0F8-B2FF-F7967E47B23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35" tIns="45718" rIns="91435" bIns="45718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35" tIns="45718" rIns="91435" bIns="45718" rtlCol="0"/>
          <a:lstStyle>
            <a:lvl1pPr algn="r">
              <a:defRPr sz="1200"/>
            </a:lvl1pPr>
          </a:lstStyle>
          <a:p>
            <a:fld id="{D0DB5702-F164-4492-9EF6-882193065F88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5" tIns="45718" rIns="91435" bIns="45718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35" tIns="45718" rIns="91435" bIns="4571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4"/>
            <a:ext cx="2971800" cy="458787"/>
          </a:xfrm>
          <a:prstGeom prst="rect">
            <a:avLst/>
          </a:prstGeom>
        </p:spPr>
        <p:txBody>
          <a:bodyPr vert="horz" lIns="91435" tIns="45718" rIns="91435" bIns="45718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4"/>
            <a:ext cx="2971800" cy="458787"/>
          </a:xfrm>
          <a:prstGeom prst="rect">
            <a:avLst/>
          </a:prstGeom>
        </p:spPr>
        <p:txBody>
          <a:bodyPr vert="horz" lIns="91435" tIns="45718" rIns="91435" bIns="45718" rtlCol="0" anchor="b"/>
          <a:lstStyle>
            <a:lvl1pPr algn="r">
              <a:defRPr sz="1200"/>
            </a:lvl1pPr>
          </a:lstStyle>
          <a:p>
            <a:fld id="{BD22A58C-8E2F-4CF4-BCC2-14D73B27F3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355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E64CF-4C13-A8D5-9467-FDD106E2D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1456DF-7588-8B1B-6FC2-D46BBE7C18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691E73-7933-8BD9-BDF9-64F6C1B682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80A6D-377A-0FDF-B262-8DF5D28FB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170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Prior to each iteration, A is a subset of some minimum spanning tree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step determines an edge (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u,v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that the procedure can add to A without violating this invariant, in the sense that A+(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u,v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is also a subset of a minimum spanning tree.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call such an edge a </a:t>
            </a:r>
            <a:r>
              <a:rPr lang="en-US" sz="1200" b="1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safe edge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A, since it can be added safely to A while maintaining the invariant.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226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      - min priority queue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Q      - contains all vertices of G that are not in set A</a:t>
            </a:r>
          </a:p>
          <a:p>
            <a:r>
              <a:rPr lang="en-US" dirty="0" err="1"/>
              <a:t>v.key</a:t>
            </a:r>
            <a:r>
              <a:rPr lang="en-US" dirty="0"/>
              <a:t> – minimum distance (weight) from v to a vertex in the set A</a:t>
            </a:r>
          </a:p>
          <a:p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270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 is a min priority queue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2A58C-8E2F-4CF4-BCC2-14D73B27F336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403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251D-1AB8-4A55-9051-A4850FF0D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C6D16F-41EB-C530-78CE-0B18178A8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AA832-E3FE-8947-C7FA-0D781C454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9FE3B-1087-D5D0-361B-FC104D4AC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8F0A0-7733-E96F-DC79-DACDE949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606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C5360-8393-F8A7-9B4E-A5F91C25F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38C8A-E199-A705-6FB1-EFB25F255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872B8-8F94-B6C1-3137-90E3C7B59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7A7F3-F5E8-E21B-CA86-E578C83C9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1585B-DFE4-AA74-C10F-1BDADACE7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739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5B468-8243-B0E9-A019-1B9445C3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F40F6-9706-8C8D-2DF2-B51050C322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A4183-BAA7-0B79-A0AA-A700AAB25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0D003-B433-16F0-6348-16048167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C807A1-7565-6E01-2D59-D66D5A01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636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BAAA8-63B4-C2F0-8CA3-B8F798B63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962E5-19BA-1876-5AE3-9E174F29A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83F4F3-8D6D-20EF-D16A-9D4CF970F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EA0B1A-0D87-5C43-32C0-1358CFD13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7086C-C7D0-4D1F-FA23-54332C668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90FBE-A8B2-329E-CCA0-94DB075C2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741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4A20B-C9A8-6031-2DC7-6B412D8DE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4FC9F-7BEC-554C-4B1F-3D5125729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22F46-6193-B43E-0D4C-6F5BC1B6D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E8F3A4-E020-78E9-B267-50E92C529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40B438-BB33-DF3F-BA12-F7C1B8C4CC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4D0D84-87B3-C51C-AC29-D9845F466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A2DCA0-A536-8D48-7378-A626BECDB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76080-45E6-416C-00C6-347A8A98A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325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3A7D1-749D-7264-FEEC-BD7FD8728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59877B-B058-565C-757C-2907747E1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444686-960D-94DB-FEB0-DA72E035D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A8E631-05EE-2866-77A5-78C824954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39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2388AF-A5D5-0A2A-82A6-9CD7A811F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BF5736-623E-B24E-3971-2F6AD9FFF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BE808-390D-38AE-4A34-B1E033B13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48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5E8AA-1F34-5D9C-A547-B828AF209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2B504-3687-EE8F-6159-9F4195A21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17951D-8F58-D234-7143-C946F4901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1AA36-9E0C-BAF8-2AF6-495CF68A9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C3457-1A37-75E2-CDEF-A08D51C83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6739D-88BC-0A95-048E-487986B62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395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585F3-E3A2-0034-D209-A44746D56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72E9A8-1577-EDFF-BA82-F43C0786B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D70423-A7D2-FD06-9B28-CE2A07D75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9DF61-F71D-5569-F144-785637675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EF9E7B-F0D5-2CF7-553A-892F1053C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1547A-AB84-C515-772E-0B7683FD3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85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5F46B-8307-541C-E9CF-83AF33F6A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CE2592-5CE7-58A5-373B-321A1130F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F874E-49CB-B018-23C5-E5897AC8E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B249B-5A2E-3F8C-C0D2-08BF53130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D5739-EB31-644D-B898-70968DCE9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040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DBD635-112D-AB74-DA68-5A8F79D58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7BA7F6-B791-16DD-20EC-DB1878936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9D594-7827-EE34-6C2E-F620C151B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09B7-BC59-4FDF-B344-E8A7C51BB8C6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44812-33F0-EAB7-7CE0-3153610CC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FADD4-1D22-273D-EEA9-2710F284B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290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862182-6389-D39E-EB48-051E9B7F6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1F1FB-EE6D-B1EF-1BFC-F76DDD70C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1F4C2-B8D9-56AA-BF23-257D597AF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AC09B7-BC59-4FDF-B344-E8A7C51BB8C6}" type="datetimeFigureOut">
              <a:rPr lang="en-US" smtClean="0"/>
              <a:t>5/5/2026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1E698-2BE3-B173-F1AE-1366188D3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946E3-415D-563B-A77E-FA512FACD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93447A-3B3E-403A-8835-99E0FFC7C0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64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CD6C4D-9BB3-2AA1-B3BD-B852BA6BA0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Introduction to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410EE-202B-D036-4508-61A95E937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Levon Prazyan</a:t>
            </a:r>
          </a:p>
        </p:txBody>
      </p:sp>
    </p:spTree>
    <p:extLst>
      <p:ext uri="{BB962C8B-B14F-4D97-AF65-F5344CB8AC3E}">
        <p14:creationId xmlns:p14="http://schemas.microsoft.com/office/powerpoint/2010/main" val="36004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81CF4-2135-E26A-87F1-B3EE88550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1998C-E6BD-C71A-C3E7-04FF6D66E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Introduction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Sorting and Searching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Arrays and Lists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Stacks and Queues, Double Ended Queue</a:t>
            </a:r>
          </a:p>
          <a:p>
            <a:r>
              <a:rPr lang="en-US" sz="1800" b="1" dirty="0">
                <a:latin typeface="Arial" panose="020B0604020202020204" pitchFamily="34" charset="0"/>
                <a:ea typeface="MS Mincho" panose="02020609040205080304" pitchFamily="49" charset="-128"/>
              </a:rPr>
              <a:t>Heaps</a:t>
            </a:r>
          </a:p>
          <a:p>
            <a:r>
              <a:rPr lang="en-US" sz="1800" b="1" dirty="0">
                <a:latin typeface="Arial" panose="020B0604020202020204" pitchFamily="34" charset="0"/>
              </a:rPr>
              <a:t>Trees</a:t>
            </a:r>
          </a:p>
          <a:p>
            <a:r>
              <a:rPr lang="en-US" sz="1800" b="1" dirty="0">
                <a:latin typeface="Arial" panose="020B0604020202020204" pitchFamily="34" charset="0"/>
              </a:rPr>
              <a:t>Hash Tables</a:t>
            </a:r>
          </a:p>
          <a:p>
            <a:r>
              <a:rPr lang="en-US" sz="1800" b="1" dirty="0">
                <a:latin typeface="Arial" panose="020B0604020202020204" pitchFamily="34" charset="0"/>
              </a:rPr>
              <a:t>Dynamic Programming</a:t>
            </a:r>
          </a:p>
          <a:p>
            <a:r>
              <a:rPr lang="en-US" sz="1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Greedy Algorithms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Graph Algorithms</a:t>
            </a: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Network Flow</a:t>
            </a:r>
            <a:endParaRPr lang="en-US" sz="1800" b="1" dirty="0"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NP-Completeness</a:t>
            </a:r>
            <a:endParaRPr lang="en-US" sz="1800" b="1" dirty="0">
              <a:latin typeface="Arial" panose="020B0604020202020204" pitchFamily="34" charset="0"/>
            </a:endParaRPr>
          </a:p>
          <a:p>
            <a:pPr lvl="1"/>
            <a:endParaRPr lang="en-US" sz="1800" b="1" dirty="0">
              <a:latin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41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CE732-C9F9-CAAF-B9C7-F65AB4641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F17495-3287-350D-F34A-850DD4CFA2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6826" y="1834251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Given an undirected graph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 </a:t>
                </a:r>
                <a:r>
                  <a:rPr lang="en-US" b="1" dirty="0"/>
                  <a:t>cut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a partition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b="1" i="1" dirty="0"/>
                  <a:t>.</a:t>
                </a:r>
              </a:p>
              <a:p>
                <a:r>
                  <a:rPr lang="en-US" dirty="0"/>
                  <a:t>An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crosses</a:t>
                </a:r>
                <a:r>
                  <a:rPr lang="en-US" dirty="0"/>
                  <a:t> the cut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</m:oMath>
                </a14:m>
                <a:r>
                  <a:rPr lang="en-US" dirty="0"/>
                  <a:t> if one endpoint belong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and the other belongs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A cut </a:t>
                </a:r>
                <a:r>
                  <a:rPr lang="en-US" b="1" dirty="0"/>
                  <a:t>respects</a:t>
                </a:r>
                <a:r>
                  <a:rPr lang="en-US" dirty="0"/>
                  <a:t> 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of edges if no edges from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crosses the cut.</a:t>
                </a:r>
              </a:p>
              <a:p>
                <a:r>
                  <a:rPr lang="en-US" dirty="0"/>
                  <a:t>An edge is a </a:t>
                </a:r>
                <a:r>
                  <a:rPr lang="en-US" b="1" dirty="0"/>
                  <a:t>light edge</a:t>
                </a:r>
                <a:r>
                  <a:rPr lang="en-US" dirty="0"/>
                  <a:t> satisfying a given property if its weight is the minimum of any edge satisfying the property.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F17495-3287-350D-F34A-850DD4CFA2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6826" y="1834251"/>
                <a:ext cx="10515600" cy="4351338"/>
              </a:xfrm>
              <a:blipFill>
                <a:blip r:embed="rId2"/>
                <a:stretch>
                  <a:fillRect l="-1217" t="-2381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8362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4D0A0-665E-F445-EDE6-C2EB91C01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F74215-E7B6-72AC-AFAF-0242CAF4BD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16060"/>
            <a:ext cx="10515600" cy="337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99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92F309-E1E1-1325-5742-B57810EC0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88375FF-AC45-3C55-F1ED-29212D9D2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8A2820-03D3-AC05-D296-4FE1995F9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C78D3E-DEC0-2E70-7BEC-93CD3CB4E5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40278A-6400-2469-393A-43A0F33ED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B656BB-6F1F-B121-ADEA-AA6897A31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0600551-7CF2-B371-889F-5FEFCBCC1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Minimum Spanning Tree (MST)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E4FED8D-A1B9-FAAB-3EB6-2D6408E74A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599" y="2318197"/>
                <a:ext cx="9724031" cy="3683358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Given a connected and undirected graph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for any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a weight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specifies a cost to connect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. The goal is to find an acyclic subset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T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that connects all vertices and whose total weigh is </a:t>
                </a:r>
                <a:r>
                  <a:rPr lang="en-US" b="1" dirty="0"/>
                  <a:t>minimized</a:t>
                </a:r>
                <a:r>
                  <a:rPr lang="en-US" dirty="0"/>
                  <a:t>.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9E4FED8D-A1B9-FAAB-3EB6-2D6408E74A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9" y="2318197"/>
                <a:ext cx="9724031" cy="3683358"/>
              </a:xfrm>
              <a:blipFill>
                <a:blip r:embed="rId3"/>
                <a:stretch>
                  <a:fillRect l="-1254" r="-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7684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77A01-C95C-0E08-22D7-FF35FD81A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Spanning Tree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3FE51F-BC96-A47D-8B15-A284C899E4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7866" y="1825625"/>
            <a:ext cx="1037626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96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DC23B-D9C7-3C28-EBE6-12DCE385F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Growing an MST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70C765E-4AE1-E192-AADC-D11A453E53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13756" y="1976949"/>
            <a:ext cx="9764488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732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BD310-90E4-DF79-0022-BAE21E219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Growing an MST: Proof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7BE84-E889-4EB5-6FA3-F56FC3404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Prior to each iteration, A is a subset of some minimum spanning tree</a:t>
            </a:r>
          </a:p>
          <a:p>
            <a:r>
              <a:rPr lang="en-US" b="1" dirty="0"/>
              <a:t>Initialization: </a:t>
            </a:r>
            <a:r>
              <a:rPr lang="en-US" dirty="0"/>
              <a:t>After line 1, the set A trivially satisfies the loop invariant.</a:t>
            </a:r>
          </a:p>
          <a:p>
            <a:r>
              <a:rPr lang="en-US" b="1" dirty="0"/>
              <a:t>Maintenance: </a:t>
            </a:r>
            <a:r>
              <a:rPr lang="en-US" dirty="0"/>
              <a:t>The loop in lines 2, 3, 4 maintains the invariant by adding only safe edges.</a:t>
            </a:r>
          </a:p>
          <a:p>
            <a:r>
              <a:rPr lang="en-US" b="1" dirty="0"/>
              <a:t>Termination: </a:t>
            </a:r>
            <a:r>
              <a:rPr lang="en-US" dirty="0"/>
              <a:t>All edges added to A belong to a minimum spanning tree, and the loop must terminate by the time it has considered all edges. Therefore, the set A returned in line 5 must be a minimum spanning tree.</a:t>
            </a:r>
          </a:p>
        </p:txBody>
      </p:sp>
    </p:spTree>
    <p:extLst>
      <p:ext uri="{BB962C8B-B14F-4D97-AF65-F5344CB8AC3E}">
        <p14:creationId xmlns:p14="http://schemas.microsoft.com/office/powerpoint/2010/main" val="3745716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407AD-83D9-D70B-FC3D-3C3C312E1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Growing an MST: Safe Edges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727627-879A-BC89-5C95-643E09895C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200" b="1" dirty="0"/>
                  <a:t>Theorem:</a:t>
                </a:r>
              </a:p>
              <a:p>
                <a:pPr marL="0" indent="0">
                  <a:buNone/>
                </a:pPr>
                <a:r>
                  <a:rPr lang="en-US" sz="3200" dirty="0"/>
                  <a:t>Given a connected and undirected graph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.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800" dirty="0"/>
                  <a:t> is a real-valued weight function defined 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lvl="1"/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 be a subset of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800" dirty="0"/>
                  <a:t> that is included in some MST.</a:t>
                </a:r>
              </a:p>
              <a:p>
                <a:pPr lvl="1"/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be any cut of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800" dirty="0"/>
                  <a:t> that respects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lvl="1"/>
                <a:r>
                  <a:rPr lang="en-US" sz="2800" dirty="0"/>
                  <a:t>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be a light edge crossing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. </a:t>
                </a:r>
              </a:p>
              <a:p>
                <a:pPr marL="0" indent="0">
                  <a:buNone/>
                </a:pPr>
                <a:r>
                  <a:rPr lang="en-US" sz="3200" dirty="0"/>
                  <a:t>Then edge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 dirty="0" err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3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i="1" dirty="0" err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is safe for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727627-879A-BC89-5C95-643E09895C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07" t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9608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A376D-43F2-B6A3-79BD-7C6210931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Growing an MST: Safe Edges Theorem: Proof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95B7DB-D7F8-1AEC-82A8-2F526AC6F8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be a minimum spanning tree that includes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m:rPr>
                        <m:nor/>
                      </m:rPr>
                      <a:rPr lang="en-US"/>
                      <m:t>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There is a simple path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, laying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, and containing an edge crossing the cut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be such edge.</a:t>
                </a:r>
              </a:p>
              <a:p>
                <a:r>
                  <a:rPr lang="en-US" dirty="0"/>
                  <a:t>Let’s construct a tree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As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dirty="0"/>
                  <a:t> is a light edge,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is an MST, 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is an MST as well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95B7DB-D7F8-1AEC-82A8-2F526AC6F8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1505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926F6-DA7E-FAB4-5E00-DF6BAE546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MST Algorithms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29CDE-C9F3-258F-50C4-E51C223C2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Joseph Kruskal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F41A849-8E9C-46FF-499F-74EC6C19C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 Vojtěch </a:t>
            </a:r>
            <a:r>
              <a:rPr lang="en-US" dirty="0" err="1"/>
              <a:t>Jarník</a:t>
            </a:r>
            <a:r>
              <a:rPr lang="en-US" dirty="0"/>
              <a:t>,      Robert Prim</a:t>
            </a:r>
          </a:p>
        </p:txBody>
      </p:sp>
      <p:pic>
        <p:nvPicPr>
          <p:cNvPr id="2050" name="Picture 2" descr="Poster of Joseph Kruskal">
            <a:extLst>
              <a:ext uri="{FF2B5EF4-FFF2-40B4-BE49-F238E27FC236}">
                <a16:creationId xmlns:a16="http://schemas.microsoft.com/office/drawing/2014/main" id="{BBE67DB8-B6A4-39BE-5482-5E41F5FA5A0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5018" y="2505075"/>
            <a:ext cx="2927326" cy="3684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LabASD - Algoritmo di Jarník-Prim">
            <a:extLst>
              <a:ext uri="{FF2B5EF4-FFF2-40B4-BE49-F238E27FC236}">
                <a16:creationId xmlns:a16="http://schemas.microsoft.com/office/drawing/2014/main" id="{BA124351-148E-A882-6C2B-A2BE43C2C49B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176" y="2505075"/>
            <a:ext cx="5513236" cy="3684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1961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C4BF8-5315-DF00-5BBF-E7A788633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MST: Kruskal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CB89AC-DA96-6CE8-B4AB-5A2FE5C93A5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5"/>
                <a:ext cx="6528759" cy="450616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Defines a rule to determine a safe edge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𝐺𝑒𝑛𝑒𝑟𝑖𝑐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𝑀𝑆𝑇</m:t>
                    </m:r>
                  </m:oMath>
                </a14:m>
                <a:r>
                  <a:rPr lang="en-US" dirty="0"/>
                  <a:t> as follows:</a:t>
                </a:r>
              </a:p>
              <a:p>
                <a:r>
                  <a:rPr lang="en-US" dirty="0"/>
                  <a:t>the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a forest whose vertices are all those of the given graph,</a:t>
                </a:r>
              </a:p>
              <a:p>
                <a:r>
                  <a:rPr lang="en-US" dirty="0"/>
                  <a:t>safe edge added to A is always a lowest-weight edge in the graph that connects two distinct components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CB89AC-DA96-6CE8-B4AB-5A2FE5C93A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5"/>
                <a:ext cx="6528759" cy="4506164"/>
              </a:xfrm>
              <a:blipFill>
                <a:blip r:embed="rId2"/>
                <a:stretch>
                  <a:fillRect l="-1867" t="-2162" r="-1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875AB0ED-67F7-E6A0-BD41-77C9B128B7C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958" y="1825624"/>
            <a:ext cx="4175185" cy="429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3503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7AB363-D073-B42B-E6AA-45676BEAD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MST: Kruskal Algorithm: Example (1)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9EE07E8-E26C-B955-E1CC-C5200F50E1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6817"/>
            <a:ext cx="10515600" cy="434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68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86594-CEE3-BA28-50EA-4369B4BA9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C8FE26-27DA-373A-DE8F-6B33DCDD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MST: Kruskal Algorithm: Example (2)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8D39913-11B5-5E0F-C6DF-CE2A9FFBFA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6152" y="1825625"/>
            <a:ext cx="1031969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880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14228-3041-7333-24F9-5D34EBD9C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309398E-28A2-7B0F-7F30-02D7295DA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MST: Kruskal Algorithm: Example (3)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33D8117-51E3-C48E-BDDD-2F1944C71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6152" y="1825625"/>
            <a:ext cx="1031969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91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86F22-B6CC-7486-8647-2ABE84223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7FEA00-8181-E49C-8D6C-C7E45D255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MST: Kruskal Algorithm: Example (4)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AE8A3CD-9CAF-089B-2AF8-81653953FF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0897" y="1825625"/>
            <a:ext cx="1047020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169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4D8FC-7734-CFDC-C772-B85FA15A1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3A8F12-5DE4-8CCB-AD07-40F1B24B8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MST: Kruskal Algorithm: Example (5)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5CC5A17-0B68-6A7D-79DC-F59128D46C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987290"/>
            <a:ext cx="10515600" cy="202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507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DD10A-BCDD-0BB0-47C2-8833824DF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MST: Kruskal Algorithm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404FB0-01F1-191E-B7CF-DE32DB6C6C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7947" y="1825625"/>
            <a:ext cx="969610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843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C50D2-8D69-BD94-DBA7-9449F07D6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9E7C7-A823-B7B8-867D-BE3BBA7CD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MST: Kruskal Algorithm: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492B74-1F18-8D97-0CE2-D2641EDC2D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8917" y="2484408"/>
            <a:ext cx="5970883" cy="26795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62617-E623-17BD-9FAE-DEE84C87949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Line 1 –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time.</a:t>
                </a:r>
              </a:p>
              <a:p>
                <a:r>
                  <a:rPr lang="en-US" dirty="0"/>
                  <a:t>Line 4 –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time.</a:t>
                </a:r>
              </a:p>
              <a:p>
                <a:r>
                  <a:rPr lang="en-US" dirty="0"/>
                  <a:t>Line 5 –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func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time.</a:t>
                </a:r>
              </a:p>
              <a:p>
                <a:r>
                  <a:rPr lang="en-US" dirty="0"/>
                  <a:t>Line 6-9 is called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/>
                  <a:t> times.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dirty="0"/>
                  <a:t> times called </a:t>
                </a:r>
                <a:r>
                  <a:rPr lang="en-US" dirty="0" err="1"/>
                  <a:t>Make_Set</a:t>
                </a:r>
                <a:r>
                  <a:rPr lang="en-US" dirty="0"/>
                  <a:t> and </a:t>
                </a:r>
                <a:br>
                  <a:rPr lang="en-US" dirty="0"/>
                </a:b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/>
                  <a:t> times  </a:t>
                </a:r>
                <a:r>
                  <a:rPr lang="en-US" dirty="0" err="1"/>
                  <a:t>Find_Set</a:t>
                </a:r>
                <a:r>
                  <a:rPr lang="en-US" dirty="0"/>
                  <a:t> and Union take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time.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</m:func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Total time -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  <m:func>
                          <m:func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</m:func>
                      </m:e>
                    </m:d>
                  </m:oMath>
                </a14:m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62617-E623-17BD-9FAE-DEE84C8794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118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9596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87FAB-97B2-5AC3-0246-3050D1F82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MST: Prim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CD79363-6786-49E7-D108-2899169FE9A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US" dirty="0"/>
                  <a:t>The tree starts from an arbitrary root vertex and grows until it spans all the vertices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safe edge added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always a lowest-weight edge connecting the tree to a vertex not in the tree.</a:t>
                </a:r>
                <a:endParaRPr lang="en-US" b="1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CD79363-6786-49E7-D108-2899169FE9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118" t="-2241" r="-1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9FA9876D-109C-B3D8-260F-D4FFF9EB12A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7575" y="2463006"/>
            <a:ext cx="2990850" cy="3076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8653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7ED91B5-3AA6-2292-64B6-F78C8FC6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MST: Prim Algorithm: Example (1)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B8D87CB-EA70-BAD8-18ED-E4105FB033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00211"/>
            <a:ext cx="10515600" cy="420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151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DE96-CA38-2324-8DC2-3BA8E1AFB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C13C4AD-A481-2419-867F-C1B20C57A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MST: Prim Algorithm: Example (2)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D99AE84-9591-A379-72B9-9457830297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68639"/>
            <a:ext cx="10515600" cy="4065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1522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4757B-96E9-D5D8-E85C-2EDAF0D26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EFC73D4-BE81-A17A-E7F8-78EE35861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MST: Prim Algorithm: Example (3)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1E0FD92-CD60-B0F8-B2FF-F7967E47B2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1705" y="2562818"/>
            <a:ext cx="7268589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807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E0FE5-EED8-9AB7-C95A-7686F49AD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MST: Prim Algorithm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71D4FCF-BF27-9317-1DD5-A32988FFBB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24343" y="1690688"/>
            <a:ext cx="8644749" cy="502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5795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B7ECF-12F4-AD3C-7A30-6951EAC14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MST: Prim Algorithm Analysis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33243C2-6DC0-CEE1-26CD-61FFBE1EC96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58280" y="1690688"/>
            <a:ext cx="4834821" cy="45847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1BC892D-F662-4B86-24BB-E70611DD5EF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673021" y="1707852"/>
                <a:ext cx="5394670" cy="4584744"/>
              </a:xfrm>
            </p:spPr>
            <p:txBody>
              <a:bodyPr/>
              <a:lstStyle/>
              <a:p>
                <a:r>
                  <a:rPr lang="en-US" dirty="0"/>
                  <a:t>Lines 1-3 –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time.</a:t>
                </a:r>
              </a:p>
              <a:p>
                <a:r>
                  <a:rPr lang="en-US" dirty="0"/>
                  <a:t>Lines 4-5 –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 time.</a:t>
                </a:r>
              </a:p>
              <a:p>
                <a:r>
                  <a:rPr lang="en-US" dirty="0"/>
                  <a:t>Lines 6-7 –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time.</a:t>
                </a:r>
              </a:p>
              <a:p>
                <a:r>
                  <a:rPr lang="en-US" dirty="0"/>
                  <a:t>Line 8      –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time.</a:t>
                </a:r>
              </a:p>
              <a:p>
                <a:r>
                  <a:rPr lang="en-US" dirty="0"/>
                  <a:t>Line 9 –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dirty="0"/>
                  <a:t> times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 time.</a:t>
                </a:r>
              </a:p>
              <a:p>
                <a:r>
                  <a:rPr lang="en-US" dirty="0"/>
                  <a:t>Lines 10-13 –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Line 14 –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Total –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func>
                      </m:e>
                    </m:d>
                  </m:oMath>
                </a14:m>
                <a:br>
                  <a:rPr lang="en-US" b="0" dirty="0"/>
                </a:b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  <m:func>
                          <m:func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</m:func>
                      </m:e>
                    </m:d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1BC892D-F662-4B86-24BB-E70611DD5E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673021" y="1707852"/>
                <a:ext cx="5394670" cy="4584744"/>
              </a:xfrm>
              <a:blipFill>
                <a:blip r:embed="rId4"/>
                <a:stretch>
                  <a:fillRect l="-2034" t="-2128" b="-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406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A447BDE-B655-E1BC-C47E-559BB019B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97197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4523dde-f9d1-4aa7-80a9-c0900420d3c3}" enabled="1" method="Privileged" siteId="{3dd8961f-e488-4e60-8e11-a82d994e183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52395</TotalTime>
  <Words>965</Words>
  <Application>Microsoft Office PowerPoint</Application>
  <PresentationFormat>Widescreen</PresentationFormat>
  <Paragraphs>97</Paragraphs>
  <Slides>26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Aptos</vt:lpstr>
      <vt:lpstr>Arial</vt:lpstr>
      <vt:lpstr>Calibri</vt:lpstr>
      <vt:lpstr>Calibri Light</vt:lpstr>
      <vt:lpstr>Cambria Math</vt:lpstr>
      <vt:lpstr>Office Theme</vt:lpstr>
      <vt:lpstr>Introduction to Algorithms</vt:lpstr>
      <vt:lpstr>Course Overview</vt:lpstr>
      <vt:lpstr>Definitions</vt:lpstr>
      <vt:lpstr>Example</vt:lpstr>
      <vt:lpstr>Minimum Spanning Tree (MST)</vt:lpstr>
      <vt:lpstr>Minimum Spanning Tree Example</vt:lpstr>
      <vt:lpstr>Growing an MST </vt:lpstr>
      <vt:lpstr>Growing an MST: Proof</vt:lpstr>
      <vt:lpstr>Growing an MST: Safe Edges Theorem</vt:lpstr>
      <vt:lpstr>Growing an MST: Safe Edges Theorem: Proof</vt:lpstr>
      <vt:lpstr>MST Algorithms</vt:lpstr>
      <vt:lpstr>MST: Kruskal Algorithm</vt:lpstr>
      <vt:lpstr>MST: Kruskal Algorithm: Example (1)</vt:lpstr>
      <vt:lpstr>MST: Kruskal Algorithm: Example (2)</vt:lpstr>
      <vt:lpstr>MST: Kruskal Algorithm: Example (3)</vt:lpstr>
      <vt:lpstr>MST: Kruskal Algorithm: Example (4)</vt:lpstr>
      <vt:lpstr>MST: Kruskal Algorithm: Example (5)</vt:lpstr>
      <vt:lpstr>MST: Kruskal Algorithm</vt:lpstr>
      <vt:lpstr>MST: Kruskal Algorithm: Analysis</vt:lpstr>
      <vt:lpstr>MST: Prim Algorithm</vt:lpstr>
      <vt:lpstr>MST: Prim Algorithm: Example (1)</vt:lpstr>
      <vt:lpstr>MST: Prim Algorithm: Example (2)</vt:lpstr>
      <vt:lpstr>MST: Prim Algorithm: Example (3)</vt:lpstr>
      <vt:lpstr>MST: Prim Algorithm</vt:lpstr>
      <vt:lpstr>MST: Prim Algorithm Analysis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Prazyan, Levon</dc:creator>
  <cp:lastModifiedBy>Prazyan, Levon</cp:lastModifiedBy>
  <cp:revision>8</cp:revision>
  <cp:lastPrinted>2025-12-18T06:16:12Z</cp:lastPrinted>
  <dcterms:created xsi:type="dcterms:W3CDTF">2024-06-18T05:26:31Z</dcterms:created>
  <dcterms:modified xsi:type="dcterms:W3CDTF">2026-05-05T10:42:00Z</dcterms:modified>
</cp:coreProperties>
</file>